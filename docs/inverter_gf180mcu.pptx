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4"/>
  </p:sldMasterIdLst>
  <p:notesMasterIdLst>
    <p:notesMasterId r:id="rId162"/>
  </p:notesMasterIdLst>
  <p:handoutMasterIdLst>
    <p:handoutMasterId r:id="rId163"/>
  </p:handoutMasterIdLst>
  <p:sldIdLst>
    <p:sldId id="602" r:id="rId5"/>
    <p:sldId id="4775" r:id="rId6"/>
    <p:sldId id="4902" r:id="rId7"/>
    <p:sldId id="4906" r:id="rId8"/>
    <p:sldId id="4904" r:id="rId9"/>
    <p:sldId id="4905" r:id="rId10"/>
    <p:sldId id="4840" r:id="rId11"/>
    <p:sldId id="710" r:id="rId12"/>
    <p:sldId id="688" r:id="rId13"/>
    <p:sldId id="4841" r:id="rId14"/>
    <p:sldId id="4842" r:id="rId15"/>
    <p:sldId id="4843" r:id="rId16"/>
    <p:sldId id="681" r:id="rId17"/>
    <p:sldId id="682" r:id="rId18"/>
    <p:sldId id="683" r:id="rId19"/>
    <p:sldId id="684" r:id="rId20"/>
    <p:sldId id="4844" r:id="rId21"/>
    <p:sldId id="4845" r:id="rId22"/>
    <p:sldId id="4846" r:id="rId23"/>
    <p:sldId id="4847" r:id="rId24"/>
    <p:sldId id="4866" r:id="rId25"/>
    <p:sldId id="4875" r:id="rId26"/>
    <p:sldId id="627" r:id="rId27"/>
    <p:sldId id="626" r:id="rId28"/>
    <p:sldId id="629" r:id="rId29"/>
    <p:sldId id="630" r:id="rId30"/>
    <p:sldId id="631" r:id="rId31"/>
    <p:sldId id="632" r:id="rId32"/>
    <p:sldId id="406" r:id="rId33"/>
    <p:sldId id="551" r:id="rId34"/>
    <p:sldId id="552" r:id="rId35"/>
    <p:sldId id="321" r:id="rId36"/>
    <p:sldId id="669" r:id="rId37"/>
    <p:sldId id="668" r:id="rId38"/>
    <p:sldId id="4907" r:id="rId39"/>
    <p:sldId id="635" r:id="rId40"/>
    <p:sldId id="636" r:id="rId41"/>
    <p:sldId id="637" r:id="rId42"/>
    <p:sldId id="4916" r:id="rId43"/>
    <p:sldId id="638" r:id="rId44"/>
    <p:sldId id="593" r:id="rId45"/>
    <p:sldId id="639" r:id="rId46"/>
    <p:sldId id="640" r:id="rId47"/>
    <p:sldId id="609" r:id="rId48"/>
    <p:sldId id="607" r:id="rId49"/>
    <p:sldId id="606" r:id="rId50"/>
    <p:sldId id="610" r:id="rId51"/>
    <p:sldId id="641" r:id="rId52"/>
    <p:sldId id="642" r:id="rId53"/>
    <p:sldId id="643" r:id="rId54"/>
    <p:sldId id="644" r:id="rId55"/>
    <p:sldId id="611" r:id="rId56"/>
    <p:sldId id="645" r:id="rId57"/>
    <p:sldId id="612" r:id="rId58"/>
    <p:sldId id="646" r:id="rId59"/>
    <p:sldId id="647" r:id="rId60"/>
    <p:sldId id="648" r:id="rId61"/>
    <p:sldId id="613" r:id="rId62"/>
    <p:sldId id="650" r:id="rId63"/>
    <p:sldId id="4909" r:id="rId64"/>
    <p:sldId id="4887" r:id="rId65"/>
    <p:sldId id="4882" r:id="rId66"/>
    <p:sldId id="4910" r:id="rId67"/>
    <p:sldId id="680" r:id="rId68"/>
    <p:sldId id="685" r:id="rId69"/>
    <p:sldId id="4886" r:id="rId70"/>
    <p:sldId id="686" r:id="rId71"/>
    <p:sldId id="702" r:id="rId72"/>
    <p:sldId id="4881" r:id="rId73"/>
    <p:sldId id="4911" r:id="rId74"/>
    <p:sldId id="4857" r:id="rId75"/>
    <p:sldId id="281" r:id="rId76"/>
    <p:sldId id="566" r:id="rId77"/>
    <p:sldId id="567" r:id="rId78"/>
    <p:sldId id="4893" r:id="rId79"/>
    <p:sldId id="4915" r:id="rId80"/>
    <p:sldId id="297" r:id="rId81"/>
    <p:sldId id="4891" r:id="rId82"/>
    <p:sldId id="4894" r:id="rId83"/>
    <p:sldId id="284" r:id="rId84"/>
    <p:sldId id="291" r:id="rId85"/>
    <p:sldId id="293" r:id="rId86"/>
    <p:sldId id="734" r:id="rId87"/>
    <p:sldId id="741" r:id="rId88"/>
    <p:sldId id="651" r:id="rId89"/>
    <p:sldId id="4917" r:id="rId90"/>
    <p:sldId id="4912" r:id="rId91"/>
    <p:sldId id="4913" r:id="rId92"/>
    <p:sldId id="604" r:id="rId93"/>
    <p:sldId id="652" r:id="rId94"/>
    <p:sldId id="653" r:id="rId95"/>
    <p:sldId id="605" r:id="rId96"/>
    <p:sldId id="619" r:id="rId97"/>
    <p:sldId id="622" r:id="rId98"/>
    <p:sldId id="623" r:id="rId99"/>
    <p:sldId id="625" r:id="rId100"/>
    <p:sldId id="4918" r:id="rId101"/>
    <p:sldId id="654" r:id="rId102"/>
    <p:sldId id="660" r:id="rId103"/>
    <p:sldId id="661" r:id="rId104"/>
    <p:sldId id="659" r:id="rId105"/>
    <p:sldId id="655" r:id="rId106"/>
    <p:sldId id="656" r:id="rId107"/>
    <p:sldId id="617" r:id="rId108"/>
    <p:sldId id="616" r:id="rId109"/>
    <p:sldId id="4919" r:id="rId110"/>
    <p:sldId id="4920" r:id="rId111"/>
    <p:sldId id="657" r:id="rId112"/>
    <p:sldId id="658" r:id="rId113"/>
    <p:sldId id="664" r:id="rId114"/>
    <p:sldId id="615" r:id="rId115"/>
    <p:sldId id="614" r:id="rId116"/>
    <p:sldId id="575" r:id="rId117"/>
    <p:sldId id="570" r:id="rId118"/>
    <p:sldId id="571" r:id="rId119"/>
    <p:sldId id="572" r:id="rId120"/>
    <p:sldId id="299" r:id="rId121"/>
    <p:sldId id="573" r:id="rId122"/>
    <p:sldId id="574" r:id="rId123"/>
    <p:sldId id="330" r:id="rId124"/>
    <p:sldId id="329" r:id="rId125"/>
    <p:sldId id="331" r:id="rId126"/>
    <p:sldId id="584" r:id="rId127"/>
    <p:sldId id="585" r:id="rId128"/>
    <p:sldId id="586" r:id="rId129"/>
    <p:sldId id="4872" r:id="rId130"/>
    <p:sldId id="4878" r:id="rId131"/>
    <p:sldId id="4895" r:id="rId132"/>
    <p:sldId id="4897" r:id="rId133"/>
    <p:sldId id="4899" r:id="rId134"/>
    <p:sldId id="4901" r:id="rId135"/>
    <p:sldId id="4877" r:id="rId136"/>
    <p:sldId id="712" r:id="rId137"/>
    <p:sldId id="4889" r:id="rId138"/>
    <p:sldId id="4898" r:id="rId139"/>
    <p:sldId id="4900" r:id="rId140"/>
    <p:sldId id="666" r:id="rId141"/>
    <p:sldId id="256" r:id="rId142"/>
    <p:sldId id="4769" r:id="rId143"/>
    <p:sldId id="4645" r:id="rId144"/>
    <p:sldId id="4765" r:id="rId145"/>
    <p:sldId id="4807" r:id="rId146"/>
    <p:sldId id="4812" r:id="rId147"/>
    <p:sldId id="4817" r:id="rId148"/>
    <p:sldId id="4834" r:id="rId149"/>
    <p:sldId id="4816" r:id="rId150"/>
    <p:sldId id="4914" r:id="rId151"/>
    <p:sldId id="565" r:id="rId152"/>
    <p:sldId id="557" r:id="rId153"/>
    <p:sldId id="559" r:id="rId154"/>
    <p:sldId id="590" r:id="rId155"/>
    <p:sldId id="589" r:id="rId156"/>
    <p:sldId id="592" r:id="rId157"/>
    <p:sldId id="568" r:id="rId158"/>
    <p:sldId id="322" r:id="rId159"/>
    <p:sldId id="582" r:id="rId160"/>
    <p:sldId id="583" r:id="rId161"/>
  </p:sldIdLst>
  <p:sldSz cx="12192000" cy="6858000"/>
  <p:notesSz cx="6858000" cy="9144000"/>
  <p:defaultTextStyle>
    <a:defPPr rtl="0">
      <a:defRPr lang="ja-JP"/>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userDrawn="1">
          <p15:clr>
            <a:srgbClr val="A4A3A4"/>
          </p15:clr>
        </p15:guide>
        <p15:guide id="3" pos="480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4" name="Author" initials="A" lastIdx="0"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FF00"/>
    <a:srgbClr val="B7472A"/>
    <a:srgbClr val="F5F5F5"/>
    <a:srgbClr val="D24726"/>
    <a:srgbClr val="9FCDB3"/>
    <a:srgbClr val="217346"/>
    <a:srgbClr val="000000"/>
    <a:srgbClr val="D9D9D9"/>
    <a:srgbClr val="F3F2F1"/>
    <a:srgbClr val="FF0066"/>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6986" autoAdjust="0"/>
    <p:restoredTop sz="94560"/>
  </p:normalViewPr>
  <p:slideViewPr>
    <p:cSldViewPr snapToGrid="0">
      <p:cViewPr varScale="1">
        <p:scale>
          <a:sx n="108" d="100"/>
          <a:sy n="108" d="100"/>
        </p:scale>
        <p:origin x="51" y="99"/>
      </p:cViewPr>
      <p:guideLst>
        <p:guide orient="horz" pos="2880"/>
        <p:guide pos="4800"/>
      </p:guideLst>
    </p:cSldViewPr>
  </p:slideViewPr>
  <p:notesTextViewPr>
    <p:cViewPr>
      <p:scale>
        <a:sx n="1" d="1"/>
        <a:sy n="1" d="1"/>
      </p:scale>
      <p:origin x="0" y="0"/>
    </p:cViewPr>
  </p:notesTextViewPr>
  <p:notesViewPr>
    <p:cSldViewPr snapToGrid="0">
      <p:cViewPr>
        <p:scale>
          <a:sx n="1" d="2"/>
          <a:sy n="1" d="2"/>
        </p:scale>
        <p:origin x="3882" y="1332"/>
      </p:cViewPr>
      <p:guideLst/>
    </p:cSldViewPr>
  </p:notes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3.xml"/><Relationship Id="rId21" Type="http://schemas.openxmlformats.org/officeDocument/2006/relationships/slide" Target="slides/slide17.xml"/><Relationship Id="rId42" Type="http://schemas.openxmlformats.org/officeDocument/2006/relationships/slide" Target="slides/slide38.xml"/><Relationship Id="rId63" Type="http://schemas.openxmlformats.org/officeDocument/2006/relationships/slide" Target="slides/slide59.xml"/><Relationship Id="rId84" Type="http://schemas.openxmlformats.org/officeDocument/2006/relationships/slide" Target="slides/slide80.xml"/><Relationship Id="rId138" Type="http://schemas.openxmlformats.org/officeDocument/2006/relationships/slide" Target="slides/slide134.xml"/><Relationship Id="rId159" Type="http://schemas.openxmlformats.org/officeDocument/2006/relationships/slide" Target="slides/slide155.xml"/><Relationship Id="rId107" Type="http://schemas.openxmlformats.org/officeDocument/2006/relationships/slide" Target="slides/slide103.xml"/><Relationship Id="rId11" Type="http://schemas.openxmlformats.org/officeDocument/2006/relationships/slide" Target="slides/slide7.xml"/><Relationship Id="rId32" Type="http://schemas.openxmlformats.org/officeDocument/2006/relationships/slide" Target="slides/slide28.xml"/><Relationship Id="rId53" Type="http://schemas.openxmlformats.org/officeDocument/2006/relationships/slide" Target="slides/slide49.xml"/><Relationship Id="rId74" Type="http://schemas.openxmlformats.org/officeDocument/2006/relationships/slide" Target="slides/slide70.xml"/><Relationship Id="rId128" Type="http://schemas.openxmlformats.org/officeDocument/2006/relationships/slide" Target="slides/slide124.xml"/><Relationship Id="rId149" Type="http://schemas.openxmlformats.org/officeDocument/2006/relationships/slide" Target="slides/slide145.xml"/><Relationship Id="rId5" Type="http://schemas.openxmlformats.org/officeDocument/2006/relationships/slide" Target="slides/slide1.xml"/><Relationship Id="rId95" Type="http://schemas.openxmlformats.org/officeDocument/2006/relationships/slide" Target="slides/slide91.xml"/><Relationship Id="rId160" Type="http://schemas.openxmlformats.org/officeDocument/2006/relationships/slide" Target="slides/slide156.xml"/><Relationship Id="rId22" Type="http://schemas.openxmlformats.org/officeDocument/2006/relationships/slide" Target="slides/slide18.xml"/><Relationship Id="rId43" Type="http://schemas.openxmlformats.org/officeDocument/2006/relationships/slide" Target="slides/slide39.xml"/><Relationship Id="rId64" Type="http://schemas.openxmlformats.org/officeDocument/2006/relationships/slide" Target="slides/slide60.xml"/><Relationship Id="rId118" Type="http://schemas.openxmlformats.org/officeDocument/2006/relationships/slide" Target="slides/slide114.xml"/><Relationship Id="rId139" Type="http://schemas.openxmlformats.org/officeDocument/2006/relationships/slide" Target="slides/slide135.xml"/><Relationship Id="rId85" Type="http://schemas.openxmlformats.org/officeDocument/2006/relationships/slide" Target="slides/slide81.xml"/><Relationship Id="rId150" Type="http://schemas.openxmlformats.org/officeDocument/2006/relationships/slide" Target="slides/slide146.xml"/><Relationship Id="rId12" Type="http://schemas.openxmlformats.org/officeDocument/2006/relationships/slide" Target="slides/slide8.xml"/><Relationship Id="rId33" Type="http://schemas.openxmlformats.org/officeDocument/2006/relationships/slide" Target="slides/slide29.xml"/><Relationship Id="rId108" Type="http://schemas.openxmlformats.org/officeDocument/2006/relationships/slide" Target="slides/slide104.xml"/><Relationship Id="rId129" Type="http://schemas.openxmlformats.org/officeDocument/2006/relationships/slide" Target="slides/slide125.xml"/><Relationship Id="rId54" Type="http://schemas.openxmlformats.org/officeDocument/2006/relationships/slide" Target="slides/slide50.xml"/><Relationship Id="rId70" Type="http://schemas.openxmlformats.org/officeDocument/2006/relationships/slide" Target="slides/slide66.xml"/><Relationship Id="rId75" Type="http://schemas.openxmlformats.org/officeDocument/2006/relationships/slide" Target="slides/slide71.xml"/><Relationship Id="rId91" Type="http://schemas.openxmlformats.org/officeDocument/2006/relationships/slide" Target="slides/slide87.xml"/><Relationship Id="rId96" Type="http://schemas.openxmlformats.org/officeDocument/2006/relationships/slide" Target="slides/slide92.xml"/><Relationship Id="rId140" Type="http://schemas.openxmlformats.org/officeDocument/2006/relationships/slide" Target="slides/slide136.xml"/><Relationship Id="rId145" Type="http://schemas.openxmlformats.org/officeDocument/2006/relationships/slide" Target="slides/slide141.xml"/><Relationship Id="rId161" Type="http://schemas.openxmlformats.org/officeDocument/2006/relationships/slide" Target="slides/slide157.xml"/><Relationship Id="rId166"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23" Type="http://schemas.openxmlformats.org/officeDocument/2006/relationships/slide" Target="slides/slide19.xml"/><Relationship Id="rId28" Type="http://schemas.openxmlformats.org/officeDocument/2006/relationships/slide" Target="slides/slide24.xml"/><Relationship Id="rId49" Type="http://schemas.openxmlformats.org/officeDocument/2006/relationships/slide" Target="slides/slide45.xml"/><Relationship Id="rId114" Type="http://schemas.openxmlformats.org/officeDocument/2006/relationships/slide" Target="slides/slide110.xml"/><Relationship Id="rId119" Type="http://schemas.openxmlformats.org/officeDocument/2006/relationships/slide" Target="slides/slide115.xml"/><Relationship Id="rId44" Type="http://schemas.openxmlformats.org/officeDocument/2006/relationships/slide" Target="slides/slide40.xml"/><Relationship Id="rId60" Type="http://schemas.openxmlformats.org/officeDocument/2006/relationships/slide" Target="slides/slide56.xml"/><Relationship Id="rId65" Type="http://schemas.openxmlformats.org/officeDocument/2006/relationships/slide" Target="slides/slide61.xml"/><Relationship Id="rId81" Type="http://schemas.openxmlformats.org/officeDocument/2006/relationships/slide" Target="slides/slide77.xml"/><Relationship Id="rId86" Type="http://schemas.openxmlformats.org/officeDocument/2006/relationships/slide" Target="slides/slide82.xml"/><Relationship Id="rId130" Type="http://schemas.openxmlformats.org/officeDocument/2006/relationships/slide" Target="slides/slide126.xml"/><Relationship Id="rId135" Type="http://schemas.openxmlformats.org/officeDocument/2006/relationships/slide" Target="slides/slide131.xml"/><Relationship Id="rId151" Type="http://schemas.openxmlformats.org/officeDocument/2006/relationships/slide" Target="slides/slide147.xml"/><Relationship Id="rId156" Type="http://schemas.openxmlformats.org/officeDocument/2006/relationships/slide" Target="slides/slide152.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109" Type="http://schemas.openxmlformats.org/officeDocument/2006/relationships/slide" Target="slides/slide10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slide" Target="slides/slide100.xml"/><Relationship Id="rId120" Type="http://schemas.openxmlformats.org/officeDocument/2006/relationships/slide" Target="slides/slide116.xml"/><Relationship Id="rId125" Type="http://schemas.openxmlformats.org/officeDocument/2006/relationships/slide" Target="slides/slide121.xml"/><Relationship Id="rId141" Type="http://schemas.openxmlformats.org/officeDocument/2006/relationships/slide" Target="slides/slide137.xml"/><Relationship Id="rId146" Type="http://schemas.openxmlformats.org/officeDocument/2006/relationships/slide" Target="slides/slide142.xml"/><Relationship Id="rId167" Type="http://schemas.openxmlformats.org/officeDocument/2006/relationships/theme" Target="theme/theme1.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162" Type="http://schemas.openxmlformats.org/officeDocument/2006/relationships/notesMaster" Target="notesMasters/notesMaster1.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110" Type="http://schemas.openxmlformats.org/officeDocument/2006/relationships/slide" Target="slides/slide106.xml"/><Relationship Id="rId115" Type="http://schemas.openxmlformats.org/officeDocument/2006/relationships/slide" Target="slides/slide111.xml"/><Relationship Id="rId131" Type="http://schemas.openxmlformats.org/officeDocument/2006/relationships/slide" Target="slides/slide127.xml"/><Relationship Id="rId136" Type="http://schemas.openxmlformats.org/officeDocument/2006/relationships/slide" Target="slides/slide132.xml"/><Relationship Id="rId157" Type="http://schemas.openxmlformats.org/officeDocument/2006/relationships/slide" Target="slides/slide153.xml"/><Relationship Id="rId61" Type="http://schemas.openxmlformats.org/officeDocument/2006/relationships/slide" Target="slides/slide57.xml"/><Relationship Id="rId82" Type="http://schemas.openxmlformats.org/officeDocument/2006/relationships/slide" Target="slides/slide78.xml"/><Relationship Id="rId152" Type="http://schemas.openxmlformats.org/officeDocument/2006/relationships/slide" Target="slides/slide14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slide" Target="slides/slide101.xml"/><Relationship Id="rId126" Type="http://schemas.openxmlformats.org/officeDocument/2006/relationships/slide" Target="slides/slide122.xml"/><Relationship Id="rId147" Type="http://schemas.openxmlformats.org/officeDocument/2006/relationships/slide" Target="slides/slide143.xml"/><Relationship Id="rId168" Type="http://schemas.openxmlformats.org/officeDocument/2006/relationships/tableStyles" Target="tableStyle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121" Type="http://schemas.openxmlformats.org/officeDocument/2006/relationships/slide" Target="slides/slide117.xml"/><Relationship Id="rId142" Type="http://schemas.openxmlformats.org/officeDocument/2006/relationships/slide" Target="slides/slide138.xml"/><Relationship Id="rId163" Type="http://schemas.openxmlformats.org/officeDocument/2006/relationships/handoutMaster" Target="handoutMasters/handoutMaster1.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 Id="rId116" Type="http://schemas.openxmlformats.org/officeDocument/2006/relationships/slide" Target="slides/slide112.xml"/><Relationship Id="rId137" Type="http://schemas.openxmlformats.org/officeDocument/2006/relationships/slide" Target="slides/slide133.xml"/><Relationship Id="rId158" Type="http://schemas.openxmlformats.org/officeDocument/2006/relationships/slide" Target="slides/slide154.xml"/><Relationship Id="rId20" Type="http://schemas.openxmlformats.org/officeDocument/2006/relationships/slide" Target="slides/slide16.xml"/><Relationship Id="rId41" Type="http://schemas.openxmlformats.org/officeDocument/2006/relationships/slide" Target="slides/slide37.xml"/><Relationship Id="rId62" Type="http://schemas.openxmlformats.org/officeDocument/2006/relationships/slide" Target="slides/slide58.xml"/><Relationship Id="rId83" Type="http://schemas.openxmlformats.org/officeDocument/2006/relationships/slide" Target="slides/slide79.xml"/><Relationship Id="rId88" Type="http://schemas.openxmlformats.org/officeDocument/2006/relationships/slide" Target="slides/slide84.xml"/><Relationship Id="rId111" Type="http://schemas.openxmlformats.org/officeDocument/2006/relationships/slide" Target="slides/slide107.xml"/><Relationship Id="rId132" Type="http://schemas.openxmlformats.org/officeDocument/2006/relationships/slide" Target="slides/slide128.xml"/><Relationship Id="rId153" Type="http://schemas.openxmlformats.org/officeDocument/2006/relationships/slide" Target="slides/slide149.xml"/><Relationship Id="rId15" Type="http://schemas.openxmlformats.org/officeDocument/2006/relationships/slide" Target="slides/slide11.xml"/><Relationship Id="rId36" Type="http://schemas.openxmlformats.org/officeDocument/2006/relationships/slide" Target="slides/slide32.xml"/><Relationship Id="rId57" Type="http://schemas.openxmlformats.org/officeDocument/2006/relationships/slide" Target="slides/slide53.xml"/><Relationship Id="rId106" Type="http://schemas.openxmlformats.org/officeDocument/2006/relationships/slide" Target="slides/slide102.xml"/><Relationship Id="rId127" Type="http://schemas.openxmlformats.org/officeDocument/2006/relationships/slide" Target="slides/slide123.xml"/><Relationship Id="rId10" Type="http://schemas.openxmlformats.org/officeDocument/2006/relationships/slide" Target="slides/slide6.xml"/><Relationship Id="rId31" Type="http://schemas.openxmlformats.org/officeDocument/2006/relationships/slide" Target="slides/slide27.xml"/><Relationship Id="rId52" Type="http://schemas.openxmlformats.org/officeDocument/2006/relationships/slide" Target="slides/slide48.xml"/><Relationship Id="rId73" Type="http://schemas.openxmlformats.org/officeDocument/2006/relationships/slide" Target="slides/slide69.xml"/><Relationship Id="rId78" Type="http://schemas.openxmlformats.org/officeDocument/2006/relationships/slide" Target="slides/slide74.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122" Type="http://schemas.openxmlformats.org/officeDocument/2006/relationships/slide" Target="slides/slide118.xml"/><Relationship Id="rId143" Type="http://schemas.openxmlformats.org/officeDocument/2006/relationships/slide" Target="slides/slide139.xml"/><Relationship Id="rId148" Type="http://schemas.openxmlformats.org/officeDocument/2006/relationships/slide" Target="slides/slide144.xml"/><Relationship Id="rId164" Type="http://schemas.openxmlformats.org/officeDocument/2006/relationships/commentAuthors" Target="commentAuthors.xml"/><Relationship Id="rId169" Type="http://schemas.microsoft.com/office/2018/10/relationships/authors" Target="authors.xml"/><Relationship Id="rId4" Type="http://schemas.openxmlformats.org/officeDocument/2006/relationships/slideMaster" Target="slideMasters/slideMaster1.xml"/><Relationship Id="rId9" Type="http://schemas.openxmlformats.org/officeDocument/2006/relationships/slide" Target="slides/slide5.xml"/><Relationship Id="rId26" Type="http://schemas.openxmlformats.org/officeDocument/2006/relationships/slide" Target="slides/slide22.xml"/><Relationship Id="rId47" Type="http://schemas.openxmlformats.org/officeDocument/2006/relationships/slide" Target="slides/slide43.xml"/><Relationship Id="rId68" Type="http://schemas.openxmlformats.org/officeDocument/2006/relationships/slide" Target="slides/slide64.xml"/><Relationship Id="rId89" Type="http://schemas.openxmlformats.org/officeDocument/2006/relationships/slide" Target="slides/slide85.xml"/><Relationship Id="rId112" Type="http://schemas.openxmlformats.org/officeDocument/2006/relationships/slide" Target="slides/slide108.xml"/><Relationship Id="rId133" Type="http://schemas.openxmlformats.org/officeDocument/2006/relationships/slide" Target="slides/slide129.xml"/><Relationship Id="rId154" Type="http://schemas.openxmlformats.org/officeDocument/2006/relationships/slide" Target="slides/slide150.xml"/><Relationship Id="rId16" Type="http://schemas.openxmlformats.org/officeDocument/2006/relationships/slide" Target="slides/slide12.xml"/><Relationship Id="rId37" Type="http://schemas.openxmlformats.org/officeDocument/2006/relationships/slide" Target="slides/slide33.xml"/><Relationship Id="rId58" Type="http://schemas.openxmlformats.org/officeDocument/2006/relationships/slide" Target="slides/slide54.xml"/><Relationship Id="rId79" Type="http://schemas.openxmlformats.org/officeDocument/2006/relationships/slide" Target="slides/slide75.xml"/><Relationship Id="rId102" Type="http://schemas.openxmlformats.org/officeDocument/2006/relationships/slide" Target="slides/slide98.xml"/><Relationship Id="rId123" Type="http://schemas.openxmlformats.org/officeDocument/2006/relationships/slide" Target="slides/slide119.xml"/><Relationship Id="rId144" Type="http://schemas.openxmlformats.org/officeDocument/2006/relationships/slide" Target="slides/slide140.xml"/><Relationship Id="rId90" Type="http://schemas.openxmlformats.org/officeDocument/2006/relationships/slide" Target="slides/slide86.xml"/><Relationship Id="rId165" Type="http://schemas.openxmlformats.org/officeDocument/2006/relationships/presProps" Target="presProps.xml"/><Relationship Id="rId27" Type="http://schemas.openxmlformats.org/officeDocument/2006/relationships/slide" Target="slides/slide23.xml"/><Relationship Id="rId48" Type="http://schemas.openxmlformats.org/officeDocument/2006/relationships/slide" Target="slides/slide44.xml"/><Relationship Id="rId69" Type="http://schemas.openxmlformats.org/officeDocument/2006/relationships/slide" Target="slides/slide65.xml"/><Relationship Id="rId113" Type="http://schemas.openxmlformats.org/officeDocument/2006/relationships/slide" Target="slides/slide109.xml"/><Relationship Id="rId134" Type="http://schemas.openxmlformats.org/officeDocument/2006/relationships/slide" Target="slides/slide130.xml"/><Relationship Id="rId80" Type="http://schemas.openxmlformats.org/officeDocument/2006/relationships/slide" Target="slides/slide76.xml"/><Relationship Id="rId155" Type="http://schemas.openxmlformats.org/officeDocument/2006/relationships/slide" Target="slides/slide151.xml"/><Relationship Id="rId17" Type="http://schemas.openxmlformats.org/officeDocument/2006/relationships/slide" Target="slides/slide13.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slide" Target="slides/slide99.xml"/><Relationship Id="rId124" Type="http://schemas.openxmlformats.org/officeDocument/2006/relationships/slide" Target="slides/slide120.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48CD7AE-1462-4D68-810D-C5A5FB76B86B}" type="doc">
      <dgm:prSet loTypeId="urn:microsoft.com/office/officeart/2005/8/layout/vList2" loCatId="list" qsTypeId="urn:microsoft.com/office/officeart/2005/8/quickstyle/simple1" qsCatId="simple" csTypeId="urn:microsoft.com/office/officeart/2005/8/colors/accent1_2" csCatId="accent1" phldr="1"/>
      <dgm:spPr/>
      <dgm:t>
        <a:bodyPr/>
        <a:lstStyle/>
        <a:p>
          <a:endParaRPr lang="en-US"/>
        </a:p>
      </dgm:t>
    </dgm:pt>
    <dgm:pt modelId="{A54B4050-8683-43ED-9054-8F2EECA02EFB}">
      <dgm:prSet/>
      <dgm:spPr/>
      <dgm:t>
        <a:bodyPr/>
        <a:lstStyle/>
        <a:p>
          <a:r>
            <a:rPr lang="ja-JP" altLang="en-US" dirty="0"/>
            <a:t>チップは</a:t>
          </a:r>
          <a:r>
            <a:rPr lang="ja-JP" dirty="0"/>
            <a:t>「小型」と「低コスト」がキモ</a:t>
          </a:r>
          <a:r>
            <a:rPr lang="ja-JP" altLang="en-US" dirty="0"/>
            <a:t>！</a:t>
          </a:r>
          <a:endParaRPr lang="en-US" dirty="0"/>
        </a:p>
      </dgm:t>
    </dgm:pt>
    <dgm:pt modelId="{D90D9AC2-9A77-4A05-8DF8-5A9A954F6ECB}" type="parTrans" cxnId="{EFA793A0-873C-428B-9981-AC98F16D5D6E}">
      <dgm:prSet/>
      <dgm:spPr/>
      <dgm:t>
        <a:bodyPr/>
        <a:lstStyle/>
        <a:p>
          <a:endParaRPr lang="en-US"/>
        </a:p>
      </dgm:t>
    </dgm:pt>
    <dgm:pt modelId="{FF8C8674-4DED-4A0E-8A28-1E1A2FFFD280}" type="sibTrans" cxnId="{EFA793A0-873C-428B-9981-AC98F16D5D6E}">
      <dgm:prSet/>
      <dgm:spPr/>
      <dgm:t>
        <a:bodyPr/>
        <a:lstStyle/>
        <a:p>
          <a:endParaRPr lang="en-US"/>
        </a:p>
      </dgm:t>
    </dgm:pt>
    <dgm:pt modelId="{846C8704-8B2E-4FFC-AAA0-27B834A45266}">
      <dgm:prSet/>
      <dgm:spPr/>
      <dgm:t>
        <a:bodyPr/>
        <a:lstStyle/>
        <a:p>
          <a:r>
            <a:rPr lang="ja-JP" dirty="0"/>
            <a:t>最終到達点は「超小型の専用チップ化</a:t>
          </a:r>
          <a:r>
            <a:rPr lang="ja-JP" altLang="en-US" dirty="0"/>
            <a:t>」</a:t>
          </a:r>
          <a:endParaRPr lang="en-US" dirty="0"/>
        </a:p>
      </dgm:t>
    </dgm:pt>
    <dgm:pt modelId="{D768A80F-62BF-43CC-832F-A943AB3EF469}" type="parTrans" cxnId="{60560782-94FD-40F7-BBDB-B0A902186533}">
      <dgm:prSet/>
      <dgm:spPr/>
      <dgm:t>
        <a:bodyPr/>
        <a:lstStyle/>
        <a:p>
          <a:endParaRPr lang="en-US"/>
        </a:p>
      </dgm:t>
    </dgm:pt>
    <dgm:pt modelId="{EBBEA77E-358C-4A1E-A95C-A7B431B70F21}" type="sibTrans" cxnId="{60560782-94FD-40F7-BBDB-B0A902186533}">
      <dgm:prSet/>
      <dgm:spPr/>
      <dgm:t>
        <a:bodyPr/>
        <a:lstStyle/>
        <a:p>
          <a:endParaRPr lang="en-US"/>
        </a:p>
      </dgm:t>
    </dgm:pt>
    <dgm:pt modelId="{E93213AB-C7A3-4AFC-BECF-B03C0B6A01B2}">
      <dgm:prSet/>
      <dgm:spPr/>
      <dgm:t>
        <a:bodyPr/>
        <a:lstStyle/>
        <a:p>
          <a:r>
            <a:rPr lang="en-US" altLang="ja-JP" dirty="0"/>
            <a:t>PCB</a:t>
          </a:r>
          <a:r>
            <a:rPr lang="ja-JP" dirty="0"/>
            <a:t>基板</a:t>
          </a:r>
          <a:r>
            <a:rPr lang="ja-JP" altLang="en-US" dirty="0"/>
            <a:t>はチップと一体化！</a:t>
          </a:r>
          <a:endParaRPr lang="en-US" dirty="0"/>
        </a:p>
      </dgm:t>
    </dgm:pt>
    <dgm:pt modelId="{E3BA3990-04D1-4EB4-82A2-D871CB4DE2CD}" type="parTrans" cxnId="{62FE770E-E2BD-45BA-A0A4-9000A48F932E}">
      <dgm:prSet/>
      <dgm:spPr/>
      <dgm:t>
        <a:bodyPr/>
        <a:lstStyle/>
        <a:p>
          <a:endParaRPr lang="en-US"/>
        </a:p>
      </dgm:t>
    </dgm:pt>
    <dgm:pt modelId="{87BDBA5E-4A74-467F-85FD-D891C0A7E186}" type="sibTrans" cxnId="{62FE770E-E2BD-45BA-A0A4-9000A48F932E}">
      <dgm:prSet/>
      <dgm:spPr/>
      <dgm:t>
        <a:bodyPr/>
        <a:lstStyle/>
        <a:p>
          <a:endParaRPr lang="en-US"/>
        </a:p>
      </dgm:t>
    </dgm:pt>
    <dgm:pt modelId="{F30D6FDD-BC91-4779-9399-B85D7C9A35E4}">
      <dgm:prSet/>
      <dgm:spPr/>
      <dgm:t>
        <a:bodyPr/>
        <a:lstStyle/>
        <a:p>
          <a:r>
            <a:rPr lang="ja-JP" altLang="en-US" dirty="0"/>
            <a:t>最終到達点は、チップと基板は一体化し、</a:t>
          </a:r>
          <a:r>
            <a:rPr lang="ja-JP" dirty="0"/>
            <a:t>センサーやアクチュエーター、筐体</a:t>
          </a:r>
          <a:r>
            <a:rPr lang="ja-JP" altLang="en-US" dirty="0"/>
            <a:t>と統合される</a:t>
          </a:r>
          <a:endParaRPr lang="en-US" dirty="0"/>
        </a:p>
      </dgm:t>
    </dgm:pt>
    <dgm:pt modelId="{0E74A285-0E87-416B-AF8B-F7DFB72274FA}" type="parTrans" cxnId="{EB63E68F-0C32-4004-91FF-CA9B5ED3171C}">
      <dgm:prSet/>
      <dgm:spPr/>
      <dgm:t>
        <a:bodyPr/>
        <a:lstStyle/>
        <a:p>
          <a:endParaRPr lang="en-US"/>
        </a:p>
      </dgm:t>
    </dgm:pt>
    <dgm:pt modelId="{50264373-A4C5-4C81-B10E-FA4B08566B5A}" type="sibTrans" cxnId="{EB63E68F-0C32-4004-91FF-CA9B5ED3171C}">
      <dgm:prSet/>
      <dgm:spPr/>
      <dgm:t>
        <a:bodyPr/>
        <a:lstStyle/>
        <a:p>
          <a:endParaRPr lang="en-US"/>
        </a:p>
      </dgm:t>
    </dgm:pt>
    <dgm:pt modelId="{8E28DBEB-330C-4058-8216-D560BD50943F}">
      <dgm:prSet/>
      <dgm:spPr/>
      <dgm:t>
        <a:bodyPr/>
        <a:lstStyle/>
        <a:p>
          <a:endParaRPr lang="en-US" dirty="0"/>
        </a:p>
      </dgm:t>
    </dgm:pt>
    <dgm:pt modelId="{6966226C-74D5-4BA3-BC64-DCD6117367A1}" type="parTrans" cxnId="{6E7842E2-E9D0-42FA-9E85-A760A10B9F6A}">
      <dgm:prSet/>
      <dgm:spPr/>
      <dgm:t>
        <a:bodyPr/>
        <a:lstStyle/>
        <a:p>
          <a:endParaRPr kumimoji="1" lang="ja-JP" altLang="en-US"/>
        </a:p>
      </dgm:t>
    </dgm:pt>
    <dgm:pt modelId="{8C083972-9595-420F-9206-59EACF36BB36}" type="sibTrans" cxnId="{6E7842E2-E9D0-42FA-9E85-A760A10B9F6A}">
      <dgm:prSet/>
      <dgm:spPr/>
      <dgm:t>
        <a:bodyPr/>
        <a:lstStyle/>
        <a:p>
          <a:endParaRPr kumimoji="1" lang="ja-JP" altLang="en-US"/>
        </a:p>
      </dgm:t>
    </dgm:pt>
    <dgm:pt modelId="{B85BF9E8-D1FF-4501-ACC6-E3897F53280F}" type="pres">
      <dgm:prSet presAssocID="{648CD7AE-1462-4D68-810D-C5A5FB76B86B}" presName="linear" presStyleCnt="0">
        <dgm:presLayoutVars>
          <dgm:animLvl val="lvl"/>
          <dgm:resizeHandles val="exact"/>
        </dgm:presLayoutVars>
      </dgm:prSet>
      <dgm:spPr/>
    </dgm:pt>
    <dgm:pt modelId="{5EA587FF-5228-40B5-B13D-4B966147B74F}" type="pres">
      <dgm:prSet presAssocID="{A54B4050-8683-43ED-9054-8F2EECA02EFB}" presName="parentText" presStyleLbl="node1" presStyleIdx="0" presStyleCnt="2">
        <dgm:presLayoutVars>
          <dgm:chMax val="0"/>
          <dgm:bulletEnabled val="1"/>
        </dgm:presLayoutVars>
      </dgm:prSet>
      <dgm:spPr/>
    </dgm:pt>
    <dgm:pt modelId="{036AFCBD-597A-40DF-A035-C2A32A1324E2}" type="pres">
      <dgm:prSet presAssocID="{A54B4050-8683-43ED-9054-8F2EECA02EFB}" presName="childText" presStyleLbl="revTx" presStyleIdx="0" presStyleCnt="2">
        <dgm:presLayoutVars>
          <dgm:bulletEnabled val="1"/>
        </dgm:presLayoutVars>
      </dgm:prSet>
      <dgm:spPr/>
    </dgm:pt>
    <dgm:pt modelId="{043490D9-936F-4FA2-9701-57663E2F78FD}" type="pres">
      <dgm:prSet presAssocID="{E93213AB-C7A3-4AFC-BECF-B03C0B6A01B2}" presName="parentText" presStyleLbl="node1" presStyleIdx="1" presStyleCnt="2">
        <dgm:presLayoutVars>
          <dgm:chMax val="0"/>
          <dgm:bulletEnabled val="1"/>
        </dgm:presLayoutVars>
      </dgm:prSet>
      <dgm:spPr/>
    </dgm:pt>
    <dgm:pt modelId="{167E22BA-3EF7-41AD-9AE7-1E7FEA6DE5F3}" type="pres">
      <dgm:prSet presAssocID="{E93213AB-C7A3-4AFC-BECF-B03C0B6A01B2}" presName="childText" presStyleLbl="revTx" presStyleIdx="1" presStyleCnt="2">
        <dgm:presLayoutVars>
          <dgm:bulletEnabled val="1"/>
        </dgm:presLayoutVars>
      </dgm:prSet>
      <dgm:spPr/>
    </dgm:pt>
  </dgm:ptLst>
  <dgm:cxnLst>
    <dgm:cxn modelId="{15414F02-BD08-49EE-8C66-CD623A82DF6E}" type="presOf" srcId="{846C8704-8B2E-4FFC-AAA0-27B834A45266}" destId="{036AFCBD-597A-40DF-A035-C2A32A1324E2}" srcOrd="0" destOrd="0" presId="urn:microsoft.com/office/officeart/2005/8/layout/vList2"/>
    <dgm:cxn modelId="{62FE770E-E2BD-45BA-A0A4-9000A48F932E}" srcId="{648CD7AE-1462-4D68-810D-C5A5FB76B86B}" destId="{E93213AB-C7A3-4AFC-BECF-B03C0B6A01B2}" srcOrd="1" destOrd="0" parTransId="{E3BA3990-04D1-4EB4-82A2-D871CB4DE2CD}" sibTransId="{87BDBA5E-4A74-467F-85FD-D891C0A7E186}"/>
    <dgm:cxn modelId="{771A4C15-A87C-477E-A68B-73A46172EE48}" type="presOf" srcId="{8E28DBEB-330C-4058-8216-D560BD50943F}" destId="{036AFCBD-597A-40DF-A035-C2A32A1324E2}" srcOrd="0" destOrd="1" presId="urn:microsoft.com/office/officeart/2005/8/layout/vList2"/>
    <dgm:cxn modelId="{1405932B-8DE4-44EC-A4A4-29EF37B36E63}" type="presOf" srcId="{F30D6FDD-BC91-4779-9399-B85D7C9A35E4}" destId="{167E22BA-3EF7-41AD-9AE7-1E7FEA6DE5F3}" srcOrd="0" destOrd="0" presId="urn:microsoft.com/office/officeart/2005/8/layout/vList2"/>
    <dgm:cxn modelId="{60560782-94FD-40F7-BBDB-B0A902186533}" srcId="{A54B4050-8683-43ED-9054-8F2EECA02EFB}" destId="{846C8704-8B2E-4FFC-AAA0-27B834A45266}" srcOrd="0" destOrd="0" parTransId="{D768A80F-62BF-43CC-832F-A943AB3EF469}" sibTransId="{EBBEA77E-358C-4A1E-A95C-A7B431B70F21}"/>
    <dgm:cxn modelId="{7051F887-B4FE-4786-AA50-662A24B3C9FD}" type="presOf" srcId="{A54B4050-8683-43ED-9054-8F2EECA02EFB}" destId="{5EA587FF-5228-40B5-B13D-4B966147B74F}" srcOrd="0" destOrd="0" presId="urn:microsoft.com/office/officeart/2005/8/layout/vList2"/>
    <dgm:cxn modelId="{EB63E68F-0C32-4004-91FF-CA9B5ED3171C}" srcId="{E93213AB-C7A3-4AFC-BECF-B03C0B6A01B2}" destId="{F30D6FDD-BC91-4779-9399-B85D7C9A35E4}" srcOrd="0" destOrd="0" parTransId="{0E74A285-0E87-416B-AF8B-F7DFB72274FA}" sibTransId="{50264373-A4C5-4C81-B10E-FA4B08566B5A}"/>
    <dgm:cxn modelId="{5AA5D79E-B7B4-437B-B986-0B9587F19633}" type="presOf" srcId="{E93213AB-C7A3-4AFC-BECF-B03C0B6A01B2}" destId="{043490D9-936F-4FA2-9701-57663E2F78FD}" srcOrd="0" destOrd="0" presId="urn:microsoft.com/office/officeart/2005/8/layout/vList2"/>
    <dgm:cxn modelId="{EFA793A0-873C-428B-9981-AC98F16D5D6E}" srcId="{648CD7AE-1462-4D68-810D-C5A5FB76B86B}" destId="{A54B4050-8683-43ED-9054-8F2EECA02EFB}" srcOrd="0" destOrd="0" parTransId="{D90D9AC2-9A77-4A05-8DF8-5A9A954F6ECB}" sibTransId="{FF8C8674-4DED-4A0E-8A28-1E1A2FFFD280}"/>
    <dgm:cxn modelId="{44EE7AAA-E2E6-444B-9EDD-3B153BDEEDF3}" type="presOf" srcId="{648CD7AE-1462-4D68-810D-C5A5FB76B86B}" destId="{B85BF9E8-D1FF-4501-ACC6-E3897F53280F}" srcOrd="0" destOrd="0" presId="urn:microsoft.com/office/officeart/2005/8/layout/vList2"/>
    <dgm:cxn modelId="{6E7842E2-E9D0-42FA-9E85-A760A10B9F6A}" srcId="{A54B4050-8683-43ED-9054-8F2EECA02EFB}" destId="{8E28DBEB-330C-4058-8216-D560BD50943F}" srcOrd="1" destOrd="0" parTransId="{6966226C-74D5-4BA3-BC64-DCD6117367A1}" sibTransId="{8C083972-9595-420F-9206-59EACF36BB36}"/>
    <dgm:cxn modelId="{09705AEF-D988-4224-A460-D6C5C6570FFD}" type="presParOf" srcId="{B85BF9E8-D1FF-4501-ACC6-E3897F53280F}" destId="{5EA587FF-5228-40B5-B13D-4B966147B74F}" srcOrd="0" destOrd="0" presId="urn:microsoft.com/office/officeart/2005/8/layout/vList2"/>
    <dgm:cxn modelId="{80F14F57-1544-4262-9943-6D49B203320C}" type="presParOf" srcId="{B85BF9E8-D1FF-4501-ACC6-E3897F53280F}" destId="{036AFCBD-597A-40DF-A035-C2A32A1324E2}" srcOrd="1" destOrd="0" presId="urn:microsoft.com/office/officeart/2005/8/layout/vList2"/>
    <dgm:cxn modelId="{494C0A23-3580-4913-ACAA-0CA0B47B22E4}" type="presParOf" srcId="{B85BF9E8-D1FF-4501-ACC6-E3897F53280F}" destId="{043490D9-936F-4FA2-9701-57663E2F78FD}" srcOrd="2" destOrd="0" presId="urn:microsoft.com/office/officeart/2005/8/layout/vList2"/>
    <dgm:cxn modelId="{6AF2198D-F22C-4F7F-BE57-1414BA011942}" type="presParOf" srcId="{B85BF9E8-D1FF-4501-ACC6-E3897F53280F}" destId="{167E22BA-3EF7-41AD-9AE7-1E7FEA6DE5F3}" srcOrd="3" destOrd="0" presId="urn:microsoft.com/office/officeart/2005/8/layout/vList2"/>
  </dgm:cxnLst>
  <dgm:bg/>
  <dgm:whole/>
  <dgm:extLst>
    <a:ext uri="http://schemas.microsoft.com/office/drawing/2008/diagram">
      <dsp:dataModelExt xmlns:dsp="http://schemas.microsoft.com/office/drawing/2008/diagram" relId="rId8"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EA587FF-5228-40B5-B13D-4B966147B74F}">
      <dsp:nvSpPr>
        <dsp:cNvPr id="0" name=""/>
        <dsp:cNvSpPr/>
      </dsp:nvSpPr>
      <dsp:spPr>
        <a:xfrm>
          <a:off x="0" y="18276"/>
          <a:ext cx="5305413" cy="11255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ja-JP" altLang="en-US" sz="2600" kern="1200" dirty="0"/>
            <a:t>チップは</a:t>
          </a:r>
          <a:r>
            <a:rPr lang="ja-JP" sz="2600" kern="1200" dirty="0"/>
            <a:t>「小型」と「低コスト」がキモ</a:t>
          </a:r>
          <a:r>
            <a:rPr lang="ja-JP" altLang="en-US" sz="2600" kern="1200" dirty="0"/>
            <a:t>！</a:t>
          </a:r>
          <a:endParaRPr lang="en-US" sz="2600" kern="1200" dirty="0"/>
        </a:p>
      </dsp:txBody>
      <dsp:txXfrm>
        <a:off x="54944" y="73220"/>
        <a:ext cx="5195525" cy="1015652"/>
      </dsp:txXfrm>
    </dsp:sp>
    <dsp:sp modelId="{036AFCBD-597A-40DF-A035-C2A32A1324E2}">
      <dsp:nvSpPr>
        <dsp:cNvPr id="0" name=""/>
        <dsp:cNvSpPr/>
      </dsp:nvSpPr>
      <dsp:spPr>
        <a:xfrm>
          <a:off x="0" y="1143816"/>
          <a:ext cx="5305413" cy="75348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8447" tIns="33020" rIns="184912" bIns="33020" numCol="1" spcCol="1270" anchor="t" anchorCtr="0">
          <a:noAutofit/>
        </a:bodyPr>
        <a:lstStyle/>
        <a:p>
          <a:pPr marL="228600" lvl="1" indent="-228600" algn="l" defTabSz="889000">
            <a:lnSpc>
              <a:spcPct val="90000"/>
            </a:lnSpc>
            <a:spcBef>
              <a:spcPct val="0"/>
            </a:spcBef>
            <a:spcAft>
              <a:spcPct val="20000"/>
            </a:spcAft>
            <a:buChar char="•"/>
          </a:pPr>
          <a:r>
            <a:rPr lang="ja-JP" sz="2000" kern="1200" dirty="0"/>
            <a:t>最終到達点は「超小型の専用チップ化</a:t>
          </a:r>
          <a:r>
            <a:rPr lang="ja-JP" altLang="en-US" sz="2000" kern="1200" dirty="0"/>
            <a:t>」</a:t>
          </a:r>
          <a:endParaRPr lang="en-US" sz="2000" kern="1200" dirty="0"/>
        </a:p>
        <a:p>
          <a:pPr marL="228600" lvl="1" indent="-228600" algn="l" defTabSz="889000">
            <a:lnSpc>
              <a:spcPct val="90000"/>
            </a:lnSpc>
            <a:spcBef>
              <a:spcPct val="0"/>
            </a:spcBef>
            <a:spcAft>
              <a:spcPct val="20000"/>
            </a:spcAft>
            <a:buChar char="•"/>
          </a:pPr>
          <a:endParaRPr lang="en-US" sz="2000" kern="1200" dirty="0"/>
        </a:p>
      </dsp:txBody>
      <dsp:txXfrm>
        <a:off x="0" y="1143816"/>
        <a:ext cx="5305413" cy="753480"/>
      </dsp:txXfrm>
    </dsp:sp>
    <dsp:sp modelId="{043490D9-936F-4FA2-9701-57663E2F78FD}">
      <dsp:nvSpPr>
        <dsp:cNvPr id="0" name=""/>
        <dsp:cNvSpPr/>
      </dsp:nvSpPr>
      <dsp:spPr>
        <a:xfrm>
          <a:off x="0" y="1897296"/>
          <a:ext cx="5305413" cy="1125540"/>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9060" tIns="99060" rIns="99060" bIns="99060" numCol="1" spcCol="1270" anchor="ctr" anchorCtr="0">
          <a:noAutofit/>
        </a:bodyPr>
        <a:lstStyle/>
        <a:p>
          <a:pPr marL="0" lvl="0" indent="0" algn="l" defTabSz="1155700">
            <a:lnSpc>
              <a:spcPct val="90000"/>
            </a:lnSpc>
            <a:spcBef>
              <a:spcPct val="0"/>
            </a:spcBef>
            <a:spcAft>
              <a:spcPct val="35000"/>
            </a:spcAft>
            <a:buNone/>
          </a:pPr>
          <a:r>
            <a:rPr lang="en-US" altLang="ja-JP" sz="2600" kern="1200" dirty="0"/>
            <a:t>PCB</a:t>
          </a:r>
          <a:r>
            <a:rPr lang="ja-JP" sz="2600" kern="1200" dirty="0"/>
            <a:t>基板</a:t>
          </a:r>
          <a:r>
            <a:rPr lang="ja-JP" altLang="en-US" sz="2600" kern="1200" dirty="0"/>
            <a:t>はチップと一体化！</a:t>
          </a:r>
          <a:endParaRPr lang="en-US" sz="2600" kern="1200" dirty="0"/>
        </a:p>
      </dsp:txBody>
      <dsp:txXfrm>
        <a:off x="54944" y="1952240"/>
        <a:ext cx="5195525" cy="1015652"/>
      </dsp:txXfrm>
    </dsp:sp>
    <dsp:sp modelId="{167E22BA-3EF7-41AD-9AE7-1E7FEA6DE5F3}">
      <dsp:nvSpPr>
        <dsp:cNvPr id="0" name=""/>
        <dsp:cNvSpPr/>
      </dsp:nvSpPr>
      <dsp:spPr>
        <a:xfrm>
          <a:off x="0" y="3022836"/>
          <a:ext cx="5305413" cy="99567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68447" tIns="33020" rIns="184912" bIns="33020" numCol="1" spcCol="1270" anchor="t" anchorCtr="0">
          <a:noAutofit/>
        </a:bodyPr>
        <a:lstStyle/>
        <a:p>
          <a:pPr marL="228600" lvl="1" indent="-228600" algn="l" defTabSz="889000">
            <a:lnSpc>
              <a:spcPct val="90000"/>
            </a:lnSpc>
            <a:spcBef>
              <a:spcPct val="0"/>
            </a:spcBef>
            <a:spcAft>
              <a:spcPct val="20000"/>
            </a:spcAft>
            <a:buChar char="•"/>
          </a:pPr>
          <a:r>
            <a:rPr lang="ja-JP" altLang="en-US" sz="2000" kern="1200" dirty="0"/>
            <a:t>最終到達点は、チップと基板は一体化し、</a:t>
          </a:r>
          <a:r>
            <a:rPr lang="ja-JP" sz="2000" kern="1200" dirty="0"/>
            <a:t>センサーやアクチュエーター、筐体</a:t>
          </a:r>
          <a:r>
            <a:rPr lang="ja-JP" altLang="en-US" sz="2000" kern="1200" dirty="0"/>
            <a:t>と統合される</a:t>
          </a:r>
          <a:endParaRPr lang="en-US" sz="2000" kern="1200" dirty="0"/>
        </a:p>
      </dsp:txBody>
      <dsp:txXfrm>
        <a:off x="0" y="3022836"/>
        <a:ext cx="5305413" cy="995670"/>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ja-JP" altLang="en-US">
              <a:latin typeface="Meiryo UI" panose="020B0604030504040204" pitchFamily="50" charset="-128"/>
              <a:ea typeface="Meiryo UI" panose="020B0604030504040204" pitchFamily="50" charset="-128"/>
            </a:endParaRPr>
          </a:p>
        </p:txBody>
      </p:sp>
      <p:sp>
        <p:nvSpPr>
          <p:cNvPr id="3" name="日付プレースホルダー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C06701CF-6506-4C71-B9C0-D553E89A3065}" type="datetime1">
              <a:rPr lang="ja-JP" altLang="en-US" smtClean="0">
                <a:latin typeface="Meiryo UI" panose="020B0604030504040204" pitchFamily="50" charset="-128"/>
                <a:ea typeface="Meiryo UI" panose="020B0604030504040204" pitchFamily="50" charset="-128"/>
              </a:rPr>
              <a:t>2026/10/20</a:t>
            </a:fld>
            <a:endParaRPr lang="ja-JP" altLang="en-US">
              <a:latin typeface="Meiryo UI" panose="020B0604030504040204" pitchFamily="50" charset="-128"/>
              <a:ea typeface="Meiryo UI" panose="020B0604030504040204" pitchFamily="50" charset="-128"/>
            </a:endParaRPr>
          </a:p>
        </p:txBody>
      </p:sp>
      <p:sp>
        <p:nvSpPr>
          <p:cNvPr id="4" name="フッター プレースホルダー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ja-JP" altLang="en-US">
              <a:latin typeface="Meiryo UI" panose="020B0604030504040204" pitchFamily="50" charset="-128"/>
              <a:ea typeface="Meiryo UI" panose="020B0604030504040204" pitchFamily="50" charset="-128"/>
            </a:endParaRPr>
          </a:p>
        </p:txBody>
      </p:sp>
      <p:sp>
        <p:nvSpPr>
          <p:cNvPr id="5" name="スライド番号プレースホルダー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C679768-A2FC-4D08-91F6-8DCE6C566B36}" type="slidenum">
              <a:rPr lang="en-US" altLang="ja-JP" smtClean="0">
                <a:latin typeface="Meiryo UI" panose="020B0604030504040204" pitchFamily="50" charset="-128"/>
                <a:ea typeface="Meiryo UI" panose="020B0604030504040204" pitchFamily="50" charset="-128"/>
              </a:rPr>
              <a:t>‹#›</a:t>
            </a:fld>
            <a:endParaRPr lang="ja-JP" altLang="en-US">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Meiryo UI" panose="020B0604030504040204" pitchFamily="50" charset="-128"/>
                <a:ea typeface="Meiryo UI" panose="020B0604030504040204" pitchFamily="50" charset="-128"/>
              </a:defRPr>
            </a:lvl1pPr>
          </a:lstStyle>
          <a:p>
            <a:endParaRPr lang="ja-JP" altLang="en-US">
              <a:latin typeface="Meiryo UI" panose="020B0604030504040204" pitchFamily="50" charset="-128"/>
              <a:ea typeface="Meiryo UI" panose="020B0604030504040204" pitchFamily="50" charset="-128"/>
            </a:endParaRPr>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Meiryo UI" panose="020B0604030504040204" pitchFamily="50" charset="-128"/>
                <a:ea typeface="Meiryo UI" panose="020B0604030504040204" pitchFamily="50" charset="-128"/>
              </a:defRPr>
            </a:lvl1pPr>
          </a:lstStyle>
          <a:p>
            <a:fld id="{62CAF6EC-44B5-4F44-84B2-F1866F3C3CE5}" type="datetime1">
              <a:rPr lang="ja-JP" altLang="en-US" smtClean="0"/>
              <a:pPr/>
              <a:t>2026/10/20</a:t>
            </a:fld>
            <a:endParaRPr lang="ja-JP" altLang="en-US" dirty="0"/>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ja-JP" altLang="en-US" noProof="0"/>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ja-JP" altLang="en-US" noProof="0"/>
              <a:t>クリックしてマスター テキストのスタイルを編集</a:t>
            </a:r>
          </a:p>
          <a:p>
            <a:pPr lvl="1" rtl="0"/>
            <a:r>
              <a:rPr lang="ja-JP" altLang="en-US" noProof="0"/>
              <a:t>第 </a:t>
            </a:r>
            <a:r>
              <a:rPr lang="en-US" altLang="ja-JP" noProof="0"/>
              <a:t>2 </a:t>
            </a:r>
            <a:r>
              <a:rPr lang="ja-JP" altLang="en-US" noProof="0"/>
              <a:t>レベル</a:t>
            </a:r>
          </a:p>
          <a:p>
            <a:pPr lvl="2" rtl="0"/>
            <a:r>
              <a:rPr lang="ja-JP" altLang="en-US" noProof="0"/>
              <a:t>第 </a:t>
            </a:r>
            <a:r>
              <a:rPr lang="en-US" altLang="ja-JP" noProof="0"/>
              <a:t>3 </a:t>
            </a:r>
            <a:r>
              <a:rPr lang="ja-JP" altLang="en-US" noProof="0"/>
              <a:t>レベル</a:t>
            </a:r>
          </a:p>
          <a:p>
            <a:pPr lvl="3" rtl="0"/>
            <a:r>
              <a:rPr lang="ja-JP" altLang="en-US" noProof="0"/>
              <a:t>第 </a:t>
            </a:r>
            <a:r>
              <a:rPr lang="en-US" altLang="ja-JP" noProof="0"/>
              <a:t>4 </a:t>
            </a:r>
            <a:r>
              <a:rPr lang="ja-JP" altLang="en-US" noProof="0"/>
              <a:t>レベル</a:t>
            </a:r>
          </a:p>
          <a:p>
            <a:pPr lvl="4" rtl="0"/>
            <a:r>
              <a:rPr lang="ja-JP" altLang="en-US" noProof="0"/>
              <a:t>第 </a:t>
            </a:r>
            <a:r>
              <a:rPr lang="en-US" altLang="ja-JP" noProof="0"/>
              <a:t>5 </a:t>
            </a:r>
            <a:r>
              <a:rPr lang="ja-JP" altLang="en-US" noProof="0"/>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Meiryo UI" panose="020B0604030504040204" pitchFamily="50" charset="-128"/>
                <a:ea typeface="Meiryo UI" panose="020B0604030504040204" pitchFamily="50" charset="-128"/>
              </a:defRPr>
            </a:lvl1pPr>
          </a:lstStyle>
          <a:p>
            <a:endParaRPr lang="ja-JP" altLang="en-US">
              <a:latin typeface="Meiryo UI" panose="020B0604030504040204" pitchFamily="50" charset="-128"/>
              <a:ea typeface="Meiryo UI" panose="020B0604030504040204" pitchFamily="50" charset="-128"/>
            </a:endParaRPr>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Meiryo UI" panose="020B0604030504040204" pitchFamily="50" charset="-128"/>
                <a:ea typeface="Meiryo UI" panose="020B0604030504040204" pitchFamily="50" charset="-128"/>
              </a:defRPr>
            </a:lvl1pPr>
          </a:lstStyle>
          <a:p>
            <a:fld id="{DF61EA0F-A667-4B49-8422-0062BC55E249}" type="slidenum">
              <a:rPr lang="en-US" altLang="ja-JP" smtClean="0"/>
              <a:pPr/>
              <a:t>‹#›</a:t>
            </a:fld>
            <a:endParaRPr lang="ja-JP" altLang="en-US">
              <a:latin typeface="Meiryo UI" panose="020B0604030504040204" pitchFamily="50" charset="-128"/>
              <a:ea typeface="Meiryo UI" panose="020B0604030504040204" pitchFamily="50" charset="-128"/>
            </a:endParaRPr>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eiryo UI" panose="020B0604030504040204" pitchFamily="50" charset="-128"/>
        <a:ea typeface="Meiryo UI" panose="020B0604030504040204" pitchFamily="50" charset="-128"/>
        <a:cs typeface="+mn-cs"/>
      </a:defRPr>
    </a:lvl1pPr>
    <a:lvl2pPr marL="457200" algn="l" defTabSz="914400" rtl="0" eaLnBrk="1" latinLnBrk="0" hangingPunct="1">
      <a:defRPr sz="1200" kern="1200">
        <a:solidFill>
          <a:schemeClr val="tx1"/>
        </a:solidFill>
        <a:latin typeface="Meiryo UI" panose="020B0604030504040204" pitchFamily="50" charset="-128"/>
        <a:ea typeface="Meiryo UI" panose="020B0604030504040204" pitchFamily="50" charset="-128"/>
        <a:cs typeface="+mn-cs"/>
      </a:defRPr>
    </a:lvl2pPr>
    <a:lvl3pPr marL="914400" algn="l" defTabSz="914400" rtl="0" eaLnBrk="1" latinLnBrk="0" hangingPunct="1">
      <a:defRPr sz="1200" kern="1200">
        <a:solidFill>
          <a:schemeClr val="tx1"/>
        </a:solidFill>
        <a:latin typeface="Meiryo UI" panose="020B0604030504040204" pitchFamily="50" charset="-128"/>
        <a:ea typeface="Meiryo UI" panose="020B0604030504040204" pitchFamily="50" charset="-128"/>
        <a:cs typeface="+mn-cs"/>
      </a:defRPr>
    </a:lvl3pPr>
    <a:lvl4pPr marL="1371600" algn="l" defTabSz="914400" rtl="0" eaLnBrk="1" latinLnBrk="0" hangingPunct="1">
      <a:defRPr sz="1200" kern="1200">
        <a:solidFill>
          <a:schemeClr val="tx1"/>
        </a:solidFill>
        <a:latin typeface="Meiryo UI" panose="020B0604030504040204" pitchFamily="50" charset="-128"/>
        <a:ea typeface="Meiryo UI" panose="020B0604030504040204" pitchFamily="50" charset="-128"/>
        <a:cs typeface="+mn-cs"/>
      </a:defRPr>
    </a:lvl4pPr>
    <a:lvl5pPr marL="1828800" algn="l" defTabSz="914400" rtl="0" eaLnBrk="1" latinLnBrk="0" hangingPunct="1">
      <a:defRPr sz="1200" kern="1200">
        <a:solidFill>
          <a:schemeClr val="tx1"/>
        </a:solidFill>
        <a:latin typeface="Meiryo UI" panose="020B0604030504040204" pitchFamily="50" charset="-128"/>
        <a:ea typeface="Meiryo UI" panose="020B0604030504040204" pitchFamily="50"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5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latin typeface="Meiryo UI" panose="020B0604030504040204" pitchFamily="50" charset="-128"/>
              <a:ea typeface="Meiryo UI" panose="020B0604030504040204" pitchFamily="50" charset="-128"/>
            </a:endParaRPr>
          </a:p>
        </p:txBody>
      </p:sp>
      <p:sp>
        <p:nvSpPr>
          <p:cNvPr id="4" name="スライド番号プレースホルダー 3"/>
          <p:cNvSpPr>
            <a:spLocks noGrp="1"/>
          </p:cNvSpPr>
          <p:nvPr>
            <p:ph type="sldNum" sz="quarter" idx="5"/>
          </p:nvPr>
        </p:nvSpPr>
        <p:spPr/>
        <p:txBody>
          <a:bodyPr/>
          <a:lstStyle/>
          <a:p>
            <a:pPr rtl="0"/>
            <a:fld id="{DF61EA0F-A667-4B49-8422-0062BC55E249}" type="slidenum">
              <a:rPr lang="en-US" altLang="ja-JP" smtClean="0"/>
              <a:t>1</a:t>
            </a:fld>
            <a:endParaRPr lang="ja-JP" altLang="en-US"/>
          </a:p>
        </p:txBody>
      </p:sp>
    </p:spTree>
    <p:extLst>
      <p:ext uri="{BB962C8B-B14F-4D97-AF65-F5344CB8AC3E}">
        <p14:creationId xmlns:p14="http://schemas.microsoft.com/office/powerpoint/2010/main" val="3874102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E4636702-3D9D-4952-9CC2-483F2286A737}" type="slidenum">
              <a:rPr kumimoji="1" lang="ja-JP" altLang="en-US" smtClean="0"/>
              <a:t>103</a:t>
            </a:fld>
            <a:endParaRPr kumimoji="1" lang="ja-JP" altLang="en-US"/>
          </a:p>
        </p:txBody>
      </p:sp>
    </p:spTree>
    <p:extLst>
      <p:ext uri="{BB962C8B-B14F-4D97-AF65-F5344CB8AC3E}">
        <p14:creationId xmlns:p14="http://schemas.microsoft.com/office/powerpoint/2010/main" val="26589459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E4636702-3D9D-4952-9CC2-483F2286A737}" type="slidenum">
              <a:rPr kumimoji="1" lang="ja-JP" altLang="en-US" smtClean="0"/>
              <a:t>110</a:t>
            </a:fld>
            <a:endParaRPr kumimoji="1" lang="ja-JP" altLang="en-US"/>
          </a:p>
        </p:txBody>
      </p:sp>
    </p:spTree>
    <p:extLst>
      <p:ext uri="{BB962C8B-B14F-4D97-AF65-F5344CB8AC3E}">
        <p14:creationId xmlns:p14="http://schemas.microsoft.com/office/powerpoint/2010/main" val="81970066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E4636702-3D9D-4952-9CC2-483F2286A737}" type="slidenum">
              <a:rPr kumimoji="1" lang="ja-JP" altLang="en-US" smtClean="0"/>
              <a:t>155</a:t>
            </a:fld>
            <a:endParaRPr kumimoji="1" lang="ja-JP" altLang="en-US"/>
          </a:p>
        </p:txBody>
      </p:sp>
    </p:spTree>
    <p:extLst>
      <p:ext uri="{BB962C8B-B14F-4D97-AF65-F5344CB8AC3E}">
        <p14:creationId xmlns:p14="http://schemas.microsoft.com/office/powerpoint/2010/main" val="259133006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タイトル スライド">
    <p:spTree>
      <p:nvGrpSpPr>
        <p:cNvPr id="1" name=""/>
        <p:cNvGrpSpPr/>
        <p:nvPr/>
      </p:nvGrpSpPr>
      <p:grpSpPr>
        <a:xfrm>
          <a:off x="0" y="0"/>
          <a:ext cx="0" cy="0"/>
          <a:chOff x="0" y="0"/>
          <a:chExt cx="0" cy="0"/>
        </a:xfrm>
      </p:grpSpPr>
      <p:sp>
        <p:nvSpPr>
          <p:cNvPr id="2" name="タイトル 1"/>
          <p:cNvSpPr>
            <a:spLocks noGrp="1"/>
          </p:cNvSpPr>
          <p:nvPr>
            <p:ph type="title"/>
          </p:nvPr>
        </p:nvSpPr>
        <p:spPr>
          <a:xfrm>
            <a:off x="448056" y="2551176"/>
            <a:ext cx="9922447" cy="914400"/>
          </a:xfrm>
        </p:spPr>
        <p:txBody>
          <a:bodyPr rtlCol="0"/>
          <a:lstStyle>
            <a:lvl1pPr>
              <a:defRPr sz="5400" b="0">
                <a:solidFill>
                  <a:schemeClr val="tx1"/>
                </a:solidFill>
              </a:defRPr>
            </a:lvl1pPr>
          </a:lstStyle>
          <a:p>
            <a:pPr rtl="0"/>
            <a:r>
              <a:rPr lang="ja-JP" altLang="en-US" noProof="0"/>
              <a:t>マスター タイトルの書式設定</a:t>
            </a:r>
            <a:endParaRPr lang="ja-JP" altLang="en-US" noProof="0" dirty="0"/>
          </a:p>
        </p:txBody>
      </p:sp>
      <p:sp>
        <p:nvSpPr>
          <p:cNvPr id="5" name="テキスト プレースホルダー 4">
            <a:extLst>
              <a:ext uri="{FF2B5EF4-FFF2-40B4-BE49-F238E27FC236}">
                <a16:creationId xmlns:a16="http://schemas.microsoft.com/office/drawing/2014/main" id="{B107D0E1-EAED-8E08-24BA-8F930364BA96}"/>
              </a:ext>
            </a:extLst>
          </p:cNvPr>
          <p:cNvSpPr>
            <a:spLocks noGrp="1"/>
          </p:cNvSpPr>
          <p:nvPr>
            <p:ph type="body" sz="quarter" idx="10" hasCustomPrompt="1"/>
          </p:nvPr>
        </p:nvSpPr>
        <p:spPr>
          <a:xfrm>
            <a:off x="448056" y="3575304"/>
            <a:ext cx="9921943" cy="862012"/>
          </a:xfrm>
        </p:spPr>
        <p:txBody>
          <a:bodyPr rtlCol="0">
            <a:normAutofit/>
          </a:bodyPr>
          <a:lstStyle>
            <a:lvl1pPr>
              <a:defRPr sz="2400">
                <a:solidFill>
                  <a:schemeClr val="accent2"/>
                </a:solidFill>
              </a:defRPr>
            </a:lvl1pPr>
          </a:lstStyle>
          <a:p>
            <a:pPr lvl="0" rtl="0"/>
            <a:r>
              <a:rPr lang="ja-JP" altLang="en-US" noProof="0" dirty="0"/>
              <a:t>クリックしてマスター テキストのスタイルを編集</a:t>
            </a:r>
          </a:p>
        </p:txBody>
      </p:sp>
      <p:pic>
        <p:nvPicPr>
          <p:cNvPr id="3" name="図 2">
            <a:extLst>
              <a:ext uri="{FF2B5EF4-FFF2-40B4-BE49-F238E27FC236}">
                <a16:creationId xmlns:a16="http://schemas.microsoft.com/office/drawing/2014/main" id="{422F3FE2-6705-F565-5229-C8D3DCC9E6BB}"/>
              </a:ext>
            </a:extLst>
          </p:cNvPr>
          <p:cNvPicPr>
            <a:picLocks noChangeAspect="1"/>
          </p:cNvPicPr>
          <p:nvPr userDrawn="1"/>
        </p:nvPicPr>
        <p:blipFill>
          <a:blip r:embed="rId2"/>
          <a:stretch>
            <a:fillRect/>
          </a:stretch>
        </p:blipFill>
        <p:spPr>
          <a:xfrm>
            <a:off x="0" y="6569077"/>
            <a:ext cx="12192000" cy="292608"/>
          </a:xfrm>
          <a:prstGeom prst="rect">
            <a:avLst/>
          </a:prstGeom>
        </p:spPr>
      </p:pic>
      <p:sp>
        <p:nvSpPr>
          <p:cNvPr id="4" name="テキスト ボックス 3">
            <a:extLst>
              <a:ext uri="{FF2B5EF4-FFF2-40B4-BE49-F238E27FC236}">
                <a16:creationId xmlns:a16="http://schemas.microsoft.com/office/drawing/2014/main" id="{4C823333-8525-866C-7083-D7296C0AB8D7}"/>
              </a:ext>
            </a:extLst>
          </p:cNvPr>
          <p:cNvSpPr txBox="1"/>
          <p:nvPr userDrawn="1"/>
        </p:nvSpPr>
        <p:spPr>
          <a:xfrm>
            <a:off x="-1" y="6550223"/>
            <a:ext cx="3223403" cy="307777"/>
          </a:xfrm>
          <a:prstGeom prst="rect">
            <a:avLst/>
          </a:prstGeom>
          <a:noFill/>
        </p:spPr>
        <p:txBody>
          <a:bodyPr wrap="square" rtlCol="0">
            <a:spAutoFit/>
          </a:bodyPr>
          <a:lstStyle/>
          <a:p>
            <a:pPr algn="ctr"/>
            <a:r>
              <a:rPr kumimoji="1" lang="en-US" altLang="ja-JP" sz="1400" b="1" dirty="0">
                <a:solidFill>
                  <a:srgbClr val="FFC000"/>
                </a:solidFill>
              </a:rPr>
              <a:t>GF180MCU</a:t>
            </a:r>
            <a:endParaRPr kumimoji="1" lang="ja-JP" altLang="en-US" sz="1400" b="1" dirty="0">
              <a:solidFill>
                <a:srgbClr val="FFC000"/>
              </a:solidFill>
            </a:endParaRPr>
          </a:p>
        </p:txBody>
      </p:sp>
      <p:sp>
        <p:nvSpPr>
          <p:cNvPr id="8" name="日付プレースホルダー 3">
            <a:extLst>
              <a:ext uri="{FF2B5EF4-FFF2-40B4-BE49-F238E27FC236}">
                <a16:creationId xmlns:a16="http://schemas.microsoft.com/office/drawing/2014/main" id="{3C85F884-E1B0-E184-69BB-E82FBA7703DF}"/>
              </a:ext>
            </a:extLst>
          </p:cNvPr>
          <p:cNvSpPr>
            <a:spLocks noGrp="1"/>
          </p:cNvSpPr>
          <p:nvPr>
            <p:ph type="dt" sz="half" idx="2"/>
          </p:nvPr>
        </p:nvSpPr>
        <p:spPr>
          <a:xfrm>
            <a:off x="9454552" y="6569077"/>
            <a:ext cx="1682149" cy="290766"/>
          </a:xfrm>
          <a:prstGeom prst="rect">
            <a:avLst/>
          </a:prstGeom>
        </p:spPr>
        <p:txBody>
          <a:bodyPr vert="horz" lIns="91440" tIns="45720" rIns="91440" bIns="45720" rtlCol="0" anchor="ctr"/>
          <a:lstStyle>
            <a:lvl1pPr algn="ctr">
              <a:defRPr sz="1400" b="1" baseline="0">
                <a:solidFill>
                  <a:schemeClr val="bg1"/>
                </a:solidFill>
                <a:latin typeface="Meiryo UI" panose="020B0604030504040204" pitchFamily="50" charset="-128"/>
                <a:ea typeface="Meiryo UI" panose="020B0604030504040204" pitchFamily="50" charset="-128"/>
              </a:defRPr>
            </a:lvl1pPr>
          </a:lstStyle>
          <a:p>
            <a:fld id="{D3186764-8249-4F86-9F1E-0124A3C0442F}" type="datetime1">
              <a:rPr lang="ja-JP" altLang="en-US" smtClean="0"/>
              <a:t>2026/10/20</a:t>
            </a:fld>
            <a:endParaRPr lang="ja-JP" altLang="en-US" dirty="0"/>
          </a:p>
        </p:txBody>
      </p:sp>
    </p:spTree>
    <p:extLst>
      <p:ext uri="{BB962C8B-B14F-4D97-AF65-F5344CB8AC3E}">
        <p14:creationId xmlns:p14="http://schemas.microsoft.com/office/powerpoint/2010/main" val="1718549498"/>
      </p:ext>
    </p:extLst>
  </p:cSld>
  <p:clrMapOvr>
    <a:masterClrMapping/>
  </p:clrMapOvr>
  <p:extLst>
    <p:ext uri="{DCECCB84-F9BA-43D5-87BE-67443E8EF086}">
      <p15:sldGuideLst xmlns:p15="http://schemas.microsoft.com/office/powerpoint/2012/main">
        <p15:guide id="1" orient="horz" pos="216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0ABE10-5A8F-5044-434F-7434A03566AE}"/>
              </a:ext>
            </a:extLst>
          </p:cNvPr>
          <p:cNvSpPr>
            <a:spLocks noGrp="1"/>
          </p:cNvSpPr>
          <p:nvPr>
            <p:ph type="title"/>
          </p:nvPr>
        </p:nvSpPr>
        <p:spPr/>
        <p:txBody>
          <a:bodyPr rtlCol="0"/>
          <a:lstStyle/>
          <a:p>
            <a:pPr rtl="0"/>
            <a:r>
              <a:rPr lang="ja-JP" altLang="en-US" noProof="0"/>
              <a:t>マスター タイトルの書式設定</a:t>
            </a:r>
            <a:endParaRPr lang="ja-JP" altLang="en-US" noProof="0" dirty="0"/>
          </a:p>
        </p:txBody>
      </p:sp>
      <p:sp>
        <p:nvSpPr>
          <p:cNvPr id="3" name="日付プレースホルダー 2">
            <a:extLst>
              <a:ext uri="{FF2B5EF4-FFF2-40B4-BE49-F238E27FC236}">
                <a16:creationId xmlns:a16="http://schemas.microsoft.com/office/drawing/2014/main" id="{B85243B5-B498-1E60-5D02-983D13E8289B}"/>
              </a:ext>
            </a:extLst>
          </p:cNvPr>
          <p:cNvSpPr>
            <a:spLocks noGrp="1"/>
          </p:cNvSpPr>
          <p:nvPr>
            <p:ph type="dt" sz="half" idx="10"/>
          </p:nvPr>
        </p:nvSpPr>
        <p:spPr/>
        <p:txBody>
          <a:bodyPr rtlCol="0"/>
          <a:lstStyle/>
          <a:p>
            <a:pPr rtl="0"/>
            <a:fld id="{884BB682-BA63-4ECD-A8A0-C601AA3E7964}" type="datetime1">
              <a:rPr lang="ja-JP" altLang="en-US" noProof="0" smtClean="0"/>
              <a:t>2026/10/20</a:t>
            </a:fld>
            <a:endParaRPr lang="ja-JP" altLang="en-US" noProof="0"/>
          </a:p>
        </p:txBody>
      </p:sp>
      <p:sp>
        <p:nvSpPr>
          <p:cNvPr id="5" name="スライド番号プレースホルダー 4">
            <a:extLst>
              <a:ext uri="{FF2B5EF4-FFF2-40B4-BE49-F238E27FC236}">
                <a16:creationId xmlns:a16="http://schemas.microsoft.com/office/drawing/2014/main" id="{522A375B-2E8B-0F31-9DE4-A5F0682ADFB7}"/>
              </a:ext>
            </a:extLst>
          </p:cNvPr>
          <p:cNvSpPr>
            <a:spLocks noGrp="1"/>
          </p:cNvSpPr>
          <p:nvPr>
            <p:ph type="sldNum" sz="quarter" idx="12"/>
          </p:nvPr>
        </p:nvSpPr>
        <p:spPr/>
        <p:txBody>
          <a:bodyPr rtlCol="0"/>
          <a:lstStyle/>
          <a:p>
            <a:pPr rtl="0"/>
            <a:fld id="{9860EDB8-5305-433F-BE41-D7A86D811DB3}" type="slidenum">
              <a:rPr lang="en-US" altLang="ja-JP" noProof="0" smtClean="0"/>
              <a:pPr/>
              <a:t>‹#›</a:t>
            </a:fld>
            <a:endParaRPr lang="ja-JP" altLang="en-US" noProof="0"/>
          </a:p>
        </p:txBody>
      </p:sp>
      <p:sp>
        <p:nvSpPr>
          <p:cNvPr id="7" name="コンテンツ プレースホルダー 6">
            <a:extLst>
              <a:ext uri="{FF2B5EF4-FFF2-40B4-BE49-F238E27FC236}">
                <a16:creationId xmlns:a16="http://schemas.microsoft.com/office/drawing/2014/main" id="{CB40353B-463E-6D13-F92E-564948AFA386}"/>
              </a:ext>
            </a:extLst>
          </p:cNvPr>
          <p:cNvSpPr>
            <a:spLocks noGrp="1"/>
          </p:cNvSpPr>
          <p:nvPr>
            <p:ph sz="quarter" idx="13" hasCustomPrompt="1"/>
          </p:nvPr>
        </p:nvSpPr>
        <p:spPr>
          <a:xfrm>
            <a:off x="444500" y="1463040"/>
            <a:ext cx="11210543" cy="4601748"/>
          </a:xfrm>
        </p:spPr>
        <p:txBody>
          <a:bodyPr rtlCol="0"/>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Tree>
    <p:extLst>
      <p:ext uri="{BB962C8B-B14F-4D97-AF65-F5344CB8AC3E}">
        <p14:creationId xmlns:p14="http://schemas.microsoft.com/office/powerpoint/2010/main" val="5468111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 段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0ABE10-5A8F-5044-434F-7434A03566AE}"/>
              </a:ext>
            </a:extLst>
          </p:cNvPr>
          <p:cNvSpPr>
            <a:spLocks noGrp="1"/>
          </p:cNvSpPr>
          <p:nvPr>
            <p:ph type="title"/>
          </p:nvPr>
        </p:nvSpPr>
        <p:spPr/>
        <p:txBody>
          <a:bodyPr rtlCol="0"/>
          <a:lstStyle/>
          <a:p>
            <a:pPr rtl="0"/>
            <a:r>
              <a:rPr lang="ja-JP" altLang="en-US" noProof="0"/>
              <a:t>マスター タイトルの書式設定</a:t>
            </a:r>
            <a:endParaRPr lang="ja-JP" altLang="en-US" noProof="0" dirty="0"/>
          </a:p>
        </p:txBody>
      </p:sp>
      <p:sp>
        <p:nvSpPr>
          <p:cNvPr id="3" name="日付プレースホルダー 2">
            <a:extLst>
              <a:ext uri="{FF2B5EF4-FFF2-40B4-BE49-F238E27FC236}">
                <a16:creationId xmlns:a16="http://schemas.microsoft.com/office/drawing/2014/main" id="{B85243B5-B498-1E60-5D02-983D13E8289B}"/>
              </a:ext>
            </a:extLst>
          </p:cNvPr>
          <p:cNvSpPr>
            <a:spLocks noGrp="1"/>
          </p:cNvSpPr>
          <p:nvPr>
            <p:ph type="dt" sz="half" idx="10"/>
          </p:nvPr>
        </p:nvSpPr>
        <p:spPr/>
        <p:txBody>
          <a:bodyPr rtlCol="0"/>
          <a:lstStyle/>
          <a:p>
            <a:pPr rtl="0"/>
            <a:fld id="{0F1E2E95-C42D-4C36-B7CE-3A9BBBB31134}" type="datetime1">
              <a:rPr lang="ja-JP" altLang="en-US" noProof="0" smtClean="0"/>
              <a:t>2026/10/20</a:t>
            </a:fld>
            <a:endParaRPr lang="ja-JP" altLang="en-US" noProof="0" dirty="0"/>
          </a:p>
        </p:txBody>
      </p:sp>
      <p:sp>
        <p:nvSpPr>
          <p:cNvPr id="5" name="スライド番号プレースホルダー 4">
            <a:extLst>
              <a:ext uri="{FF2B5EF4-FFF2-40B4-BE49-F238E27FC236}">
                <a16:creationId xmlns:a16="http://schemas.microsoft.com/office/drawing/2014/main" id="{522A375B-2E8B-0F31-9DE4-A5F0682ADFB7}"/>
              </a:ext>
            </a:extLst>
          </p:cNvPr>
          <p:cNvSpPr>
            <a:spLocks noGrp="1"/>
          </p:cNvSpPr>
          <p:nvPr>
            <p:ph type="sldNum" sz="quarter" idx="12"/>
          </p:nvPr>
        </p:nvSpPr>
        <p:spPr/>
        <p:txBody>
          <a:bodyPr rtlCol="0"/>
          <a:lstStyle/>
          <a:p>
            <a:pPr rtl="0"/>
            <a:fld id="{9860EDB8-5305-433F-BE41-D7A86D811DB3}" type="slidenum">
              <a:rPr lang="en-US" altLang="ja-JP" noProof="0" smtClean="0"/>
              <a:pPr/>
              <a:t>‹#›</a:t>
            </a:fld>
            <a:endParaRPr lang="ja-JP" altLang="en-US" noProof="0"/>
          </a:p>
        </p:txBody>
      </p:sp>
      <p:sp>
        <p:nvSpPr>
          <p:cNvPr id="7" name="コンテンツ プレースホルダー 6">
            <a:extLst>
              <a:ext uri="{FF2B5EF4-FFF2-40B4-BE49-F238E27FC236}">
                <a16:creationId xmlns:a16="http://schemas.microsoft.com/office/drawing/2014/main" id="{CB40353B-463E-6D13-F92E-564948AFA386}"/>
              </a:ext>
            </a:extLst>
          </p:cNvPr>
          <p:cNvSpPr>
            <a:spLocks noGrp="1"/>
          </p:cNvSpPr>
          <p:nvPr>
            <p:ph sz="quarter" idx="13" hasCustomPrompt="1"/>
          </p:nvPr>
        </p:nvSpPr>
        <p:spPr>
          <a:xfrm>
            <a:off x="444500" y="1463040"/>
            <a:ext cx="5330952" cy="4601748"/>
          </a:xfrm>
        </p:spPr>
        <p:txBody>
          <a:bodyPr rtlCol="0"/>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8" name="コンテンツ プレースホルダー 6">
            <a:extLst>
              <a:ext uri="{FF2B5EF4-FFF2-40B4-BE49-F238E27FC236}">
                <a16:creationId xmlns:a16="http://schemas.microsoft.com/office/drawing/2014/main" id="{904E943F-C687-D3B3-4E36-65D69E3E2F0C}"/>
              </a:ext>
            </a:extLst>
          </p:cNvPr>
          <p:cNvSpPr>
            <a:spLocks noGrp="1"/>
          </p:cNvSpPr>
          <p:nvPr>
            <p:ph sz="quarter" idx="14" hasCustomPrompt="1"/>
          </p:nvPr>
        </p:nvSpPr>
        <p:spPr>
          <a:xfrm>
            <a:off x="6298690" y="1463040"/>
            <a:ext cx="5330952" cy="4601748"/>
          </a:xfrm>
        </p:spPr>
        <p:txBody>
          <a:bodyPr rtlCol="0"/>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Tree>
    <p:extLst>
      <p:ext uri="{BB962C8B-B14F-4D97-AF65-F5344CB8AC3E}">
        <p14:creationId xmlns:p14="http://schemas.microsoft.com/office/powerpoint/2010/main" val="8332104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タイトルとコンテンツ (短)">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0ABE10-5A8F-5044-434F-7434A03566AE}"/>
              </a:ext>
            </a:extLst>
          </p:cNvPr>
          <p:cNvSpPr>
            <a:spLocks noGrp="1"/>
          </p:cNvSpPr>
          <p:nvPr>
            <p:ph type="title"/>
          </p:nvPr>
        </p:nvSpPr>
        <p:spPr/>
        <p:txBody>
          <a:bodyPr rtlCol="0"/>
          <a:lstStyle/>
          <a:p>
            <a:pPr rtl="0"/>
            <a:r>
              <a:rPr lang="ja-JP" altLang="en-US" noProof="0"/>
              <a:t>マスター タイトルの書式設定</a:t>
            </a:r>
            <a:endParaRPr lang="ja-JP" altLang="en-US" noProof="0" dirty="0"/>
          </a:p>
        </p:txBody>
      </p:sp>
      <p:sp>
        <p:nvSpPr>
          <p:cNvPr id="3" name="日付プレースホルダー 2">
            <a:extLst>
              <a:ext uri="{FF2B5EF4-FFF2-40B4-BE49-F238E27FC236}">
                <a16:creationId xmlns:a16="http://schemas.microsoft.com/office/drawing/2014/main" id="{B85243B5-B498-1E60-5D02-983D13E8289B}"/>
              </a:ext>
            </a:extLst>
          </p:cNvPr>
          <p:cNvSpPr>
            <a:spLocks noGrp="1"/>
          </p:cNvSpPr>
          <p:nvPr>
            <p:ph type="dt" sz="half" idx="10"/>
          </p:nvPr>
        </p:nvSpPr>
        <p:spPr/>
        <p:txBody>
          <a:bodyPr rtlCol="0"/>
          <a:lstStyle/>
          <a:p>
            <a:pPr rtl="0"/>
            <a:fld id="{19B1E2FC-C007-45CB-A704-E25C88D29217}" type="datetime1">
              <a:rPr lang="ja-JP" altLang="en-US" noProof="0" smtClean="0"/>
              <a:t>2026/10/20</a:t>
            </a:fld>
            <a:endParaRPr lang="ja-JP" altLang="en-US" noProof="0" dirty="0"/>
          </a:p>
        </p:txBody>
      </p:sp>
      <p:sp>
        <p:nvSpPr>
          <p:cNvPr id="5" name="スライド番号プレースホルダー 4">
            <a:extLst>
              <a:ext uri="{FF2B5EF4-FFF2-40B4-BE49-F238E27FC236}">
                <a16:creationId xmlns:a16="http://schemas.microsoft.com/office/drawing/2014/main" id="{522A375B-2E8B-0F31-9DE4-A5F0682ADFB7}"/>
              </a:ext>
            </a:extLst>
          </p:cNvPr>
          <p:cNvSpPr>
            <a:spLocks noGrp="1"/>
          </p:cNvSpPr>
          <p:nvPr>
            <p:ph type="sldNum" sz="quarter" idx="12"/>
          </p:nvPr>
        </p:nvSpPr>
        <p:spPr/>
        <p:txBody>
          <a:bodyPr rtlCol="0"/>
          <a:lstStyle/>
          <a:p>
            <a:pPr rtl="0"/>
            <a:fld id="{9860EDB8-5305-433F-BE41-D7A86D811DB3}" type="slidenum">
              <a:rPr lang="en-US" altLang="ja-JP" noProof="0" smtClean="0"/>
              <a:pPr/>
              <a:t>‹#›</a:t>
            </a:fld>
            <a:endParaRPr lang="ja-JP" altLang="en-US" noProof="0" dirty="0"/>
          </a:p>
        </p:txBody>
      </p:sp>
      <p:sp>
        <p:nvSpPr>
          <p:cNvPr id="7" name="コンテンツ プレースホルダー 6">
            <a:extLst>
              <a:ext uri="{FF2B5EF4-FFF2-40B4-BE49-F238E27FC236}">
                <a16:creationId xmlns:a16="http://schemas.microsoft.com/office/drawing/2014/main" id="{CB40353B-463E-6D13-F92E-564948AFA386}"/>
              </a:ext>
            </a:extLst>
          </p:cNvPr>
          <p:cNvSpPr>
            <a:spLocks noGrp="1"/>
          </p:cNvSpPr>
          <p:nvPr>
            <p:ph sz="quarter" idx="13" hasCustomPrompt="1"/>
          </p:nvPr>
        </p:nvSpPr>
        <p:spPr>
          <a:xfrm>
            <a:off x="444500" y="1463040"/>
            <a:ext cx="5330952" cy="4601748"/>
          </a:xfrm>
        </p:spPr>
        <p:txBody>
          <a:bodyPr rtlCol="0"/>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Tree>
    <p:extLst>
      <p:ext uri="{BB962C8B-B14F-4D97-AF65-F5344CB8AC3E}">
        <p14:creationId xmlns:p14="http://schemas.microsoft.com/office/powerpoint/2010/main" val="409070022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B0ABE10-5A8F-5044-434F-7434A03566AE}"/>
              </a:ext>
            </a:extLst>
          </p:cNvPr>
          <p:cNvSpPr>
            <a:spLocks noGrp="1"/>
          </p:cNvSpPr>
          <p:nvPr>
            <p:ph type="title"/>
          </p:nvPr>
        </p:nvSpPr>
        <p:spPr/>
        <p:txBody>
          <a:bodyPr rtlCol="0"/>
          <a:lstStyle/>
          <a:p>
            <a:pPr rtl="0"/>
            <a:r>
              <a:rPr lang="ja-JP" altLang="en-US" noProof="0"/>
              <a:t>マスター タイトルの書式設定</a:t>
            </a:r>
          </a:p>
        </p:txBody>
      </p:sp>
      <p:sp>
        <p:nvSpPr>
          <p:cNvPr id="3" name="日付プレースホルダー 2">
            <a:extLst>
              <a:ext uri="{FF2B5EF4-FFF2-40B4-BE49-F238E27FC236}">
                <a16:creationId xmlns:a16="http://schemas.microsoft.com/office/drawing/2014/main" id="{B85243B5-B498-1E60-5D02-983D13E8289B}"/>
              </a:ext>
            </a:extLst>
          </p:cNvPr>
          <p:cNvSpPr>
            <a:spLocks noGrp="1"/>
          </p:cNvSpPr>
          <p:nvPr>
            <p:ph type="dt" sz="half" idx="10"/>
          </p:nvPr>
        </p:nvSpPr>
        <p:spPr/>
        <p:txBody>
          <a:bodyPr rtlCol="0"/>
          <a:lstStyle/>
          <a:p>
            <a:pPr rtl="0"/>
            <a:fld id="{5F73EFFE-E2D8-4196-AC21-B05505B1EE2E}" type="datetime1">
              <a:rPr lang="ja-JP" altLang="en-US" noProof="0" smtClean="0"/>
              <a:t>2026/10/20</a:t>
            </a:fld>
            <a:endParaRPr lang="ja-JP" altLang="en-US" noProof="0"/>
          </a:p>
        </p:txBody>
      </p:sp>
      <p:sp>
        <p:nvSpPr>
          <p:cNvPr id="5" name="スライド番号プレースホルダー 4">
            <a:extLst>
              <a:ext uri="{FF2B5EF4-FFF2-40B4-BE49-F238E27FC236}">
                <a16:creationId xmlns:a16="http://schemas.microsoft.com/office/drawing/2014/main" id="{522A375B-2E8B-0F31-9DE4-A5F0682ADFB7}"/>
              </a:ext>
            </a:extLst>
          </p:cNvPr>
          <p:cNvSpPr>
            <a:spLocks noGrp="1"/>
          </p:cNvSpPr>
          <p:nvPr>
            <p:ph type="sldNum" sz="quarter" idx="12"/>
          </p:nvPr>
        </p:nvSpPr>
        <p:spPr/>
        <p:txBody>
          <a:bodyPr rtlCol="0"/>
          <a:lstStyle/>
          <a:p>
            <a:pPr rtl="0"/>
            <a:fld id="{9860EDB8-5305-433F-BE41-D7A86D811DB3}" type="slidenum">
              <a:rPr lang="en-US" altLang="ja-JP" noProof="0" smtClean="0"/>
              <a:pPr/>
              <a:t>‹#›</a:t>
            </a:fld>
            <a:endParaRPr lang="ja-JP" altLang="en-US" noProof="0"/>
          </a:p>
        </p:txBody>
      </p:sp>
    </p:spTree>
    <p:extLst>
      <p:ext uri="{BB962C8B-B14F-4D97-AF65-F5344CB8AC3E}">
        <p14:creationId xmlns:p14="http://schemas.microsoft.com/office/powerpoint/2010/main" val="29238323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cSld name="1_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idx="1"/>
          </p:nvPr>
        </p:nvSpPr>
        <p:spPr/>
        <p:txBody>
          <a:body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endParaRPr lang="en-US" dirty="0"/>
          </a:p>
        </p:txBody>
      </p:sp>
      <p:sp>
        <p:nvSpPr>
          <p:cNvPr id="4" name="Date Placeholder 3"/>
          <p:cNvSpPr>
            <a:spLocks noGrp="1"/>
          </p:cNvSpPr>
          <p:nvPr>
            <p:ph type="dt" sz="half" idx="10"/>
          </p:nvPr>
        </p:nvSpPr>
        <p:spPr/>
        <p:txBody>
          <a:bodyPr/>
          <a:lstStyle/>
          <a:p>
            <a:fld id="{758110A4-CB0A-40E2-8713-C065AE40ADCD}" type="datetime1">
              <a:rPr kumimoji="1" lang="ja-JP" altLang="en-US" smtClean="0"/>
              <a:t>2026/10/20</a:t>
            </a:fld>
            <a:endParaRPr kumimoji="1" lang="ja-JP" altLang="en-US"/>
          </a:p>
        </p:txBody>
      </p:sp>
      <p:sp>
        <p:nvSpPr>
          <p:cNvPr id="5" name="Footer Placeholder 4"/>
          <p:cNvSpPr>
            <a:spLocks noGrp="1"/>
          </p:cNvSpPr>
          <p:nvPr>
            <p:ph type="ftr" sz="quarter" idx="11"/>
          </p:nvPr>
        </p:nvSpPr>
        <p:spPr/>
        <p:txBody>
          <a:bodyPr/>
          <a:lstStyle/>
          <a:p>
            <a:r>
              <a:rPr kumimoji="1" lang="en-US" altLang="ja-JP"/>
              <a:t>Mizuki Mori</a:t>
            </a:r>
            <a:endParaRPr kumimoji="1" lang="ja-JP" altLang="en-US" dirty="0"/>
          </a:p>
        </p:txBody>
      </p:sp>
      <p:sp>
        <p:nvSpPr>
          <p:cNvPr id="6" name="Slide Number Placeholder 5"/>
          <p:cNvSpPr>
            <a:spLocks noGrp="1"/>
          </p:cNvSpPr>
          <p:nvPr>
            <p:ph type="sldNum" sz="quarter" idx="12"/>
          </p:nvPr>
        </p:nvSpPr>
        <p:spPr/>
        <p:txBody>
          <a:bodyPr/>
          <a:lstStyle/>
          <a:p>
            <a:fld id="{66E89953-8AEA-4BDF-A508-664B12926AB4}" type="slidenum">
              <a:rPr kumimoji="1" lang="ja-JP" altLang="en-US" smtClean="0"/>
              <a:t>‹#›</a:t>
            </a:fld>
            <a:endParaRPr kumimoji="1" lang="ja-JP" altLang="en-US"/>
          </a:p>
        </p:txBody>
      </p:sp>
    </p:spTree>
    <p:extLst>
      <p:ext uri="{BB962C8B-B14F-4D97-AF65-F5344CB8AC3E}">
        <p14:creationId xmlns:p14="http://schemas.microsoft.com/office/powerpoint/2010/main" val="90161727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838200" y="1274617"/>
            <a:ext cx="5181600" cy="4902345"/>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6172200" y="1274617"/>
            <a:ext cx="5181600" cy="4902345"/>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A4756F5D-CCE5-41E6-8FA1-BF3CFA5E5468}" type="datetime1">
              <a:rPr kumimoji="1" lang="ja-JP" altLang="en-US" smtClean="0"/>
              <a:t>2026/10/20</a:t>
            </a:fld>
            <a:endParaRPr kumimoji="1" lang="ja-JP" altLang="en-US"/>
          </a:p>
        </p:txBody>
      </p:sp>
      <p:sp>
        <p:nvSpPr>
          <p:cNvPr id="6" name="Footer Placeholder 5"/>
          <p:cNvSpPr>
            <a:spLocks noGrp="1"/>
          </p:cNvSpPr>
          <p:nvPr>
            <p:ph type="ftr" sz="quarter" idx="11"/>
          </p:nvPr>
        </p:nvSpPr>
        <p:spPr/>
        <p:txBody>
          <a:bodyPr/>
          <a:lstStyle/>
          <a:p>
            <a:r>
              <a:rPr kumimoji="1" lang="en-US" altLang="ja-JP"/>
              <a:t>Mizuki Mori</a:t>
            </a:r>
            <a:endParaRPr kumimoji="1" lang="ja-JP" altLang="en-US" dirty="0"/>
          </a:p>
        </p:txBody>
      </p:sp>
      <p:sp>
        <p:nvSpPr>
          <p:cNvPr id="7" name="Slide Number Placeholder 6"/>
          <p:cNvSpPr>
            <a:spLocks noGrp="1"/>
          </p:cNvSpPr>
          <p:nvPr>
            <p:ph type="sldNum" sz="quarter" idx="12"/>
          </p:nvPr>
        </p:nvSpPr>
        <p:spPr/>
        <p:txBody>
          <a:bodyPr/>
          <a:lstStyle/>
          <a:p>
            <a:fld id="{66E89953-8AEA-4BDF-A508-664B12926AB4}" type="slidenum">
              <a:rPr kumimoji="1" lang="ja-JP" altLang="en-US" smtClean="0"/>
              <a:t>‹#›</a:t>
            </a:fld>
            <a:endParaRPr kumimoji="1" lang="ja-JP" altLang="en-US"/>
          </a:p>
        </p:txBody>
      </p:sp>
    </p:spTree>
    <p:extLst>
      <p:ext uri="{BB962C8B-B14F-4D97-AF65-F5344CB8AC3E}">
        <p14:creationId xmlns:p14="http://schemas.microsoft.com/office/powerpoint/2010/main" val="344665713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cSld name="1_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FC93F5D-5A8F-FDB8-2312-7C365AD8B8EC}"/>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C3FEFC5D-E911-2492-EBF4-7C560C9352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7D3B3258-3956-C471-1ADB-DB8BF6962114}"/>
              </a:ext>
            </a:extLst>
          </p:cNvPr>
          <p:cNvSpPr>
            <a:spLocks noGrp="1"/>
          </p:cNvSpPr>
          <p:nvPr>
            <p:ph type="dt" sz="half" idx="10"/>
          </p:nvPr>
        </p:nvSpPr>
        <p:spPr/>
        <p:txBody>
          <a:bodyPr/>
          <a:lstStyle/>
          <a:p>
            <a:fld id="{6038B33F-4E30-40CF-8982-DA02651F1878}" type="datetimeFigureOut">
              <a:rPr kumimoji="1" lang="ja-JP" altLang="en-US" smtClean="0"/>
              <a:t>2026/10/20</a:t>
            </a:fld>
            <a:endParaRPr kumimoji="1" lang="ja-JP" altLang="en-US"/>
          </a:p>
        </p:txBody>
      </p:sp>
      <p:sp>
        <p:nvSpPr>
          <p:cNvPr id="5" name="フッター プレースホルダー 4">
            <a:extLst>
              <a:ext uri="{FF2B5EF4-FFF2-40B4-BE49-F238E27FC236}">
                <a16:creationId xmlns:a16="http://schemas.microsoft.com/office/drawing/2014/main" id="{592FA95B-9B52-9CD7-0253-D859773DEF7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B22BE04-F456-2AE2-4548-B04DECF62EAD}"/>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37766921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8" name="図 7">
            <a:extLst>
              <a:ext uri="{FF2B5EF4-FFF2-40B4-BE49-F238E27FC236}">
                <a16:creationId xmlns:a16="http://schemas.microsoft.com/office/drawing/2014/main" id="{A13E4DDB-C357-5010-28A6-ABF482442272}"/>
              </a:ext>
            </a:extLst>
          </p:cNvPr>
          <p:cNvPicPr>
            <a:picLocks noChangeAspect="1"/>
          </p:cNvPicPr>
          <p:nvPr userDrawn="1"/>
        </p:nvPicPr>
        <p:blipFill>
          <a:blip r:embed="rId10"/>
          <a:stretch>
            <a:fillRect/>
          </a:stretch>
        </p:blipFill>
        <p:spPr>
          <a:xfrm>
            <a:off x="0" y="6569077"/>
            <a:ext cx="12192000" cy="292608"/>
          </a:xfrm>
          <a:prstGeom prst="rect">
            <a:avLst/>
          </a:prstGeom>
        </p:spPr>
      </p:pic>
      <p:sp>
        <p:nvSpPr>
          <p:cNvPr id="2" name="タイトル プレースホルダー 1"/>
          <p:cNvSpPr>
            <a:spLocks noGrp="1"/>
          </p:cNvSpPr>
          <p:nvPr>
            <p:ph type="title"/>
          </p:nvPr>
        </p:nvSpPr>
        <p:spPr>
          <a:xfrm>
            <a:off x="444500" y="430609"/>
            <a:ext cx="11210544" cy="557784"/>
          </a:xfrm>
          <a:prstGeom prst="rect">
            <a:avLst/>
          </a:prstGeom>
        </p:spPr>
        <p:txBody>
          <a:bodyPr vert="horz" lIns="91440" tIns="45720" rIns="91440" bIns="45720" rtlCol="0" anchor="t" anchorCtr="0">
            <a:normAutofit/>
          </a:bodyPr>
          <a:lstStyle/>
          <a:p>
            <a:pPr rtl="0"/>
            <a:r>
              <a:rPr lang="ja-JP" altLang="en-US" noProof="0" dirty="0"/>
              <a:t>マスター タイトルの書式設定</a:t>
            </a:r>
          </a:p>
        </p:txBody>
      </p:sp>
      <p:sp>
        <p:nvSpPr>
          <p:cNvPr id="3" name="テキスト プレースホルダー 2"/>
          <p:cNvSpPr>
            <a:spLocks noGrp="1"/>
          </p:cNvSpPr>
          <p:nvPr>
            <p:ph type="body" idx="1"/>
          </p:nvPr>
        </p:nvSpPr>
        <p:spPr>
          <a:xfrm>
            <a:off x="448056" y="1447800"/>
            <a:ext cx="11210543" cy="3977640"/>
          </a:xfrm>
          <a:prstGeom prst="rect">
            <a:avLst/>
          </a:prstGeom>
        </p:spPr>
        <p:txBody>
          <a:bodyPr vert="horz" lIns="91440" tIns="45720" rIns="91440" bIns="45720" rtlCol="0">
            <a:normAutofit/>
          </a:bodyPr>
          <a:lstStyle/>
          <a:p>
            <a:pPr lvl="0" rtl="0"/>
            <a:r>
              <a:rPr lang="ja-JP" altLang="en-US" noProof="0" dirty="0"/>
              <a:t>クリックしてマスター テキストのスタイルを編集</a:t>
            </a:r>
          </a:p>
          <a:p>
            <a:pPr lvl="1" rtl="0"/>
            <a:r>
              <a:rPr lang="ja-JP" altLang="en-US" noProof="0" dirty="0"/>
              <a:t>第 </a:t>
            </a:r>
            <a:r>
              <a:rPr lang="en-US" altLang="ja-JP" noProof="0" dirty="0"/>
              <a:t>2 </a:t>
            </a:r>
            <a:r>
              <a:rPr lang="ja-JP" altLang="en-US" noProof="0" dirty="0"/>
              <a:t>レベル</a:t>
            </a:r>
          </a:p>
          <a:p>
            <a:pPr lvl="2" rtl="0"/>
            <a:r>
              <a:rPr lang="ja-JP" altLang="en-US" noProof="0" dirty="0"/>
              <a:t>第 </a:t>
            </a:r>
            <a:r>
              <a:rPr lang="en-US" altLang="ja-JP" noProof="0" dirty="0"/>
              <a:t>3 </a:t>
            </a:r>
            <a:r>
              <a:rPr lang="ja-JP" altLang="en-US" noProof="0" dirty="0"/>
              <a:t>レベル</a:t>
            </a:r>
          </a:p>
          <a:p>
            <a:pPr lvl="3" rtl="0"/>
            <a:r>
              <a:rPr lang="ja-JP" altLang="en-US" noProof="0" dirty="0"/>
              <a:t>第 </a:t>
            </a:r>
            <a:r>
              <a:rPr lang="en-US" altLang="ja-JP" noProof="0" dirty="0"/>
              <a:t>4 </a:t>
            </a:r>
            <a:r>
              <a:rPr lang="ja-JP" altLang="en-US" noProof="0" dirty="0"/>
              <a:t>レベル</a:t>
            </a:r>
          </a:p>
          <a:p>
            <a:pPr lvl="4" rtl="0"/>
            <a:r>
              <a:rPr lang="ja-JP" altLang="en-US" noProof="0" dirty="0"/>
              <a:t>第 </a:t>
            </a:r>
            <a:r>
              <a:rPr lang="en-US" altLang="ja-JP" noProof="0" dirty="0"/>
              <a:t>5 </a:t>
            </a:r>
            <a:r>
              <a:rPr lang="ja-JP" altLang="en-US" noProof="0" dirty="0"/>
              <a:t>レベル</a:t>
            </a:r>
          </a:p>
        </p:txBody>
      </p:sp>
      <p:sp>
        <p:nvSpPr>
          <p:cNvPr id="4" name="日付プレースホルダー 3"/>
          <p:cNvSpPr>
            <a:spLocks noGrp="1"/>
          </p:cNvSpPr>
          <p:nvPr>
            <p:ph type="dt" sz="half" idx="2"/>
          </p:nvPr>
        </p:nvSpPr>
        <p:spPr>
          <a:xfrm>
            <a:off x="9454552" y="6569077"/>
            <a:ext cx="1682149" cy="290766"/>
          </a:xfrm>
          <a:prstGeom prst="rect">
            <a:avLst/>
          </a:prstGeom>
        </p:spPr>
        <p:txBody>
          <a:bodyPr vert="horz" lIns="91440" tIns="45720" rIns="91440" bIns="45720" rtlCol="0" anchor="ctr"/>
          <a:lstStyle>
            <a:lvl1pPr algn="ctr">
              <a:defRPr sz="1400" b="1" baseline="0">
                <a:solidFill>
                  <a:schemeClr val="bg1"/>
                </a:solidFill>
                <a:latin typeface="Meiryo UI" panose="020B0604030504040204" pitchFamily="50" charset="-128"/>
                <a:ea typeface="Meiryo UI" panose="020B0604030504040204" pitchFamily="50" charset="-128"/>
              </a:defRPr>
            </a:lvl1pPr>
          </a:lstStyle>
          <a:p>
            <a:fld id="{E037CD71-3842-4EB6-9815-0BB8C1A5FDAB}" type="datetime1">
              <a:rPr lang="ja-JP" altLang="en-US" smtClean="0"/>
              <a:t>2026/10/20</a:t>
            </a:fld>
            <a:endParaRPr lang="ja-JP" altLang="en-US" dirty="0"/>
          </a:p>
        </p:txBody>
      </p:sp>
      <p:sp>
        <p:nvSpPr>
          <p:cNvPr id="6" name="スライド番号プレースホルダー 5"/>
          <p:cNvSpPr>
            <a:spLocks noGrp="1"/>
          </p:cNvSpPr>
          <p:nvPr>
            <p:ph type="sldNum" sz="quarter" idx="4"/>
          </p:nvPr>
        </p:nvSpPr>
        <p:spPr>
          <a:xfrm>
            <a:off x="11136702" y="6565392"/>
            <a:ext cx="1055298" cy="292608"/>
          </a:xfrm>
          <a:prstGeom prst="rect">
            <a:avLst/>
          </a:prstGeom>
        </p:spPr>
        <p:txBody>
          <a:bodyPr vert="horz" lIns="91440" tIns="45720" rIns="91440" bIns="45720" rtlCol="0" anchor="ctr"/>
          <a:lstStyle>
            <a:lvl1pPr algn="ctr">
              <a:defRPr sz="1400" b="1" baseline="0">
                <a:solidFill>
                  <a:schemeClr val="bg1"/>
                </a:solidFill>
                <a:latin typeface="Meiryo UI" panose="020B0604030504040204" pitchFamily="50" charset="-128"/>
                <a:ea typeface="Meiryo UI" panose="020B0604030504040204" pitchFamily="50" charset="-128"/>
              </a:defRPr>
            </a:lvl1pPr>
          </a:lstStyle>
          <a:p>
            <a:fld id="{9860EDB8-5305-433F-BE41-D7A86D811DB3}" type="slidenum">
              <a:rPr lang="en-US" altLang="ja-JP" smtClean="0"/>
              <a:pPr/>
              <a:t>‹#›</a:t>
            </a:fld>
            <a:endParaRPr lang="ja-JP" altLang="en-US" dirty="0"/>
          </a:p>
        </p:txBody>
      </p:sp>
      <p:cxnSp>
        <p:nvCxnSpPr>
          <p:cNvPr id="7" name="直線​​コネクタ(S) 6">
            <a:extLst>
              <a:ext uri="{FF2B5EF4-FFF2-40B4-BE49-F238E27FC236}">
                <a16:creationId xmlns:a16="http://schemas.microsoft.com/office/drawing/2014/main" id="{D8F39A1B-8AD1-2C34-AB40-00704468E828}"/>
              </a:ext>
            </a:extLst>
          </p:cNvPr>
          <p:cNvCxnSpPr>
            <a:cxnSpLocks/>
          </p:cNvCxnSpPr>
          <p:nvPr userDrawn="1"/>
        </p:nvCxnSpPr>
        <p:spPr>
          <a:xfrm>
            <a:off x="533400" y="1104900"/>
            <a:ext cx="11119104"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9" name="テキスト ボックス 8">
            <a:extLst>
              <a:ext uri="{FF2B5EF4-FFF2-40B4-BE49-F238E27FC236}">
                <a16:creationId xmlns:a16="http://schemas.microsoft.com/office/drawing/2014/main" id="{C37EAAFE-9B47-47B4-C480-DF338419C005}"/>
              </a:ext>
            </a:extLst>
          </p:cNvPr>
          <p:cNvSpPr txBox="1"/>
          <p:nvPr userDrawn="1"/>
        </p:nvSpPr>
        <p:spPr>
          <a:xfrm>
            <a:off x="-1" y="6550223"/>
            <a:ext cx="3223403" cy="307777"/>
          </a:xfrm>
          <a:prstGeom prst="rect">
            <a:avLst/>
          </a:prstGeom>
          <a:noFill/>
        </p:spPr>
        <p:txBody>
          <a:bodyPr wrap="square" rtlCol="0">
            <a:spAutoFit/>
          </a:bodyPr>
          <a:lstStyle/>
          <a:p>
            <a:pPr algn="ctr"/>
            <a:r>
              <a:rPr kumimoji="1" lang="en-US" altLang="ja-JP" sz="1400" b="1" dirty="0">
                <a:solidFill>
                  <a:srgbClr val="FFC000"/>
                </a:solidFill>
              </a:rPr>
              <a:t>GF180MCU</a:t>
            </a:r>
            <a:endParaRPr kumimoji="1" lang="ja-JP" altLang="en-US" sz="1400" b="1" dirty="0">
              <a:solidFill>
                <a:srgbClr val="FFC000"/>
              </a:solidFill>
            </a:endParaRPr>
          </a:p>
        </p:txBody>
      </p: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4" r:id="rId2"/>
    <p:sldLayoutId id="2147483665" r:id="rId3"/>
    <p:sldLayoutId id="2147483666" r:id="rId4"/>
    <p:sldLayoutId id="2147483667" r:id="rId5"/>
    <p:sldLayoutId id="2147483668" r:id="rId6"/>
    <p:sldLayoutId id="2147483669" r:id="rId7"/>
    <p:sldLayoutId id="2147483670" r:id="rId8"/>
  </p:sldLayoutIdLst>
  <p:hf hdr="0" ftr="0"/>
  <p:txStyles>
    <p:titleStyle>
      <a:lvl1pPr algn="l" defTabSz="914400" rtl="0" eaLnBrk="1" latinLnBrk="0" hangingPunct="1">
        <a:spcBef>
          <a:spcPct val="0"/>
        </a:spcBef>
        <a:buNone/>
        <a:defRPr kumimoji="1" sz="2800" kern="1200">
          <a:solidFill>
            <a:schemeClr val="bg2">
              <a:lumMod val="25000"/>
            </a:schemeClr>
          </a:solidFill>
          <a:latin typeface="Meiryo UI" panose="020B0604030504040204" pitchFamily="50" charset="-128"/>
          <a:ea typeface="Meiryo UI" panose="020B0604030504040204" pitchFamily="50" charset="-128"/>
          <a:cs typeface="+mj-cs"/>
        </a:defRPr>
      </a:lvl1pPr>
    </p:titleStyle>
    <p:bodyStyle>
      <a:lvl1pPr marL="0" indent="0" algn="l" defTabSz="914400" rtl="0" eaLnBrk="1" latinLnBrk="0" hangingPunct="1">
        <a:lnSpc>
          <a:spcPct val="100000"/>
        </a:lnSpc>
        <a:spcBef>
          <a:spcPts val="1000"/>
        </a:spcBef>
        <a:spcAft>
          <a:spcPts val="1200"/>
        </a:spcAft>
        <a:buFontTx/>
        <a:buNone/>
        <a:defRPr kumimoji="1" lang="en-US" sz="1600" kern="1200" dirty="0">
          <a:solidFill>
            <a:schemeClr val="bg2">
              <a:lumMod val="25000"/>
            </a:schemeClr>
          </a:solidFill>
          <a:latin typeface="Meiryo UI" panose="020B0604030504040204" pitchFamily="50" charset="-128"/>
          <a:ea typeface="Meiryo UI" panose="020B0604030504040204" pitchFamily="50" charset="-128"/>
          <a:cs typeface="+mn-cs"/>
        </a:defRPr>
      </a:lvl1pPr>
      <a:lvl2pPr marL="283464" indent="-283464" algn="l" defTabSz="914400" rtl="0" eaLnBrk="1" latinLnBrk="0" hangingPunct="1">
        <a:lnSpc>
          <a:spcPct val="100000"/>
        </a:lnSpc>
        <a:spcBef>
          <a:spcPts val="1000"/>
        </a:spcBef>
        <a:spcAft>
          <a:spcPts val="1200"/>
        </a:spcAft>
        <a:buFont typeface="Arial" panose="020B0604020202020204" pitchFamily="34" charset="0"/>
        <a:buChar char="•"/>
        <a:defRPr kumimoji="1" lang="en-US" sz="1600" kern="1200" dirty="0">
          <a:solidFill>
            <a:schemeClr val="bg2">
              <a:lumMod val="25000"/>
            </a:schemeClr>
          </a:solidFill>
          <a:latin typeface="Meiryo UI" panose="020B0604030504040204" pitchFamily="50" charset="-128"/>
          <a:ea typeface="Meiryo UI" panose="020B0604030504040204" pitchFamily="50" charset="-128"/>
          <a:cs typeface="+mn-cs"/>
        </a:defRPr>
      </a:lvl2pPr>
      <a:lvl3pPr marL="685800" indent="-228600" algn="l" defTabSz="914400" rtl="0" eaLnBrk="1" latinLnBrk="0" hangingPunct="1">
        <a:lnSpc>
          <a:spcPct val="100000"/>
        </a:lnSpc>
        <a:spcBef>
          <a:spcPts val="1000"/>
        </a:spcBef>
        <a:spcAft>
          <a:spcPts val="1200"/>
        </a:spcAft>
        <a:buFont typeface="Arial" panose="020B0604020202020204" pitchFamily="34" charset="0"/>
        <a:buChar char="•"/>
        <a:defRPr kumimoji="1" lang="en-US" sz="1600" kern="1200" dirty="0">
          <a:solidFill>
            <a:schemeClr val="bg2">
              <a:lumMod val="25000"/>
            </a:schemeClr>
          </a:solidFill>
          <a:latin typeface="Meiryo UI" panose="020B0604030504040204" pitchFamily="50" charset="-128"/>
          <a:ea typeface="Meiryo UI" panose="020B0604030504040204" pitchFamily="50" charset="-128"/>
          <a:cs typeface="+mn-cs"/>
        </a:defRPr>
      </a:lvl3pPr>
      <a:lvl4pPr marL="1143000" indent="-228600" algn="l" defTabSz="914400" rtl="0" eaLnBrk="1" latinLnBrk="0" hangingPunct="1">
        <a:lnSpc>
          <a:spcPct val="100000"/>
        </a:lnSpc>
        <a:spcBef>
          <a:spcPts val="1000"/>
        </a:spcBef>
        <a:spcAft>
          <a:spcPts val="1200"/>
        </a:spcAft>
        <a:buFont typeface="Arial" panose="020B0604020202020204" pitchFamily="34" charset="0"/>
        <a:buChar char="•"/>
        <a:defRPr kumimoji="1" lang="en-US" sz="1600" kern="1200" dirty="0" smtClean="0">
          <a:solidFill>
            <a:schemeClr val="bg2">
              <a:lumMod val="25000"/>
            </a:schemeClr>
          </a:solidFill>
          <a:latin typeface="Meiryo UI" panose="020B0604030504040204" pitchFamily="50" charset="-128"/>
          <a:ea typeface="Meiryo UI" panose="020B0604030504040204" pitchFamily="50" charset="-128"/>
          <a:cs typeface="+mn-cs"/>
        </a:defRPr>
      </a:lvl4pPr>
      <a:lvl5pPr marL="1600200" indent="-228600" algn="l" defTabSz="914400" rtl="0" eaLnBrk="1" latinLnBrk="0" hangingPunct="1">
        <a:lnSpc>
          <a:spcPct val="100000"/>
        </a:lnSpc>
        <a:spcBef>
          <a:spcPts val="1000"/>
        </a:spcBef>
        <a:spcAft>
          <a:spcPts val="1200"/>
        </a:spcAft>
        <a:buFont typeface="Arial" panose="020B0604020202020204" pitchFamily="34" charset="0"/>
        <a:buChar char="•"/>
        <a:defRPr kumimoji="1" lang="en-US" sz="1600" kern="1200" dirty="0" smtClean="0">
          <a:solidFill>
            <a:schemeClr val="bg2">
              <a:lumMod val="25000"/>
            </a:schemeClr>
          </a:solidFill>
          <a:latin typeface="Meiryo UI" panose="020B0604030504040204" pitchFamily="50" charset="-128"/>
          <a:ea typeface="Meiryo UI" panose="020B0604030504040204" pitchFamily="50" charset="-128"/>
          <a:cs typeface="+mn-cs"/>
        </a:defRPr>
      </a:lvl5pPr>
      <a:lvl6pPr marL="2057400" indent="-228600" algn="l" defTabSz="914400" rtl="0" eaLnBrk="1" latinLnBrk="0" hangingPunct="1">
        <a:lnSpc>
          <a:spcPct val="150000"/>
        </a:lnSpc>
        <a:spcBef>
          <a:spcPts val="1000"/>
        </a:spcBef>
        <a:spcAft>
          <a:spcPts val="1200"/>
        </a:spcAft>
        <a:buFont typeface="Arial" panose="020B0604020202020204" pitchFamily="34" charset="0"/>
        <a:buChar char="•"/>
        <a:defRPr kumimoji="1" lang="en-US" sz="1200" kern="1200" dirty="0" smtClean="0">
          <a:solidFill>
            <a:schemeClr val="tx1"/>
          </a:solidFill>
          <a:latin typeface="+mn-lt"/>
          <a:ea typeface="+mn-ea"/>
          <a:cs typeface="+mn-cs"/>
        </a:defRPr>
      </a:lvl6pPr>
      <a:lvl7pPr marL="2514600" indent="-228600" algn="l" defTabSz="914400" rtl="0" eaLnBrk="1" latinLnBrk="0" hangingPunct="1">
        <a:lnSpc>
          <a:spcPct val="150000"/>
        </a:lnSpc>
        <a:spcBef>
          <a:spcPts val="1000"/>
        </a:spcBef>
        <a:spcAft>
          <a:spcPts val="1200"/>
        </a:spcAft>
        <a:buFont typeface="Arial" panose="020B0604020202020204" pitchFamily="34" charset="0"/>
        <a:buChar char="•"/>
        <a:defRPr kumimoji="1" lang="en-US" sz="1200" kern="1200" dirty="0" smtClean="0">
          <a:solidFill>
            <a:schemeClr val="tx1"/>
          </a:solidFill>
          <a:latin typeface="+mn-lt"/>
          <a:ea typeface="+mn-ea"/>
          <a:cs typeface="+mn-cs"/>
        </a:defRPr>
      </a:lvl7pPr>
      <a:lvl8pPr marL="2971800" indent="-228600" algn="l" defTabSz="914400" rtl="0" eaLnBrk="1" latinLnBrk="0" hangingPunct="1">
        <a:lnSpc>
          <a:spcPct val="150000"/>
        </a:lnSpc>
        <a:spcBef>
          <a:spcPts val="1000"/>
        </a:spcBef>
        <a:spcAft>
          <a:spcPts val="1200"/>
        </a:spcAft>
        <a:buFont typeface="Arial" panose="020B0604020202020204" pitchFamily="34" charset="0"/>
        <a:buChar char="•"/>
        <a:defRPr kumimoji="1" lang="en-US" sz="1200" kern="1200" dirty="0" smtClean="0">
          <a:solidFill>
            <a:schemeClr val="tx1"/>
          </a:solidFill>
          <a:latin typeface="+mn-lt"/>
          <a:ea typeface="+mn-ea"/>
          <a:cs typeface="+mn-cs"/>
        </a:defRPr>
      </a:lvl8pPr>
      <a:lvl9pPr marL="3429000" indent="-228600" algn="l" defTabSz="914400" rtl="0" eaLnBrk="1" latinLnBrk="0" hangingPunct="1">
        <a:lnSpc>
          <a:spcPct val="90000"/>
        </a:lnSpc>
        <a:spcBef>
          <a:spcPct val="30000"/>
        </a:spcBef>
        <a:buFont typeface="Arial" panose="020B0604020202020204" pitchFamily="34" charset="0"/>
        <a:buNone/>
        <a:defRPr kumimoji="1" sz="12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3984" userDrawn="1">
          <p15:clr>
            <a:srgbClr val="F26B43"/>
          </p15:clr>
        </p15:guide>
        <p15:guide id="2" pos="336" userDrawn="1">
          <p15:clr>
            <a:srgbClr val="F26B43"/>
          </p15:clr>
        </p15:guide>
        <p15:guide id="3" pos="7320" userDrawn="1">
          <p15:clr>
            <a:srgbClr val="F26B43"/>
          </p15:clr>
        </p15:guide>
        <p15:guide id="4" orient="horz" pos="912" userDrawn="1">
          <p15:clr>
            <a:srgbClr val="F26B43"/>
          </p15:clr>
        </p15:guide>
        <p15:guide id="5" orient="horz" pos="264" userDrawn="1">
          <p15:clr>
            <a:srgbClr val="F26B43"/>
          </p15:clr>
        </p15:guide>
        <p15:guide id="6" orient="horz" pos="696" userDrawn="1">
          <p15:clr>
            <a:srgbClr val="F26B43"/>
          </p15:clr>
        </p15:guide>
        <p15:guide id="7" pos="3696" userDrawn="1">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hyperlink" Target="https://github.com/3zki"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microsoft.com/office/2007/relationships/diagramDrawing" Target="../diagrams/drawing1.xml"/><Relationship Id="rId3" Type="http://schemas.openxmlformats.org/officeDocument/2006/relationships/image" Target="../media/image3.png"/><Relationship Id="rId7" Type="http://schemas.openxmlformats.org/officeDocument/2006/relationships/diagramColors" Target="../diagrams/colors1.xml"/><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diagramQuickStyle" Target="../diagrams/quickStyle1.xml"/><Relationship Id="rId5" Type="http://schemas.openxmlformats.org/officeDocument/2006/relationships/diagramLayout" Target="../diagrams/layout1.xml"/><Relationship Id="rId4" Type="http://schemas.openxmlformats.org/officeDocument/2006/relationships/diagramData" Target="../diagrams/data1.xml"/></Relationships>
</file>

<file path=ppt/slides/_rels/slide5.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4.jpe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57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132.png"/><Relationship Id="rId7" Type="http://schemas.openxmlformats.org/officeDocument/2006/relationships/image" Target="../media/image120.png"/><Relationship Id="rId2" Type="http://schemas.openxmlformats.org/officeDocument/2006/relationships/image" Target="../media/image18.png"/><Relationship Id="rId1" Type="http://schemas.openxmlformats.org/officeDocument/2006/relationships/slideLayout" Target="../slideLayouts/slideLayout2.xml"/><Relationship Id="rId6" Type="http://schemas.openxmlformats.org/officeDocument/2006/relationships/image" Target="../media/image110.png"/><Relationship Id="rId5" Type="http://schemas.openxmlformats.org/officeDocument/2006/relationships/image" Target="../media/image19.png"/><Relationship Id="rId4" Type="http://schemas.openxmlformats.org/officeDocument/2006/relationships/image" Target="../media/image90.png"/><Relationship Id="rId9" Type="http://schemas.openxmlformats.org/officeDocument/2006/relationships/image" Target="../media/image16.png"/></Relationships>
</file>

<file path=ppt/slides/_rels/slide19.xml.rels><?xml version="1.0" encoding="UTF-8" standalone="yes"?>
<Relationships xmlns="http://schemas.openxmlformats.org/package/2006/relationships"><Relationship Id="rId8" Type="http://schemas.openxmlformats.org/officeDocument/2006/relationships/image" Target="../media/image180.png"/><Relationship Id="rId3" Type="http://schemas.openxmlformats.org/officeDocument/2006/relationships/image" Target="../media/image110.png"/><Relationship Id="rId7" Type="http://schemas.openxmlformats.org/officeDocument/2006/relationships/image" Target="../media/image170.png"/><Relationship Id="rId2" Type="http://schemas.openxmlformats.org/officeDocument/2006/relationships/image" Target="../media/image19.png"/><Relationship Id="rId1" Type="http://schemas.openxmlformats.org/officeDocument/2006/relationships/slideLayout" Target="../slideLayouts/slideLayout2.xml"/><Relationship Id="rId6" Type="http://schemas.openxmlformats.org/officeDocument/2006/relationships/image" Target="../media/image164.png"/><Relationship Id="rId5" Type="http://schemas.openxmlformats.org/officeDocument/2006/relationships/image" Target="../media/image154.png"/><Relationship Id="rId10" Type="http://schemas.openxmlformats.org/officeDocument/2006/relationships/image" Target="../media/image200.png"/><Relationship Id="rId4" Type="http://schemas.openxmlformats.org/officeDocument/2006/relationships/image" Target="../media/image141.png"/><Relationship Id="rId9" Type="http://schemas.openxmlformats.org/officeDocument/2006/relationships/image" Target="../media/image19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hyperlink" Target="https://github.com/ishi-kai/OpenEDA-PDK_SetupScript/" TargetMode="External"/><Relationship Id="rId2" Type="http://schemas.openxmlformats.org/officeDocument/2006/relationships/hyperlink" Target="https://github.com/OpenSUSI/TR-1um" TargetMode="Externa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image" Target="../media/image20.emf"/><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image" Target="../media/image21.emf"/><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emf"/><Relationship Id="rId1" Type="http://schemas.openxmlformats.org/officeDocument/2006/relationships/slideLayout" Target="../slideLayouts/slideLayout2.xml"/><Relationship Id="rId4" Type="http://schemas.openxmlformats.org/officeDocument/2006/relationships/image" Target="../media/image30.emf"/></Relationships>
</file>

<file path=ppt/slides/_rels/slide33.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jpe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40.png"/><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4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3.xml"/></Relationships>
</file>

<file path=ppt/slides/_rels/slide49.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50.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image" Target="../media/image54.png"/><Relationship Id="rId1" Type="http://schemas.openxmlformats.org/officeDocument/2006/relationships/slideLayout" Target="../slideLayouts/slideLayout3.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60.png"/><Relationship Id="rId1" Type="http://schemas.openxmlformats.org/officeDocument/2006/relationships/slideLayout" Target="../slideLayouts/slideLayout3.xml"/><Relationship Id="rId4" Type="http://schemas.openxmlformats.org/officeDocument/2006/relationships/image" Target="../media/image61.png"/></Relationships>
</file>

<file path=ppt/slides/_rels/slide64.xml.rels><?xml version="1.0" encoding="UTF-8" standalone="yes"?>
<Relationships xmlns="http://schemas.openxmlformats.org/package/2006/relationships"><Relationship Id="rId3" Type="http://schemas.openxmlformats.org/officeDocument/2006/relationships/image" Target="../media/image370.png"/><Relationship Id="rId2" Type="http://schemas.openxmlformats.org/officeDocument/2006/relationships/image" Target="../media/image62.png"/><Relationship Id="rId1" Type="http://schemas.openxmlformats.org/officeDocument/2006/relationships/slideLayout" Target="../slideLayouts/slideLayout2.xml"/><Relationship Id="rId4" Type="http://schemas.openxmlformats.org/officeDocument/2006/relationships/image" Target="../media/image38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2" Type="http://schemas.openxmlformats.org/officeDocument/2006/relationships/image" Target="../media/image65.sv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hyperlink" Target="https://gf180mcu-pdk.readthedocs.io/en/latest/physical_verification/design_manual/drm_16.html" TargetMode="External"/><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2.xml"/><Relationship Id="rId4" Type="http://schemas.openxmlformats.org/officeDocument/2006/relationships/image" Target="../media/image69.png"/></Relationships>
</file>

<file path=ppt/slides/_rels/slide78.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7.png"/><Relationship Id="rId1" Type="http://schemas.openxmlformats.org/officeDocument/2006/relationships/slideLayout" Target="../slideLayouts/slideLayout2.xml"/><Relationship Id="rId4" Type="http://schemas.openxmlformats.org/officeDocument/2006/relationships/image" Target="../media/image68.png"/></Relationships>
</file>

<file path=ppt/slides/_rels/slide80.xml.rels><?xml version="1.0" encoding="UTF-8" standalone="yes"?>
<Relationships xmlns="http://schemas.openxmlformats.org/package/2006/relationships"><Relationship Id="rId8" Type="http://schemas.openxmlformats.org/officeDocument/2006/relationships/image" Target="../media/image490.png"/><Relationship Id="rId7" Type="http://schemas.openxmlformats.org/officeDocument/2006/relationships/image" Target="../media/image62.png"/><Relationship Id="rId2" Type="http://schemas.openxmlformats.org/officeDocument/2006/relationships/image" Target="../media/image67.png"/><Relationship Id="rId1" Type="http://schemas.openxmlformats.org/officeDocument/2006/relationships/slideLayout" Target="../slideLayouts/slideLayout2.xml"/><Relationship Id="rId6" Type="http://schemas.openxmlformats.org/officeDocument/2006/relationships/image" Target="NULL"/><Relationship Id="rId5" Type="http://schemas.openxmlformats.org/officeDocument/2006/relationships/image" Target="NULL"/><Relationship Id="rId9" Type="http://schemas.openxmlformats.org/officeDocument/2006/relationships/image" Target="../media/image500.png"/></Relationships>
</file>

<file path=ppt/slides/_rels/slide81.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1.png"/><Relationship Id="rId1" Type="http://schemas.openxmlformats.org/officeDocument/2006/relationships/slideLayout" Target="../slideLayouts/slideLayout2.xml"/><Relationship Id="rId4" Type="http://schemas.openxmlformats.org/officeDocument/2006/relationships/image" Target="../media/image73.png"/></Relationships>
</file>

<file path=ppt/slides/_rels/slide82.xml.rels><?xml version="1.0" encoding="UTF-8" standalone="yes"?>
<Relationships xmlns="http://schemas.openxmlformats.org/package/2006/relationships"><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2" Type="http://schemas.openxmlformats.org/officeDocument/2006/relationships/image" Target="../media/image78.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2.xml.rels><?xml version="1.0" encoding="UTF-8" standalone="yes"?>
<Relationships xmlns="http://schemas.openxmlformats.org/package/2006/relationships"><Relationship Id="rId2" Type="http://schemas.openxmlformats.org/officeDocument/2006/relationships/image" Target="../media/image79.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image" Target="../media/image87.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2.xml"/><Relationship Id="rId1" Type="http://schemas.openxmlformats.org/officeDocument/2006/relationships/slideLayout" Target="../slideLayouts/slideLayout6.xml"/><Relationship Id="rId4" Type="http://schemas.openxmlformats.org/officeDocument/2006/relationships/image" Target="../media/image93.png"/></Relationships>
</file>

<file path=ppt/slides/_rels/slide104.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6.xml"/></Relationships>
</file>

<file path=ppt/slides/_rels/slide10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6.xml"/></Relationships>
</file>

<file path=ppt/slides/_rels/slide106.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6.xml"/></Relationships>
</file>

<file path=ppt/slides/_rels/slide107.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6.xml"/></Relationships>
</file>

<file path=ppt/slides/_rels/slide108.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3.xml"/><Relationship Id="rId1" Type="http://schemas.openxmlformats.org/officeDocument/2006/relationships/slideLayout" Target="../slideLayouts/slideLayout6.xml"/><Relationship Id="rId5" Type="http://schemas.openxmlformats.org/officeDocument/2006/relationships/image" Target="../media/image101.png"/><Relationship Id="rId4" Type="http://schemas.openxmlformats.org/officeDocument/2006/relationships/image" Target="../media/image100.png"/></Relationships>
</file>

<file path=ppt/slides/_rels/slide111.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6.xml"/></Relationships>
</file>

<file path=ppt/slides/_rels/slide112.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6.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6.xml.rels><?xml version="1.0" encoding="UTF-8" standalone="yes"?>
<Relationships xmlns="http://schemas.openxmlformats.org/package/2006/relationships"><Relationship Id="rId2" Type="http://schemas.openxmlformats.org/officeDocument/2006/relationships/image" Target="../media/image106.png"/><Relationship Id="rId1" Type="http://schemas.openxmlformats.org/officeDocument/2006/relationships/slideLayout" Target="../slideLayouts/slideLayout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8.xml.rels><?xml version="1.0" encoding="UTF-8" standalone="yes"?>
<Relationships xmlns="http://schemas.openxmlformats.org/package/2006/relationships"><Relationship Id="rId2" Type="http://schemas.openxmlformats.org/officeDocument/2006/relationships/image" Target="../media/image107.png"/><Relationship Id="rId1" Type="http://schemas.openxmlformats.org/officeDocument/2006/relationships/slideLayout" Target="../slideLayouts/slideLayout6.xml"/></Relationships>
</file>

<file path=ppt/slides/_rels/slide11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108.png"/><Relationship Id="rId1" Type="http://schemas.openxmlformats.org/officeDocument/2006/relationships/slideLayout" Target="../slideLayouts/slideLayout6.xml"/></Relationships>
</file>

<file path=ppt/slides/_rels/slide120.xml.rels><?xml version="1.0" encoding="UTF-8" standalone="yes"?>
<Relationships xmlns="http://schemas.openxmlformats.org/package/2006/relationships"><Relationship Id="rId2" Type="http://schemas.openxmlformats.org/officeDocument/2006/relationships/hyperlink" Target="http://repo.hu/projects/xschem/xschem_man/symbol_property_syntax.html" TargetMode="External"/><Relationship Id="rId1" Type="http://schemas.openxmlformats.org/officeDocument/2006/relationships/slideLayout" Target="../slideLayouts/slideLayout6.xml"/></Relationships>
</file>

<file path=ppt/slides/_rels/slide121.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6.xml"/></Relationships>
</file>

<file path=ppt/slides/_rels/slide122.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6.xml"/></Relationships>
</file>

<file path=ppt/slides/_rels/slide123.xml.rels><?xml version="1.0" encoding="UTF-8" standalone="yes"?>
<Relationships xmlns="http://schemas.openxmlformats.org/package/2006/relationships"><Relationship Id="rId2" Type="http://schemas.openxmlformats.org/officeDocument/2006/relationships/image" Target="../media/image112.png"/><Relationship Id="rId1" Type="http://schemas.openxmlformats.org/officeDocument/2006/relationships/slideLayout" Target="../slideLayouts/slideLayout6.xml"/></Relationships>
</file>

<file path=ppt/slides/_rels/slide124.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6.xml"/></Relationships>
</file>

<file path=ppt/slides/_rels/slide125.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6.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3" Type="http://schemas.openxmlformats.org/officeDocument/2006/relationships/image" Target="../media/image116.jpg"/><Relationship Id="rId2" Type="http://schemas.openxmlformats.org/officeDocument/2006/relationships/image" Target="../media/image115.JPG"/><Relationship Id="rId1" Type="http://schemas.openxmlformats.org/officeDocument/2006/relationships/slideLayout" Target="../slideLayouts/slideLayout2.xml"/><Relationship Id="rId4" Type="http://schemas.openxmlformats.org/officeDocument/2006/relationships/image" Target="../media/image117.png"/></Relationships>
</file>

<file path=ppt/slides/_rels/slide128.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8.sv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image" Target="../media/image121.png"/><Relationship Id="rId1" Type="http://schemas.openxmlformats.org/officeDocument/2006/relationships/slideLayout" Target="../slideLayouts/slideLayout3.xml"/></Relationships>
</file>

<file path=ppt/slides/_rels/slide130.xml.rels><?xml version="1.0" encoding="UTF-8" standalone="yes"?>
<Relationships xmlns="http://schemas.openxmlformats.org/package/2006/relationships"><Relationship Id="rId3" Type="http://schemas.openxmlformats.org/officeDocument/2006/relationships/image" Target="../media/image124.jpg"/><Relationship Id="rId2" Type="http://schemas.openxmlformats.org/officeDocument/2006/relationships/image" Target="../media/image123.jpg"/><Relationship Id="rId1" Type="http://schemas.openxmlformats.org/officeDocument/2006/relationships/slideLayout" Target="../slideLayouts/slideLayout2.xml"/><Relationship Id="rId5" Type="http://schemas.openxmlformats.org/officeDocument/2006/relationships/image" Target="../media/image126.jpg"/><Relationship Id="rId4" Type="http://schemas.openxmlformats.org/officeDocument/2006/relationships/image" Target="../media/image125.jp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32.xml.rels><?xml version="1.0" encoding="UTF-8" standalone="yes"?>
<Relationships xmlns="http://schemas.openxmlformats.org/package/2006/relationships"><Relationship Id="rId3" Type="http://schemas.openxmlformats.org/officeDocument/2006/relationships/image" Target="../media/image127.png"/><Relationship Id="rId2" Type="http://schemas.openxmlformats.org/officeDocument/2006/relationships/image" Target="../media/image117.png"/><Relationship Id="rId1" Type="http://schemas.openxmlformats.org/officeDocument/2006/relationships/slideLayout" Target="../slideLayouts/slideLayout2.xml"/><Relationship Id="rId4" Type="http://schemas.openxmlformats.org/officeDocument/2006/relationships/image" Target="../media/image128.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29.png"/><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image" Target="../media/image131.png"/><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3" Type="http://schemas.openxmlformats.org/officeDocument/2006/relationships/hyperlink" Target="https://ishi-kai.org/" TargetMode="External"/><Relationship Id="rId2" Type="http://schemas.openxmlformats.org/officeDocument/2006/relationships/image" Target="../media/image134.jpeg"/><Relationship Id="rId1" Type="http://schemas.openxmlformats.org/officeDocument/2006/relationships/slideLayout" Target="../slideLayouts/slideLayout8.xml"/></Relationships>
</file>

<file path=ppt/slides/_rels/slide139.xml.rels><?xml version="1.0" encoding="UTF-8" standalone="yes"?>
<Relationships xmlns="http://schemas.openxmlformats.org/package/2006/relationships"><Relationship Id="rId2" Type="http://schemas.openxmlformats.org/officeDocument/2006/relationships/image" Target="../media/image135.png"/><Relationship Id="rId1" Type="http://schemas.openxmlformats.org/officeDocument/2006/relationships/slideLayout" Target="../slideLayouts/slideLayout6.xml"/></Relationships>
</file>

<file path=ppt/slides/_rels/slide140.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6.xml"/></Relationships>
</file>

<file path=ppt/slides/_rels/slide141.xml.rels><?xml version="1.0" encoding="UTF-8" standalone="yes"?>
<Relationships xmlns="http://schemas.openxmlformats.org/package/2006/relationships"><Relationship Id="rId2" Type="http://schemas.openxmlformats.org/officeDocument/2006/relationships/image" Target="../media/image137.png"/><Relationship Id="rId1" Type="http://schemas.openxmlformats.org/officeDocument/2006/relationships/slideLayout" Target="../slideLayouts/slideLayout6.xml"/></Relationships>
</file>

<file path=ppt/slides/_rels/slide142.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image" Target="../media/image138.png"/><Relationship Id="rId1" Type="http://schemas.openxmlformats.org/officeDocument/2006/relationships/slideLayout" Target="../slideLayouts/slideLayout6.xml"/></Relationships>
</file>

<file path=ppt/slides/_rels/slide143.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6.xml"/><Relationship Id="rId4" Type="http://schemas.openxmlformats.org/officeDocument/2006/relationships/image" Target="../media/image138.png"/></Relationships>
</file>

<file path=ppt/slides/_rels/slide144.xml.rels><?xml version="1.0" encoding="UTF-8" standalone="yes"?>
<Relationships xmlns="http://schemas.openxmlformats.org/package/2006/relationships"><Relationship Id="rId3" Type="http://schemas.openxmlformats.org/officeDocument/2006/relationships/image" Target="../media/image143.jpeg"/><Relationship Id="rId2" Type="http://schemas.openxmlformats.org/officeDocument/2006/relationships/image" Target="../media/image142.png"/><Relationship Id="rId1" Type="http://schemas.openxmlformats.org/officeDocument/2006/relationships/slideLayout" Target="../slideLayouts/slideLayout6.xml"/><Relationship Id="rId4" Type="http://schemas.openxmlformats.org/officeDocument/2006/relationships/image" Target="../media/image144.png"/></Relationships>
</file>

<file path=ppt/slides/_rels/slide145.xml.rels><?xml version="1.0" encoding="UTF-8" standalone="yes"?>
<Relationships xmlns="http://schemas.openxmlformats.org/package/2006/relationships"><Relationship Id="rId2" Type="http://schemas.openxmlformats.org/officeDocument/2006/relationships/image" Target="../media/image145.png"/><Relationship Id="rId1" Type="http://schemas.openxmlformats.org/officeDocument/2006/relationships/slideLayout" Target="../slideLayouts/slideLayout6.xml"/></Relationships>
</file>

<file path=ppt/slides/_rels/slide146.xml.rels><?xml version="1.0" encoding="UTF-8" standalone="yes"?>
<Relationships xmlns="http://schemas.openxmlformats.org/package/2006/relationships"><Relationship Id="rId3" Type="http://schemas.openxmlformats.org/officeDocument/2006/relationships/image" Target="../media/image143.jpeg"/><Relationship Id="rId2" Type="http://schemas.openxmlformats.org/officeDocument/2006/relationships/image" Target="../media/image146.png"/><Relationship Id="rId1" Type="http://schemas.openxmlformats.org/officeDocument/2006/relationships/slideLayout" Target="../slideLayouts/slideLayout6.xml"/></Relationships>
</file>

<file path=ppt/slides/_rels/slide147.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image" Target="../media/image149.png"/><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2" Type="http://schemas.openxmlformats.org/officeDocument/2006/relationships/image" Target="../media/image151.png"/><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hyperlink" Target="https://gf180mcu-pdk.readthedocs.io/en/latest/physical_verification/design_manual/Design_Manual.html" TargetMode="External"/><Relationship Id="rId1" Type="http://schemas.openxmlformats.org/officeDocument/2006/relationships/slideLayout" Target="../slideLayouts/slideLayout2.xml"/></Relationships>
</file>

<file path=ppt/slides/_rels/slide153.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52.png"/><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3" Type="http://schemas.openxmlformats.org/officeDocument/2006/relationships/image" Target="../media/image155.png"/><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openxmlformats.org/officeDocument/2006/relationships/image" Target="../media/image156.png"/></Relationships>
</file>

<file path=ppt/slides/_rels/slide156.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2" Type="http://schemas.openxmlformats.org/officeDocument/2006/relationships/image" Target="../media/image158.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a:extLst>
              <a:ext uri="{FF2B5EF4-FFF2-40B4-BE49-F238E27FC236}">
                <a16:creationId xmlns:a16="http://schemas.microsoft.com/office/drawing/2014/main" id="{8D66E636-D1D5-3AAC-5CD5-A2F5C585CB49}"/>
              </a:ext>
            </a:extLst>
          </p:cNvPr>
          <p:cNvSpPr>
            <a:spLocks noGrp="1"/>
          </p:cNvSpPr>
          <p:nvPr>
            <p:ph type="title"/>
          </p:nvPr>
        </p:nvSpPr>
        <p:spPr>
          <a:xfrm>
            <a:off x="325822" y="2551176"/>
            <a:ext cx="11726842" cy="914400"/>
          </a:xfrm>
        </p:spPr>
        <p:txBody>
          <a:bodyPr rtlCol="0">
            <a:noAutofit/>
          </a:bodyPr>
          <a:lstStyle/>
          <a:p>
            <a:pPr rtl="0"/>
            <a:r>
              <a:rPr lang="ja-JP" altLang="en-US" sz="4400" dirty="0">
                <a:latin typeface="Meiryo UI" panose="020B0604030504040204" pitchFamily="50" charset="-128"/>
                <a:ea typeface="Meiryo UI" panose="020B0604030504040204" pitchFamily="50" charset="-128"/>
              </a:rPr>
              <a:t>アナログ開発ツールの使い方 </a:t>
            </a:r>
            <a:r>
              <a:rPr lang="en-US" altLang="ja-JP" sz="4400" dirty="0">
                <a:latin typeface="Meiryo UI" panose="020B0604030504040204" pitchFamily="50" charset="-128"/>
                <a:ea typeface="Meiryo UI" panose="020B0604030504040204" pitchFamily="50" charset="-128"/>
              </a:rPr>
              <a:t>(GF180mcu)</a:t>
            </a:r>
            <a:endParaRPr lang="ja-JP" altLang="en-US" sz="4400" dirty="0">
              <a:latin typeface="Meiryo UI" panose="020B0604030504040204" pitchFamily="50" charset="-128"/>
              <a:ea typeface="Meiryo UI" panose="020B0604030504040204" pitchFamily="50" charset="-128"/>
            </a:endParaRPr>
          </a:p>
        </p:txBody>
      </p:sp>
      <p:sp>
        <p:nvSpPr>
          <p:cNvPr id="5" name="テキスト プレースホルダー 4">
            <a:extLst>
              <a:ext uri="{FF2B5EF4-FFF2-40B4-BE49-F238E27FC236}">
                <a16:creationId xmlns:a16="http://schemas.microsoft.com/office/drawing/2014/main" id="{DE831F0C-52BB-6204-5BF6-C4DDD23942D3}"/>
              </a:ext>
            </a:extLst>
          </p:cNvPr>
          <p:cNvSpPr>
            <a:spLocks noGrp="1"/>
          </p:cNvSpPr>
          <p:nvPr>
            <p:ph type="body" sz="quarter" idx="10"/>
          </p:nvPr>
        </p:nvSpPr>
        <p:spPr>
          <a:xfrm>
            <a:off x="453531" y="3569828"/>
            <a:ext cx="9921943" cy="2409363"/>
          </a:xfrm>
        </p:spPr>
        <p:txBody>
          <a:bodyPr rtlCol="0">
            <a:normAutofit/>
          </a:bodyPr>
          <a:lstStyle/>
          <a:p>
            <a:r>
              <a:rPr lang="en-US" altLang="ja-JP" dirty="0"/>
              <a:t>ISHI</a:t>
            </a:r>
            <a:r>
              <a:rPr lang="ja-JP" altLang="en-US" dirty="0"/>
              <a:t>会</a:t>
            </a:r>
            <a:endParaRPr lang="en-US" altLang="ja-JP" dirty="0"/>
          </a:p>
          <a:p>
            <a:pPr rtl="0"/>
            <a:r>
              <a:rPr lang="en-US" altLang="ja-JP" sz="2400" dirty="0">
                <a:solidFill>
                  <a:schemeClr val="accent2"/>
                </a:solidFill>
                <a:latin typeface="Meiryo UI" panose="020B0604030504040204" pitchFamily="50" charset="-128"/>
                <a:ea typeface="Meiryo UI" panose="020B0604030504040204" pitchFamily="50" charset="-128"/>
              </a:rPr>
              <a:t>	</a:t>
            </a:r>
            <a:r>
              <a:rPr lang="ja-JP" altLang="en-US" sz="2400" dirty="0">
                <a:solidFill>
                  <a:schemeClr val="accent2"/>
                </a:solidFill>
                <a:latin typeface="Meiryo UI" panose="020B0604030504040204" pitchFamily="50" charset="-128"/>
                <a:ea typeface="Meiryo UI" panose="020B0604030504040204" pitchFamily="50" charset="-128"/>
              </a:rPr>
              <a:t>森　瑞紀 </a:t>
            </a:r>
            <a:r>
              <a:rPr lang="en-US" altLang="ja-JP" sz="2400" dirty="0">
                <a:solidFill>
                  <a:schemeClr val="accent2"/>
                </a:solidFill>
                <a:latin typeface="Meiryo UI" panose="020B0604030504040204" pitchFamily="50" charset="-128"/>
                <a:ea typeface="Meiryo UI" panose="020B0604030504040204" pitchFamily="50" charset="-128"/>
              </a:rPr>
              <a:t>(Mizuki Mori) , </a:t>
            </a:r>
            <a:r>
              <a:rPr lang="en-US" altLang="ja-JP" sz="2400" dirty="0">
                <a:solidFill>
                  <a:schemeClr val="accent2"/>
                </a:solidFill>
                <a:latin typeface="Meiryo UI" panose="020B0604030504040204" pitchFamily="50" charset="-128"/>
                <a:ea typeface="Meiryo UI" panose="020B0604030504040204" pitchFamily="50" charset="-128"/>
                <a:hlinkClick r:id="rId3"/>
              </a:rPr>
              <a:t>https://github.com/3zki</a:t>
            </a:r>
            <a:endParaRPr lang="en-US" altLang="ja-JP" sz="2400" dirty="0">
              <a:solidFill>
                <a:schemeClr val="accent2"/>
              </a:solidFill>
              <a:latin typeface="Meiryo UI" panose="020B0604030504040204" pitchFamily="50" charset="-128"/>
              <a:ea typeface="Meiryo UI" panose="020B0604030504040204" pitchFamily="50" charset="-128"/>
            </a:endParaRPr>
          </a:p>
          <a:p>
            <a:pPr rtl="0"/>
            <a:r>
              <a:rPr lang="en-US" altLang="ja-JP" dirty="0"/>
              <a:t>	</a:t>
            </a:r>
            <a:r>
              <a:rPr lang="ja-JP" altLang="en-US" dirty="0"/>
              <a:t>今村　謙之（</a:t>
            </a:r>
            <a:r>
              <a:rPr lang="en-US" altLang="ja-JP" dirty="0"/>
              <a:t>Noritsuna Imamura</a:t>
            </a:r>
            <a:r>
              <a:rPr lang="ja-JP" altLang="en-US" dirty="0"/>
              <a:t>）</a:t>
            </a:r>
            <a:endParaRPr lang="en-US" altLang="ja-JP" dirty="0"/>
          </a:p>
          <a:p>
            <a:pPr rtl="0"/>
            <a:r>
              <a:rPr lang="en-US" altLang="ja-JP" dirty="0"/>
              <a:t>	Rev.1</a:t>
            </a:r>
          </a:p>
        </p:txBody>
      </p:sp>
      <p:sp>
        <p:nvSpPr>
          <p:cNvPr id="2" name="日付プレースホルダー 1">
            <a:extLst>
              <a:ext uri="{FF2B5EF4-FFF2-40B4-BE49-F238E27FC236}">
                <a16:creationId xmlns:a16="http://schemas.microsoft.com/office/drawing/2014/main" id="{48590216-C9B9-CB61-44C2-15F08B0B9852}"/>
              </a:ext>
            </a:extLst>
          </p:cNvPr>
          <p:cNvSpPr>
            <a:spLocks noGrp="1"/>
          </p:cNvSpPr>
          <p:nvPr>
            <p:ph type="dt" sz="half" idx="2"/>
          </p:nvPr>
        </p:nvSpPr>
        <p:spPr/>
        <p:txBody>
          <a:bodyPr/>
          <a:lstStyle/>
          <a:p>
            <a:fld id="{CCC39FBC-62DA-4958-9F4D-68C05A2FE900}" type="datetime1">
              <a:rPr lang="ja-JP" altLang="en-US" smtClean="0"/>
              <a:t>2026/10/20</a:t>
            </a:fld>
            <a:endParaRPr lang="ja-JP" altLang="en-US" dirty="0"/>
          </a:p>
        </p:txBody>
      </p:sp>
    </p:spTree>
    <p:extLst>
      <p:ext uri="{BB962C8B-B14F-4D97-AF65-F5344CB8AC3E}">
        <p14:creationId xmlns:p14="http://schemas.microsoft.com/office/powerpoint/2010/main" val="350770659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FA75A33-5C36-EF97-3C7C-B2600E653C17}"/>
              </a:ext>
            </a:extLst>
          </p:cNvPr>
          <p:cNvSpPr>
            <a:spLocks noGrp="1"/>
          </p:cNvSpPr>
          <p:nvPr>
            <p:ph type="title"/>
          </p:nvPr>
        </p:nvSpPr>
        <p:spPr/>
        <p:txBody>
          <a:bodyPr/>
          <a:lstStyle/>
          <a:p>
            <a:r>
              <a:rPr lang="ja-JP" altLang="en-US" dirty="0"/>
              <a:t>アジェンダ</a:t>
            </a:r>
            <a:endParaRPr kumimoji="1" lang="ja-JP" altLang="en-US" dirty="0"/>
          </a:p>
        </p:txBody>
      </p:sp>
      <p:sp>
        <p:nvSpPr>
          <p:cNvPr id="3" name="日付プレースホルダー 2">
            <a:extLst>
              <a:ext uri="{FF2B5EF4-FFF2-40B4-BE49-F238E27FC236}">
                <a16:creationId xmlns:a16="http://schemas.microsoft.com/office/drawing/2014/main" id="{8EDB2B59-7262-EB9B-6AB8-5753357B2E85}"/>
              </a:ext>
            </a:extLst>
          </p:cNvPr>
          <p:cNvSpPr>
            <a:spLocks noGrp="1"/>
          </p:cNvSpPr>
          <p:nvPr>
            <p:ph type="dt" sz="half" idx="10"/>
          </p:nvPr>
        </p:nvSpPr>
        <p:spPr/>
        <p:txBody>
          <a:bodyPr/>
          <a:lstStyle/>
          <a:p>
            <a:pPr rtl="0"/>
            <a:fld id="{305E5F2E-23C0-40DF-9DE2-9039FE5E1826}"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BF8C72C7-D384-2DDC-8C7C-CF417CC8319E}"/>
              </a:ext>
            </a:extLst>
          </p:cNvPr>
          <p:cNvSpPr>
            <a:spLocks noGrp="1"/>
          </p:cNvSpPr>
          <p:nvPr>
            <p:ph type="sldNum" sz="quarter" idx="12"/>
          </p:nvPr>
        </p:nvSpPr>
        <p:spPr/>
        <p:txBody>
          <a:bodyPr/>
          <a:lstStyle/>
          <a:p>
            <a:pPr rtl="0"/>
            <a:fld id="{9860EDB8-5305-433F-BE41-D7A86D811DB3}" type="slidenum">
              <a:rPr lang="en-US" altLang="ja-JP" noProof="0" smtClean="0"/>
              <a:pPr rtl="0"/>
              <a:t>2</a:t>
            </a:fld>
            <a:endParaRPr lang="ja-JP" altLang="en-US" noProof="0"/>
          </a:p>
        </p:txBody>
      </p:sp>
      <p:sp>
        <p:nvSpPr>
          <p:cNvPr id="5" name="コンテンツ プレースホルダー 4">
            <a:extLst>
              <a:ext uri="{FF2B5EF4-FFF2-40B4-BE49-F238E27FC236}">
                <a16:creationId xmlns:a16="http://schemas.microsoft.com/office/drawing/2014/main" id="{93ED14FC-3F1D-5E6A-6E63-5D0C0DFF8D92}"/>
              </a:ext>
            </a:extLst>
          </p:cNvPr>
          <p:cNvSpPr>
            <a:spLocks noGrp="1"/>
          </p:cNvSpPr>
          <p:nvPr>
            <p:ph sz="quarter" idx="13"/>
          </p:nvPr>
        </p:nvSpPr>
        <p:spPr/>
        <p:txBody>
          <a:bodyPr>
            <a:normAutofit/>
          </a:bodyPr>
          <a:lstStyle/>
          <a:p>
            <a:pPr marL="285750" indent="-285750">
              <a:buFont typeface="Arial" panose="020B0604020202020204" pitchFamily="34" charset="0"/>
              <a:buChar char="•"/>
            </a:pPr>
            <a:r>
              <a:rPr lang="ja-JP" altLang="en-US" sz="3200" dirty="0"/>
              <a:t>なぜ、半導体を学ぶのか？</a:t>
            </a:r>
            <a:endParaRPr lang="en-US" altLang="ja-JP" sz="3200" dirty="0"/>
          </a:p>
          <a:p>
            <a:pPr marL="285750" indent="-285750">
              <a:buFont typeface="Arial" panose="020B0604020202020204" pitchFamily="34" charset="0"/>
              <a:buChar char="•"/>
            </a:pPr>
            <a:r>
              <a:rPr lang="ja-JP" altLang="en-US" sz="3200" dirty="0"/>
              <a:t>半導体の基礎知識</a:t>
            </a:r>
            <a:endParaRPr lang="en-US" altLang="ja-JP" sz="3200" dirty="0"/>
          </a:p>
          <a:p>
            <a:pPr marL="285750" indent="-285750">
              <a:buFont typeface="Arial" panose="020B0604020202020204" pitchFamily="34" charset="0"/>
              <a:buChar char="•"/>
            </a:pPr>
            <a:r>
              <a:rPr lang="ja-JP" altLang="en-US" sz="3200" dirty="0"/>
              <a:t>開発ツールの紹介、</a:t>
            </a:r>
            <a:r>
              <a:rPr lang="en-US" altLang="ja-JP" sz="3200" dirty="0"/>
              <a:t>PDK</a:t>
            </a:r>
            <a:r>
              <a:rPr lang="ja-JP" altLang="en-US" sz="3200" dirty="0"/>
              <a:t>の中身</a:t>
            </a:r>
            <a:endParaRPr lang="en-US" altLang="ja-JP" sz="3200" dirty="0"/>
          </a:p>
          <a:p>
            <a:pPr marL="285750" indent="-285750">
              <a:buFont typeface="Arial" panose="020B0604020202020204" pitchFamily="34" charset="0"/>
              <a:buChar char="•"/>
            </a:pPr>
            <a:r>
              <a:rPr lang="ja-JP" altLang="en-US" sz="3200" dirty="0"/>
              <a:t>アナログ半導体の設計フロー</a:t>
            </a:r>
            <a:endParaRPr lang="en-US" altLang="ja-JP" sz="3200" dirty="0"/>
          </a:p>
          <a:p>
            <a:pPr marL="457200" indent="-457200">
              <a:buFont typeface="Arial" panose="020B0604020202020204" pitchFamily="34" charset="0"/>
              <a:buChar char="•"/>
            </a:pPr>
            <a:r>
              <a:rPr lang="ja-JP" altLang="en-US" sz="3200" dirty="0"/>
              <a:t>アナログ半導体設計デモンストレーション　（</a:t>
            </a:r>
            <a:r>
              <a:rPr lang="en-US" altLang="ja-JP" sz="3200" dirty="0"/>
              <a:t>CMOS</a:t>
            </a:r>
            <a:r>
              <a:rPr lang="ja-JP" altLang="en-US" sz="3200" dirty="0"/>
              <a:t>インバータ）</a:t>
            </a:r>
            <a:endParaRPr lang="en-US" altLang="ja-JP" sz="3200" dirty="0"/>
          </a:p>
          <a:p>
            <a:pPr marL="457200" indent="-457200">
              <a:buFont typeface="Arial" panose="020B0604020202020204" pitchFamily="34" charset="0"/>
              <a:buChar char="•"/>
            </a:pPr>
            <a:r>
              <a:rPr lang="ja-JP" altLang="en-US" sz="3200" dirty="0"/>
              <a:t>フレーム・パッドとテープアウト（製造依頼）</a:t>
            </a:r>
            <a:endParaRPr lang="en-US" altLang="ja-JP" sz="3200" dirty="0"/>
          </a:p>
          <a:p>
            <a:pPr marL="457200" indent="-457200">
              <a:buFont typeface="Arial" panose="020B0604020202020204" pitchFamily="34" charset="0"/>
              <a:buChar char="•"/>
            </a:pPr>
            <a:endParaRPr lang="en-US" altLang="ja-JP" sz="3200" dirty="0"/>
          </a:p>
        </p:txBody>
      </p:sp>
    </p:spTree>
    <p:extLst>
      <p:ext uri="{BB962C8B-B14F-4D97-AF65-F5344CB8AC3E}">
        <p14:creationId xmlns:p14="http://schemas.microsoft.com/office/powerpoint/2010/main" val="32201332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A30A239B-CF60-F14D-D9CC-9879FA60F97F}"/>
              </a:ext>
            </a:extLst>
          </p:cNvPr>
          <p:cNvSpPr>
            <a:spLocks noGrp="1"/>
          </p:cNvSpPr>
          <p:nvPr>
            <p:ph type="title"/>
          </p:nvPr>
        </p:nvSpPr>
        <p:spPr/>
        <p:txBody>
          <a:bodyPr/>
          <a:lstStyle/>
          <a:p>
            <a:r>
              <a:rPr lang="ja-JP" altLang="en-US" dirty="0"/>
              <a:t>なぜ、半導体を学ぶのか？</a:t>
            </a:r>
          </a:p>
        </p:txBody>
      </p:sp>
      <p:sp>
        <p:nvSpPr>
          <p:cNvPr id="7" name="テキスト プレースホルダー 6">
            <a:extLst>
              <a:ext uri="{FF2B5EF4-FFF2-40B4-BE49-F238E27FC236}">
                <a16:creationId xmlns:a16="http://schemas.microsoft.com/office/drawing/2014/main" id="{8563F2CC-E883-5D8E-9E4D-A524C8CBCB0A}"/>
              </a:ext>
            </a:extLst>
          </p:cNvPr>
          <p:cNvSpPr>
            <a:spLocks noGrp="1"/>
          </p:cNvSpPr>
          <p:nvPr>
            <p:ph type="body" sz="quarter" idx="10"/>
          </p:nvPr>
        </p:nvSpPr>
        <p:spPr/>
        <p:txBody>
          <a:bodyPr/>
          <a:lstStyle/>
          <a:p>
            <a:r>
              <a:rPr lang="ja-JP" altLang="en-US" dirty="0"/>
              <a:t>次世代電子工作の世界へ</a:t>
            </a:r>
          </a:p>
        </p:txBody>
      </p:sp>
      <p:sp>
        <p:nvSpPr>
          <p:cNvPr id="3" name="日付プレースホルダー 2">
            <a:extLst>
              <a:ext uri="{FF2B5EF4-FFF2-40B4-BE49-F238E27FC236}">
                <a16:creationId xmlns:a16="http://schemas.microsoft.com/office/drawing/2014/main" id="{4E92EA04-BF04-AEDE-EE38-69247B176266}"/>
              </a:ext>
            </a:extLst>
          </p:cNvPr>
          <p:cNvSpPr>
            <a:spLocks noGrp="1"/>
          </p:cNvSpPr>
          <p:nvPr>
            <p:ph type="dt" sz="half" idx="2"/>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2A354318-E272-2BE7-65A0-C3DAAD7656BB}"/>
              </a:ext>
            </a:extLst>
          </p:cNvPr>
          <p:cNvSpPr>
            <a:spLocks noGrp="1"/>
          </p:cNvSpPr>
          <p:nvPr>
            <p:ph type="sldNum" sz="quarter" idx="4294967295"/>
          </p:nvPr>
        </p:nvSpPr>
        <p:spPr>
          <a:xfrm>
            <a:off x="11136313" y="6565900"/>
            <a:ext cx="1055687" cy="292100"/>
          </a:xfrm>
        </p:spPr>
        <p:txBody>
          <a:bodyPr/>
          <a:lstStyle/>
          <a:p>
            <a:pPr rtl="0"/>
            <a:fld id="{9860EDB8-5305-433F-BE41-D7A86D811DB3}" type="slidenum">
              <a:rPr lang="en-US" altLang="ja-JP" noProof="0" smtClean="0"/>
              <a:pPr rtl="0"/>
              <a:t>3</a:t>
            </a:fld>
            <a:endParaRPr lang="ja-JP" altLang="en-US" noProof="0"/>
          </a:p>
        </p:txBody>
      </p:sp>
    </p:spTree>
    <p:extLst>
      <p:ext uri="{BB962C8B-B14F-4D97-AF65-F5344CB8AC3E}">
        <p14:creationId xmlns:p14="http://schemas.microsoft.com/office/powerpoint/2010/main" val="15043638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図 6">
            <a:extLst>
              <a:ext uri="{FF2B5EF4-FFF2-40B4-BE49-F238E27FC236}">
                <a16:creationId xmlns:a16="http://schemas.microsoft.com/office/drawing/2014/main" id="{6A974383-D682-E58B-7B7A-D74DF8031CDD}"/>
              </a:ext>
            </a:extLst>
          </p:cNvPr>
          <p:cNvPicPr>
            <a:picLocks noChangeAspect="1"/>
          </p:cNvPicPr>
          <p:nvPr/>
        </p:nvPicPr>
        <p:blipFill>
          <a:blip r:embed="rId2"/>
          <a:stretch>
            <a:fillRect/>
          </a:stretch>
        </p:blipFill>
        <p:spPr>
          <a:xfrm>
            <a:off x="154179" y="1230861"/>
            <a:ext cx="6205379" cy="1896629"/>
          </a:xfrm>
          <a:prstGeom prst="rect">
            <a:avLst/>
          </a:prstGeom>
        </p:spPr>
      </p:pic>
      <p:sp>
        <p:nvSpPr>
          <p:cNvPr id="2" name="タイトル 1">
            <a:extLst>
              <a:ext uri="{FF2B5EF4-FFF2-40B4-BE49-F238E27FC236}">
                <a16:creationId xmlns:a16="http://schemas.microsoft.com/office/drawing/2014/main" id="{0DE8E9FB-F47C-D238-43B3-D6B7D96DB4DE}"/>
              </a:ext>
            </a:extLst>
          </p:cNvPr>
          <p:cNvSpPr>
            <a:spLocks noGrp="1"/>
          </p:cNvSpPr>
          <p:nvPr>
            <p:ph type="title"/>
          </p:nvPr>
        </p:nvSpPr>
        <p:spPr/>
        <p:txBody>
          <a:bodyPr/>
          <a:lstStyle/>
          <a:p>
            <a:r>
              <a:rPr lang="ja-JP" altLang="en-US" dirty="0"/>
              <a:t>現在は、専用チップ化が進む世界</a:t>
            </a:r>
            <a:endParaRPr kumimoji="1" lang="ja-JP" altLang="en-US" dirty="0"/>
          </a:p>
        </p:txBody>
      </p:sp>
      <p:sp>
        <p:nvSpPr>
          <p:cNvPr id="3" name="日付プレースホルダー 2">
            <a:extLst>
              <a:ext uri="{FF2B5EF4-FFF2-40B4-BE49-F238E27FC236}">
                <a16:creationId xmlns:a16="http://schemas.microsoft.com/office/drawing/2014/main" id="{C2FFE0AA-4181-3885-1A02-D5976B427950}"/>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767C27CB-E600-220F-779F-26D88591BCA2}"/>
              </a:ext>
            </a:extLst>
          </p:cNvPr>
          <p:cNvSpPr>
            <a:spLocks noGrp="1"/>
          </p:cNvSpPr>
          <p:nvPr>
            <p:ph type="sldNum" sz="quarter" idx="12"/>
          </p:nvPr>
        </p:nvSpPr>
        <p:spPr/>
        <p:txBody>
          <a:bodyPr/>
          <a:lstStyle/>
          <a:p>
            <a:pPr rtl="0"/>
            <a:fld id="{9860EDB8-5305-433F-BE41-D7A86D811DB3}" type="slidenum">
              <a:rPr lang="en-US" altLang="ja-JP" noProof="0" smtClean="0"/>
              <a:pPr rtl="0"/>
              <a:t>4</a:t>
            </a:fld>
            <a:endParaRPr lang="ja-JP" altLang="en-US" noProof="0"/>
          </a:p>
        </p:txBody>
      </p:sp>
      <p:pic>
        <p:nvPicPr>
          <p:cNvPr id="9" name="図 8">
            <a:extLst>
              <a:ext uri="{FF2B5EF4-FFF2-40B4-BE49-F238E27FC236}">
                <a16:creationId xmlns:a16="http://schemas.microsoft.com/office/drawing/2014/main" id="{A4D85BC3-5769-C623-82D2-43C706FD8778}"/>
              </a:ext>
            </a:extLst>
          </p:cNvPr>
          <p:cNvPicPr>
            <a:picLocks noChangeAspect="1"/>
          </p:cNvPicPr>
          <p:nvPr/>
        </p:nvPicPr>
        <p:blipFill>
          <a:blip r:embed="rId3"/>
          <a:srcRect t="805"/>
          <a:stretch>
            <a:fillRect/>
          </a:stretch>
        </p:blipFill>
        <p:spPr>
          <a:xfrm>
            <a:off x="174125" y="3127490"/>
            <a:ext cx="6165485" cy="3397701"/>
          </a:xfrm>
          <a:prstGeom prst="rect">
            <a:avLst/>
          </a:prstGeom>
        </p:spPr>
      </p:pic>
      <p:graphicFrame>
        <p:nvGraphicFramePr>
          <p:cNvPr id="10" name="コンテンツ プレースホルダー 4">
            <a:extLst>
              <a:ext uri="{FF2B5EF4-FFF2-40B4-BE49-F238E27FC236}">
                <a16:creationId xmlns:a16="http://schemas.microsoft.com/office/drawing/2014/main" id="{114069E7-C9BB-8ABC-AEE1-E133DB6DAE0A}"/>
              </a:ext>
            </a:extLst>
          </p:cNvPr>
          <p:cNvGraphicFramePr>
            <a:graphicFrameLocks/>
          </p:cNvGraphicFramePr>
          <p:nvPr/>
        </p:nvGraphicFramePr>
        <p:xfrm>
          <a:off x="6494284" y="1230861"/>
          <a:ext cx="5305414" cy="4036783"/>
        </p:xfrm>
        <a:graphic>
          <a:graphicData uri="http://schemas.openxmlformats.org/drawingml/2006/diagram">
            <dgm:relIds xmlns:dgm="http://schemas.openxmlformats.org/drawingml/2006/diagram" xmlns:r="http://schemas.openxmlformats.org/officeDocument/2006/relationships" r:dm="rId4" r:lo="rId5" r:qs="rId6" r:cs="rId7"/>
          </a:graphicData>
        </a:graphic>
      </p:graphicFrame>
      <p:sp>
        <p:nvSpPr>
          <p:cNvPr id="11" name="正方形/長方形 10">
            <a:extLst>
              <a:ext uri="{FF2B5EF4-FFF2-40B4-BE49-F238E27FC236}">
                <a16:creationId xmlns:a16="http://schemas.microsoft.com/office/drawing/2014/main" id="{2755DD5D-DBDE-436E-18FE-888057ACCDB0}"/>
              </a:ext>
            </a:extLst>
          </p:cNvPr>
          <p:cNvSpPr/>
          <p:nvPr/>
        </p:nvSpPr>
        <p:spPr>
          <a:xfrm>
            <a:off x="6494284" y="5407648"/>
            <a:ext cx="5366665" cy="822521"/>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ja-JP" altLang="ja-JP" dirty="0"/>
              <a:t>次世代電子工作は</a:t>
            </a:r>
            <a:endParaRPr lang="en-US" altLang="ja-JP" dirty="0"/>
          </a:p>
          <a:p>
            <a:pPr algn="ctr"/>
            <a:r>
              <a:rPr lang="ja-JP" altLang="ja-JP" dirty="0"/>
              <a:t>「基板設計」から「専用チップ設計」になる</a:t>
            </a:r>
            <a:r>
              <a:rPr lang="ja-JP" altLang="en-US" dirty="0"/>
              <a:t>！</a:t>
            </a:r>
            <a:endParaRPr lang="en-US" altLang="ja-JP" dirty="0"/>
          </a:p>
        </p:txBody>
      </p:sp>
    </p:spTree>
    <p:extLst>
      <p:ext uri="{BB962C8B-B14F-4D97-AF65-F5344CB8AC3E}">
        <p14:creationId xmlns:p14="http://schemas.microsoft.com/office/powerpoint/2010/main" val="24977941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4" descr="サムネイル">
            <a:extLst>
              <a:ext uri="{FF2B5EF4-FFF2-40B4-BE49-F238E27FC236}">
                <a16:creationId xmlns:a16="http://schemas.microsoft.com/office/drawing/2014/main" id="{8A00BAE6-D09D-701F-E01F-83D10EAFE2F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374" t="13084" b="12507"/>
          <a:stretch>
            <a:fillRect/>
          </a:stretch>
        </p:blipFill>
        <p:spPr bwMode="auto">
          <a:xfrm>
            <a:off x="-59607" y="3282040"/>
            <a:ext cx="4631607" cy="2674989"/>
          </a:xfrm>
          <a:prstGeom prst="rect">
            <a:avLst/>
          </a:prstGeom>
          <a:noFill/>
          <a:extLst>
            <a:ext uri="{909E8E84-426E-40DD-AFC4-6F175D3DCCD1}">
              <a14:hiddenFill xmlns:a14="http://schemas.microsoft.com/office/drawing/2010/main">
                <a:solidFill>
                  <a:srgbClr val="FFFFFF"/>
                </a:solidFill>
              </a14:hiddenFill>
            </a:ext>
          </a:extLst>
        </p:spPr>
      </p:pic>
      <p:sp>
        <p:nvSpPr>
          <p:cNvPr id="2" name="タイトル 1">
            <a:extLst>
              <a:ext uri="{FF2B5EF4-FFF2-40B4-BE49-F238E27FC236}">
                <a16:creationId xmlns:a16="http://schemas.microsoft.com/office/drawing/2014/main" id="{8E194A67-9C84-3A61-FF9E-83FEDF384727}"/>
              </a:ext>
            </a:extLst>
          </p:cNvPr>
          <p:cNvSpPr>
            <a:spLocks noGrp="1"/>
          </p:cNvSpPr>
          <p:nvPr>
            <p:ph type="title"/>
          </p:nvPr>
        </p:nvSpPr>
        <p:spPr/>
        <p:txBody>
          <a:bodyPr/>
          <a:lstStyle/>
          <a:p>
            <a:r>
              <a:rPr lang="ja-JP" altLang="en-US" dirty="0"/>
              <a:t>半導体を自作する世界がやってきた</a:t>
            </a:r>
            <a:endParaRPr kumimoji="1" lang="ja-JP" altLang="en-US" dirty="0"/>
          </a:p>
        </p:txBody>
      </p:sp>
      <p:sp>
        <p:nvSpPr>
          <p:cNvPr id="3" name="日付プレースホルダー 2">
            <a:extLst>
              <a:ext uri="{FF2B5EF4-FFF2-40B4-BE49-F238E27FC236}">
                <a16:creationId xmlns:a16="http://schemas.microsoft.com/office/drawing/2014/main" id="{E19C7BE1-062E-94C9-56C5-5A5158CEA146}"/>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1051A50C-DB65-4EDE-6C30-963274A19470}"/>
              </a:ext>
            </a:extLst>
          </p:cNvPr>
          <p:cNvSpPr>
            <a:spLocks noGrp="1"/>
          </p:cNvSpPr>
          <p:nvPr>
            <p:ph type="sldNum" sz="quarter" idx="12"/>
          </p:nvPr>
        </p:nvSpPr>
        <p:spPr/>
        <p:txBody>
          <a:bodyPr/>
          <a:lstStyle/>
          <a:p>
            <a:pPr rtl="0"/>
            <a:fld id="{9860EDB8-5305-433F-BE41-D7A86D811DB3}" type="slidenum">
              <a:rPr lang="en-US" altLang="ja-JP" noProof="0" smtClean="0"/>
              <a:pPr rtl="0"/>
              <a:t>5</a:t>
            </a:fld>
            <a:endParaRPr lang="ja-JP" altLang="en-US" noProof="0"/>
          </a:p>
        </p:txBody>
      </p:sp>
      <p:pic>
        <p:nvPicPr>
          <p:cNvPr id="6" name="Picture 2">
            <a:extLst>
              <a:ext uri="{FF2B5EF4-FFF2-40B4-BE49-F238E27FC236}">
                <a16:creationId xmlns:a16="http://schemas.microsoft.com/office/drawing/2014/main" id="{98903BB6-9329-8597-4BBF-3CC20479E88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4114" t="14405" r="68011" b="56160"/>
          <a:stretch>
            <a:fillRect/>
          </a:stretch>
        </p:blipFill>
        <p:spPr bwMode="auto">
          <a:xfrm>
            <a:off x="4341399" y="1139252"/>
            <a:ext cx="3361748" cy="5424297"/>
          </a:xfrm>
          <a:prstGeom prst="rect">
            <a:avLst/>
          </a:prstGeom>
          <a:noFill/>
          <a:extLst>
            <a:ext uri="{909E8E84-426E-40DD-AFC4-6F175D3DCCD1}">
              <a14:hiddenFill xmlns:a14="http://schemas.microsoft.com/office/drawing/2010/main">
                <a:solidFill>
                  <a:srgbClr val="FFFFFF"/>
                </a:solidFill>
              </a14:hiddenFill>
            </a:ext>
          </a:extLst>
        </p:spPr>
      </p:pic>
      <p:pic>
        <p:nvPicPr>
          <p:cNvPr id="8" name="コンテンツ プレースホルダー 6">
            <a:extLst>
              <a:ext uri="{FF2B5EF4-FFF2-40B4-BE49-F238E27FC236}">
                <a16:creationId xmlns:a16="http://schemas.microsoft.com/office/drawing/2014/main" id="{199D129D-0B09-646E-59AA-2AE86B4C4DE5}"/>
              </a:ext>
            </a:extLst>
          </p:cNvPr>
          <p:cNvPicPr>
            <a:picLocks noChangeAspect="1"/>
          </p:cNvPicPr>
          <p:nvPr/>
        </p:nvPicPr>
        <p:blipFill>
          <a:blip r:embed="rId4"/>
          <a:stretch>
            <a:fillRect/>
          </a:stretch>
        </p:blipFill>
        <p:spPr>
          <a:xfrm>
            <a:off x="7725022" y="0"/>
            <a:ext cx="4466978" cy="6563549"/>
          </a:xfrm>
          <a:prstGeom prst="rect">
            <a:avLst/>
          </a:prstGeom>
        </p:spPr>
      </p:pic>
      <p:pic>
        <p:nvPicPr>
          <p:cNvPr id="10" name="図 9">
            <a:extLst>
              <a:ext uri="{FF2B5EF4-FFF2-40B4-BE49-F238E27FC236}">
                <a16:creationId xmlns:a16="http://schemas.microsoft.com/office/drawing/2014/main" id="{6008F8C4-E233-212A-A2F2-640C5284DEE4}"/>
              </a:ext>
            </a:extLst>
          </p:cNvPr>
          <p:cNvPicPr>
            <a:picLocks noChangeAspect="1"/>
          </p:cNvPicPr>
          <p:nvPr/>
        </p:nvPicPr>
        <p:blipFill>
          <a:blip r:embed="rId5"/>
          <a:stretch>
            <a:fillRect/>
          </a:stretch>
        </p:blipFill>
        <p:spPr>
          <a:xfrm>
            <a:off x="-59607" y="1139251"/>
            <a:ext cx="4401005" cy="2142789"/>
          </a:xfrm>
          <a:prstGeom prst="rect">
            <a:avLst/>
          </a:prstGeom>
        </p:spPr>
      </p:pic>
    </p:spTree>
    <p:extLst>
      <p:ext uri="{BB962C8B-B14F-4D97-AF65-F5344CB8AC3E}">
        <p14:creationId xmlns:p14="http://schemas.microsoft.com/office/powerpoint/2010/main" val="30811131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19B0B01-B026-DC75-0283-1CF9F27EAAEE}"/>
              </a:ext>
            </a:extLst>
          </p:cNvPr>
          <p:cNvSpPr>
            <a:spLocks noGrp="1"/>
          </p:cNvSpPr>
          <p:nvPr>
            <p:ph type="title"/>
          </p:nvPr>
        </p:nvSpPr>
        <p:spPr/>
        <p:txBody>
          <a:bodyPr/>
          <a:lstStyle/>
          <a:p>
            <a:r>
              <a:rPr kumimoji="1" lang="ja-JP" altLang="en-US" dirty="0"/>
              <a:t>次世代電子工作の世界へ</a:t>
            </a:r>
          </a:p>
        </p:txBody>
      </p:sp>
      <p:sp>
        <p:nvSpPr>
          <p:cNvPr id="3" name="日付プレースホルダー 2">
            <a:extLst>
              <a:ext uri="{FF2B5EF4-FFF2-40B4-BE49-F238E27FC236}">
                <a16:creationId xmlns:a16="http://schemas.microsoft.com/office/drawing/2014/main" id="{B2A92327-2242-0480-D7DA-C4A39E5287D3}"/>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E6833426-FFC4-77CF-B01B-A9CA7DE717B3}"/>
              </a:ext>
            </a:extLst>
          </p:cNvPr>
          <p:cNvSpPr>
            <a:spLocks noGrp="1"/>
          </p:cNvSpPr>
          <p:nvPr>
            <p:ph type="sldNum" sz="quarter" idx="12"/>
          </p:nvPr>
        </p:nvSpPr>
        <p:spPr/>
        <p:txBody>
          <a:bodyPr/>
          <a:lstStyle/>
          <a:p>
            <a:pPr rtl="0"/>
            <a:fld id="{9860EDB8-5305-433F-BE41-D7A86D811DB3}" type="slidenum">
              <a:rPr lang="en-US" altLang="ja-JP" noProof="0" smtClean="0"/>
              <a:pPr rtl="0"/>
              <a:t>6</a:t>
            </a:fld>
            <a:endParaRPr lang="ja-JP" altLang="en-US" noProof="0"/>
          </a:p>
        </p:txBody>
      </p:sp>
      <p:sp>
        <p:nvSpPr>
          <p:cNvPr id="5" name="コンテンツ プレースホルダー 4">
            <a:extLst>
              <a:ext uri="{FF2B5EF4-FFF2-40B4-BE49-F238E27FC236}">
                <a16:creationId xmlns:a16="http://schemas.microsoft.com/office/drawing/2014/main" id="{990BF76C-9B1B-5B9D-08A9-F1D80568547A}"/>
              </a:ext>
            </a:extLst>
          </p:cNvPr>
          <p:cNvSpPr>
            <a:spLocks noGrp="1"/>
          </p:cNvSpPr>
          <p:nvPr>
            <p:ph sz="quarter" idx="13"/>
          </p:nvPr>
        </p:nvSpPr>
        <p:spPr>
          <a:xfrm>
            <a:off x="444500" y="1327971"/>
            <a:ext cx="5540173" cy="2229561"/>
          </a:xfrm>
        </p:spPr>
        <p:txBody>
          <a:bodyPr/>
          <a:lstStyle/>
          <a:p>
            <a:pPr marL="285750" indent="-285750">
              <a:buFont typeface="Arial" panose="020B0604020202020204" pitchFamily="34" charset="0"/>
              <a:buChar char="•"/>
            </a:pPr>
            <a:r>
              <a:rPr lang="ja-JP" altLang="en-US" dirty="0"/>
              <a:t>マイコンは、大雑把に分けると・・・</a:t>
            </a:r>
            <a:endParaRPr lang="en-US" altLang="ja-JP" dirty="0"/>
          </a:p>
          <a:p>
            <a:pPr marL="569214" lvl="1" indent="-285750"/>
            <a:r>
              <a:rPr lang="ja-JP" altLang="en-US" dirty="0"/>
              <a:t>周辺機器部（ペリフェラル部＋</a:t>
            </a:r>
            <a:r>
              <a:rPr lang="en-US" altLang="ja-JP" dirty="0"/>
              <a:t>IO </a:t>
            </a:r>
            <a:r>
              <a:rPr lang="ja-JP" altLang="en-US" dirty="0"/>
              <a:t>部）</a:t>
            </a:r>
            <a:endParaRPr lang="en-US" altLang="ja-JP" dirty="0"/>
          </a:p>
          <a:p>
            <a:pPr marL="569214" lvl="1" indent="-285750"/>
            <a:r>
              <a:rPr lang="ja-JP" altLang="en-US" dirty="0"/>
              <a:t>クロック部（内蔵発振器 </a:t>
            </a:r>
            <a:r>
              <a:rPr lang="en-US" altLang="ja-JP" dirty="0"/>
              <a:t>or </a:t>
            </a:r>
            <a:r>
              <a:rPr lang="ja-JP" altLang="en-US" dirty="0"/>
              <a:t>外部発振器）</a:t>
            </a:r>
            <a:endParaRPr lang="en-US" altLang="ja-JP" dirty="0"/>
          </a:p>
          <a:p>
            <a:pPr marL="569214" lvl="1" indent="-285750"/>
            <a:r>
              <a:rPr lang="ja-JP" altLang="en-US" dirty="0"/>
              <a:t>コンピュータ部（プロセッサ部＋メモリ部＋バス部）</a:t>
            </a:r>
            <a:endParaRPr lang="en-US" altLang="ja-JP" dirty="0"/>
          </a:p>
          <a:p>
            <a:pPr marL="285750" indent="-285750">
              <a:buFont typeface="Arial" panose="020B0604020202020204" pitchFamily="34" charset="0"/>
              <a:buChar char="•"/>
            </a:pPr>
            <a:endParaRPr kumimoji="1" lang="ja-JP" altLang="en-US" dirty="0"/>
          </a:p>
        </p:txBody>
      </p:sp>
      <p:pic>
        <p:nvPicPr>
          <p:cNvPr id="7" name="図 6">
            <a:extLst>
              <a:ext uri="{FF2B5EF4-FFF2-40B4-BE49-F238E27FC236}">
                <a16:creationId xmlns:a16="http://schemas.microsoft.com/office/drawing/2014/main" id="{98E4CD09-6F58-8A8A-E0D7-CA2BCC68F366}"/>
              </a:ext>
            </a:extLst>
          </p:cNvPr>
          <p:cNvPicPr>
            <a:picLocks noChangeAspect="1"/>
          </p:cNvPicPr>
          <p:nvPr/>
        </p:nvPicPr>
        <p:blipFill>
          <a:blip r:embed="rId2"/>
          <a:stretch>
            <a:fillRect/>
          </a:stretch>
        </p:blipFill>
        <p:spPr>
          <a:xfrm>
            <a:off x="5984673" y="76355"/>
            <a:ext cx="6111596" cy="5738179"/>
          </a:xfrm>
          <a:prstGeom prst="rect">
            <a:avLst/>
          </a:prstGeom>
        </p:spPr>
      </p:pic>
      <p:sp>
        <p:nvSpPr>
          <p:cNvPr id="8" name="正方形/長方形 7">
            <a:extLst>
              <a:ext uri="{FF2B5EF4-FFF2-40B4-BE49-F238E27FC236}">
                <a16:creationId xmlns:a16="http://schemas.microsoft.com/office/drawing/2014/main" id="{0F414B84-9FEF-4890-A615-3EFA7E1AB610}"/>
              </a:ext>
            </a:extLst>
          </p:cNvPr>
          <p:cNvSpPr/>
          <p:nvPr/>
        </p:nvSpPr>
        <p:spPr>
          <a:xfrm>
            <a:off x="6809160" y="5867828"/>
            <a:ext cx="4462622" cy="60191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t>ラズベリー</a:t>
            </a:r>
            <a:r>
              <a:rPr kumimoji="1" lang="en-US" altLang="ja-JP" dirty="0"/>
              <a:t>Pico </a:t>
            </a:r>
            <a:r>
              <a:rPr kumimoji="1" lang="ja-JP" altLang="en-US" dirty="0"/>
              <a:t>マイコンのブロック図</a:t>
            </a:r>
          </a:p>
        </p:txBody>
      </p:sp>
      <p:sp>
        <p:nvSpPr>
          <p:cNvPr id="9" name="正方形/長方形 8">
            <a:extLst>
              <a:ext uri="{FF2B5EF4-FFF2-40B4-BE49-F238E27FC236}">
                <a16:creationId xmlns:a16="http://schemas.microsoft.com/office/drawing/2014/main" id="{14CF551A-90FC-0067-B8EB-59973CE3B94C}"/>
              </a:ext>
            </a:extLst>
          </p:cNvPr>
          <p:cNvSpPr/>
          <p:nvPr/>
        </p:nvSpPr>
        <p:spPr>
          <a:xfrm>
            <a:off x="182855" y="3377067"/>
            <a:ext cx="5670155" cy="601919"/>
          </a:xfrm>
          <a:prstGeom prst="rect">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kumimoji="1" lang="ja-JP" altLang="en-US" dirty="0"/>
              <a:t>今日はこれら専用チップ設計の基礎を身につける講座</a:t>
            </a:r>
          </a:p>
        </p:txBody>
      </p:sp>
      <p:pic>
        <p:nvPicPr>
          <p:cNvPr id="11" name="図 10">
            <a:extLst>
              <a:ext uri="{FF2B5EF4-FFF2-40B4-BE49-F238E27FC236}">
                <a16:creationId xmlns:a16="http://schemas.microsoft.com/office/drawing/2014/main" id="{4D14ABED-8407-FC58-10C3-F35B14A5DC7F}"/>
              </a:ext>
            </a:extLst>
          </p:cNvPr>
          <p:cNvPicPr>
            <a:picLocks noChangeAspect="1"/>
          </p:cNvPicPr>
          <p:nvPr/>
        </p:nvPicPr>
        <p:blipFill>
          <a:blip r:embed="rId3"/>
          <a:srcRect l="2988" t="13782" r="1782" b="2574"/>
          <a:stretch>
            <a:fillRect/>
          </a:stretch>
        </p:blipFill>
        <p:spPr>
          <a:xfrm>
            <a:off x="156697" y="4080950"/>
            <a:ext cx="3454230" cy="2437977"/>
          </a:xfrm>
          <a:prstGeom prst="rect">
            <a:avLst/>
          </a:prstGeom>
        </p:spPr>
      </p:pic>
      <p:sp>
        <p:nvSpPr>
          <p:cNvPr id="12" name="吹き出し: 角を丸めた四角形 11">
            <a:extLst>
              <a:ext uri="{FF2B5EF4-FFF2-40B4-BE49-F238E27FC236}">
                <a16:creationId xmlns:a16="http://schemas.microsoft.com/office/drawing/2014/main" id="{B6BC3187-792B-7124-907D-658CBE16F129}"/>
              </a:ext>
            </a:extLst>
          </p:cNvPr>
          <p:cNvSpPr/>
          <p:nvPr/>
        </p:nvSpPr>
        <p:spPr>
          <a:xfrm>
            <a:off x="3574474" y="4130113"/>
            <a:ext cx="2340688" cy="701453"/>
          </a:xfrm>
          <a:prstGeom prst="wedgeRoundRectCallout">
            <a:avLst>
              <a:gd name="adj1" fmla="val -53488"/>
              <a:gd name="adj2" fmla="val 78578"/>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t>詳細を知りたい方は</a:t>
            </a:r>
            <a:endParaRPr kumimoji="1" lang="en-US" altLang="ja-JP" dirty="0"/>
          </a:p>
          <a:p>
            <a:pPr algn="ctr"/>
            <a:r>
              <a:rPr kumimoji="1" lang="ja-JP" altLang="en-US" dirty="0"/>
              <a:t>こちらをどうぞ</a:t>
            </a:r>
          </a:p>
        </p:txBody>
      </p:sp>
      <p:pic>
        <p:nvPicPr>
          <p:cNvPr id="1028" name="Picture 4">
            <a:extLst>
              <a:ext uri="{FF2B5EF4-FFF2-40B4-BE49-F238E27FC236}">
                <a16:creationId xmlns:a16="http://schemas.microsoft.com/office/drawing/2014/main" id="{EA8D18D1-1C7A-10F3-4A71-4EF04A5F33D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7239" b="7016"/>
          <a:stretch>
            <a:fillRect/>
          </a:stretch>
        </p:blipFill>
        <p:spPr bwMode="auto">
          <a:xfrm>
            <a:off x="3874252" y="4981599"/>
            <a:ext cx="1847095" cy="158379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8488479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A30A239B-CF60-F14D-D9CC-9879FA60F97F}"/>
              </a:ext>
            </a:extLst>
          </p:cNvPr>
          <p:cNvSpPr>
            <a:spLocks noGrp="1"/>
          </p:cNvSpPr>
          <p:nvPr>
            <p:ph type="title"/>
          </p:nvPr>
        </p:nvSpPr>
        <p:spPr/>
        <p:txBody>
          <a:bodyPr/>
          <a:lstStyle/>
          <a:p>
            <a:r>
              <a:rPr lang="ja-JP" altLang="en-US" dirty="0"/>
              <a:t>半導体の基礎知識</a:t>
            </a:r>
          </a:p>
        </p:txBody>
      </p:sp>
      <p:sp>
        <p:nvSpPr>
          <p:cNvPr id="7" name="テキスト プレースホルダー 6">
            <a:extLst>
              <a:ext uri="{FF2B5EF4-FFF2-40B4-BE49-F238E27FC236}">
                <a16:creationId xmlns:a16="http://schemas.microsoft.com/office/drawing/2014/main" id="{8563F2CC-E883-5D8E-9E4D-A524C8CBCB0A}"/>
              </a:ext>
            </a:extLst>
          </p:cNvPr>
          <p:cNvSpPr>
            <a:spLocks noGrp="1"/>
          </p:cNvSpPr>
          <p:nvPr>
            <p:ph type="body" sz="quarter" idx="10"/>
          </p:nvPr>
        </p:nvSpPr>
        <p:spPr/>
        <p:txBody>
          <a:bodyPr/>
          <a:lstStyle/>
          <a:p>
            <a:r>
              <a:rPr lang="ja-JP" altLang="en-US" dirty="0"/>
              <a:t>プレーナ型</a:t>
            </a:r>
            <a:r>
              <a:rPr lang="en-US" altLang="ja-JP" dirty="0"/>
              <a:t>FET</a:t>
            </a:r>
            <a:r>
              <a:rPr lang="ja-JP" altLang="en-US" dirty="0"/>
              <a:t>プロセス</a:t>
            </a:r>
          </a:p>
        </p:txBody>
      </p:sp>
      <p:sp>
        <p:nvSpPr>
          <p:cNvPr id="3" name="日付プレースホルダー 2">
            <a:extLst>
              <a:ext uri="{FF2B5EF4-FFF2-40B4-BE49-F238E27FC236}">
                <a16:creationId xmlns:a16="http://schemas.microsoft.com/office/drawing/2014/main" id="{4E92EA04-BF04-AEDE-EE38-69247B176266}"/>
              </a:ext>
            </a:extLst>
          </p:cNvPr>
          <p:cNvSpPr>
            <a:spLocks noGrp="1"/>
          </p:cNvSpPr>
          <p:nvPr>
            <p:ph type="dt" sz="half" idx="2"/>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2A354318-E272-2BE7-65A0-C3DAAD7656BB}"/>
              </a:ext>
            </a:extLst>
          </p:cNvPr>
          <p:cNvSpPr>
            <a:spLocks noGrp="1"/>
          </p:cNvSpPr>
          <p:nvPr>
            <p:ph type="sldNum" sz="quarter" idx="4294967295"/>
          </p:nvPr>
        </p:nvSpPr>
        <p:spPr>
          <a:xfrm>
            <a:off x="11136313" y="6565900"/>
            <a:ext cx="1055687" cy="292100"/>
          </a:xfrm>
        </p:spPr>
        <p:txBody>
          <a:bodyPr/>
          <a:lstStyle/>
          <a:p>
            <a:pPr rtl="0"/>
            <a:fld id="{9860EDB8-5305-433F-BE41-D7A86D811DB3}" type="slidenum">
              <a:rPr lang="en-US" altLang="ja-JP" noProof="0" smtClean="0"/>
              <a:pPr rtl="0"/>
              <a:t>7</a:t>
            </a:fld>
            <a:endParaRPr lang="ja-JP" altLang="en-US" noProof="0"/>
          </a:p>
        </p:txBody>
      </p:sp>
    </p:spTree>
    <p:extLst>
      <p:ext uri="{BB962C8B-B14F-4D97-AF65-F5344CB8AC3E}">
        <p14:creationId xmlns:p14="http://schemas.microsoft.com/office/powerpoint/2010/main" val="14227129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C0F50D1-BECF-EE3D-C1B5-91574A297CA5}"/>
              </a:ext>
            </a:extLst>
          </p:cNvPr>
          <p:cNvSpPr>
            <a:spLocks noGrp="1"/>
          </p:cNvSpPr>
          <p:nvPr>
            <p:ph type="title"/>
          </p:nvPr>
        </p:nvSpPr>
        <p:spPr/>
        <p:txBody>
          <a:bodyPr/>
          <a:lstStyle/>
          <a:p>
            <a:r>
              <a:rPr kumimoji="1" lang="en-US" altLang="ja-JP" dirty="0"/>
              <a:t>IC</a:t>
            </a:r>
            <a:r>
              <a:rPr kumimoji="1" lang="ja-JP" altLang="en-US" dirty="0"/>
              <a:t>とは？</a:t>
            </a:r>
          </a:p>
        </p:txBody>
      </p:sp>
      <p:sp>
        <p:nvSpPr>
          <p:cNvPr id="3" name="日付プレースホルダー 2">
            <a:extLst>
              <a:ext uri="{FF2B5EF4-FFF2-40B4-BE49-F238E27FC236}">
                <a16:creationId xmlns:a16="http://schemas.microsoft.com/office/drawing/2014/main" id="{54C5253F-4600-4722-513C-770D070259E8}"/>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57CCB3F8-6397-1359-331E-546E4F991FDE}"/>
              </a:ext>
            </a:extLst>
          </p:cNvPr>
          <p:cNvSpPr>
            <a:spLocks noGrp="1"/>
          </p:cNvSpPr>
          <p:nvPr>
            <p:ph type="sldNum" sz="quarter" idx="12"/>
          </p:nvPr>
        </p:nvSpPr>
        <p:spPr/>
        <p:txBody>
          <a:bodyPr/>
          <a:lstStyle/>
          <a:p>
            <a:pPr rtl="0"/>
            <a:fld id="{9860EDB8-5305-433F-BE41-D7A86D811DB3}" type="slidenum">
              <a:rPr lang="en-US" altLang="ja-JP" noProof="0" smtClean="0"/>
              <a:pPr rtl="0"/>
              <a:t>8</a:t>
            </a:fld>
            <a:endParaRPr lang="ja-JP" altLang="en-US" noProof="0"/>
          </a:p>
        </p:txBody>
      </p:sp>
      <p:sp>
        <p:nvSpPr>
          <p:cNvPr id="5" name="コンテンツ プレースホルダー 4">
            <a:extLst>
              <a:ext uri="{FF2B5EF4-FFF2-40B4-BE49-F238E27FC236}">
                <a16:creationId xmlns:a16="http://schemas.microsoft.com/office/drawing/2014/main" id="{C97920B1-BF16-F052-7E94-C09EC7ED861B}"/>
              </a:ext>
            </a:extLst>
          </p:cNvPr>
          <p:cNvSpPr>
            <a:spLocks noGrp="1"/>
          </p:cNvSpPr>
          <p:nvPr>
            <p:ph sz="quarter" idx="13"/>
          </p:nvPr>
        </p:nvSpPr>
        <p:spPr/>
        <p:txBody>
          <a:bodyPr>
            <a:normAutofit/>
          </a:bodyPr>
          <a:lstStyle/>
          <a:p>
            <a:pPr marL="285750" indent="-285750">
              <a:buFont typeface="Arial" panose="020B0604020202020204" pitchFamily="34" charset="0"/>
              <a:buChar char="•"/>
            </a:pPr>
            <a:r>
              <a:rPr kumimoji="1" lang="en-US" altLang="ja-JP" sz="2000" dirty="0"/>
              <a:t>Integrated Circuit, </a:t>
            </a:r>
            <a:r>
              <a:rPr kumimoji="1" lang="ja-JP" altLang="en-US" sz="2000" dirty="0"/>
              <a:t>集積回路 には様々な形態がある。</a:t>
            </a:r>
            <a:endParaRPr kumimoji="1" lang="en-US" altLang="ja-JP" sz="2000" dirty="0"/>
          </a:p>
          <a:p>
            <a:pPr marL="569214" lvl="1" indent="-285750"/>
            <a:r>
              <a:rPr lang="ja-JP" altLang="en-US" sz="2000" dirty="0"/>
              <a:t>我々が目にする</a:t>
            </a:r>
            <a:r>
              <a:rPr lang="en-US" altLang="ja-JP" sz="2000" dirty="0"/>
              <a:t>IC</a:t>
            </a:r>
            <a:r>
              <a:rPr lang="ja-JP" altLang="en-US" sz="2000" dirty="0"/>
              <a:t>は“</a:t>
            </a:r>
            <a:r>
              <a:rPr lang="ja-JP" altLang="en-US" sz="2000" b="1" dirty="0">
                <a:solidFill>
                  <a:srgbClr val="FF0000"/>
                </a:solidFill>
              </a:rPr>
              <a:t>モノリシック</a:t>
            </a:r>
            <a:r>
              <a:rPr lang="en-US" altLang="ja-JP" sz="2000" b="1" dirty="0">
                <a:solidFill>
                  <a:srgbClr val="FF0000"/>
                </a:solidFill>
              </a:rPr>
              <a:t>IC</a:t>
            </a:r>
            <a:r>
              <a:rPr lang="ja-JP" altLang="en-US" sz="2000" dirty="0"/>
              <a:t>“☞</a:t>
            </a:r>
            <a:br>
              <a:rPr lang="en-US" altLang="ja-JP" sz="2000" dirty="0"/>
            </a:br>
            <a:r>
              <a:rPr lang="en-US" altLang="ja-JP" sz="2000" dirty="0"/>
              <a:t>1</a:t>
            </a:r>
            <a:r>
              <a:rPr lang="ja-JP" altLang="en-US" sz="2000" dirty="0"/>
              <a:t>枚のシリコン基板に回路が構成。</a:t>
            </a:r>
            <a:endParaRPr lang="en-US" altLang="ja-JP" sz="2000" dirty="0"/>
          </a:p>
          <a:p>
            <a:pPr marL="285750" indent="-285750">
              <a:buFont typeface="Arial" panose="020B0604020202020204" pitchFamily="34" charset="0"/>
              <a:buChar char="•"/>
            </a:pPr>
            <a:r>
              <a:rPr lang="ja-JP" altLang="en-US" sz="2000" dirty="0"/>
              <a:t>複数の部品を集積させた</a:t>
            </a:r>
            <a:r>
              <a:rPr lang="en-US" altLang="ja-JP" sz="2000" dirty="0"/>
              <a:t>IC</a:t>
            </a:r>
            <a:r>
              <a:rPr lang="ja-JP" altLang="en-US" sz="2000" dirty="0"/>
              <a:t>を</a:t>
            </a:r>
            <a:r>
              <a:rPr lang="en-US" altLang="ja-JP" sz="2000" dirty="0"/>
              <a:t>”</a:t>
            </a:r>
            <a:r>
              <a:rPr lang="ja-JP" altLang="en-US" sz="2000" b="1" dirty="0">
                <a:solidFill>
                  <a:srgbClr val="FF0000"/>
                </a:solidFill>
              </a:rPr>
              <a:t>ハイブリッド</a:t>
            </a:r>
            <a:r>
              <a:rPr lang="en-US" altLang="ja-JP" sz="2000" b="1" dirty="0">
                <a:solidFill>
                  <a:srgbClr val="FF0000"/>
                </a:solidFill>
              </a:rPr>
              <a:t>IC</a:t>
            </a:r>
            <a:r>
              <a:rPr lang="en-US" altLang="ja-JP" sz="2000" dirty="0"/>
              <a:t>”</a:t>
            </a:r>
            <a:r>
              <a:rPr lang="ja-JP" altLang="en-US" sz="2000" dirty="0"/>
              <a:t>という</a:t>
            </a:r>
            <a:r>
              <a:rPr lang="en-US" altLang="ja-JP" sz="2000" dirty="0"/>
              <a:t> </a:t>
            </a:r>
          </a:p>
          <a:p>
            <a:pPr marL="569214" lvl="1" indent="-285750"/>
            <a:r>
              <a:rPr lang="ja-JP" altLang="en-US" sz="2000" dirty="0"/>
              <a:t>例</a:t>
            </a:r>
            <a:r>
              <a:rPr lang="en-US" altLang="ja-JP" sz="2000" dirty="0"/>
              <a:t>: </a:t>
            </a:r>
            <a:r>
              <a:rPr lang="ja-JP" altLang="en-US" sz="2000" dirty="0"/>
              <a:t>水晶発振器 </a:t>
            </a:r>
            <a:r>
              <a:rPr lang="en-US" altLang="ja-JP" sz="2000" dirty="0"/>
              <a:t>= </a:t>
            </a:r>
            <a:r>
              <a:rPr kumimoji="1" lang="ja-JP" altLang="en-US" sz="2000" dirty="0"/>
              <a:t>水晶発振子＋発振回路</a:t>
            </a:r>
            <a:endParaRPr lang="en-US" altLang="ja-JP" sz="2000" dirty="0"/>
          </a:p>
          <a:p>
            <a:pPr marL="342900" indent="-342900">
              <a:buFont typeface="Arial" panose="020B0604020202020204" pitchFamily="34" charset="0"/>
              <a:buChar char="•"/>
            </a:pPr>
            <a:r>
              <a:rPr lang="ja-JP" altLang="en-US" sz="2000" dirty="0"/>
              <a:t>モノリシック</a:t>
            </a:r>
            <a:r>
              <a:rPr lang="en-US" altLang="ja-JP" sz="2000" dirty="0"/>
              <a:t>IC</a:t>
            </a:r>
            <a:r>
              <a:rPr lang="ja-JP" altLang="en-US" sz="2000" dirty="0"/>
              <a:t>の集積密度を高めたものが</a:t>
            </a:r>
            <a:br>
              <a:rPr lang="en-US" altLang="ja-JP" sz="2000" dirty="0"/>
            </a:br>
            <a:r>
              <a:rPr lang="ja-JP" altLang="en-US" sz="2000" dirty="0">
                <a:solidFill>
                  <a:srgbClr val="FF0000"/>
                </a:solidFill>
              </a:rPr>
              <a:t>大規模集積回路</a:t>
            </a:r>
            <a:r>
              <a:rPr lang="ja-JP" altLang="en-US" sz="2000" dirty="0"/>
              <a:t>、</a:t>
            </a:r>
            <a:r>
              <a:rPr lang="en-US" altLang="ja-JP" sz="2000" b="1" dirty="0">
                <a:solidFill>
                  <a:srgbClr val="FF0000"/>
                </a:solidFill>
              </a:rPr>
              <a:t>LSI</a:t>
            </a:r>
            <a:r>
              <a:rPr lang="ja-JP" altLang="en-US" sz="2000" dirty="0"/>
              <a:t> </a:t>
            </a:r>
            <a:r>
              <a:rPr lang="en-US" altLang="ja-JP" sz="2000" dirty="0"/>
              <a:t>(Large Scale Integration)</a:t>
            </a:r>
          </a:p>
          <a:p>
            <a:pPr marL="569214" lvl="1" indent="-285750"/>
            <a:endParaRPr lang="en-US" altLang="ja-JP" sz="2000" dirty="0"/>
          </a:p>
        </p:txBody>
      </p:sp>
      <p:pic>
        <p:nvPicPr>
          <p:cNvPr id="6" name="図 5">
            <a:extLst>
              <a:ext uri="{FF2B5EF4-FFF2-40B4-BE49-F238E27FC236}">
                <a16:creationId xmlns:a16="http://schemas.microsoft.com/office/drawing/2014/main" id="{4F97595D-FA55-80E0-C6BC-5F26341AD138}"/>
              </a:ext>
            </a:extLst>
          </p:cNvPr>
          <p:cNvPicPr>
            <a:picLocks noChangeAspect="1"/>
          </p:cNvPicPr>
          <p:nvPr/>
        </p:nvPicPr>
        <p:blipFill>
          <a:blip r:embed="rId2"/>
          <a:stretch>
            <a:fillRect/>
          </a:stretch>
        </p:blipFill>
        <p:spPr>
          <a:xfrm>
            <a:off x="6984189" y="1461197"/>
            <a:ext cx="4763311" cy="3572483"/>
          </a:xfrm>
          <a:prstGeom prst="rect">
            <a:avLst/>
          </a:prstGeom>
        </p:spPr>
      </p:pic>
      <p:sp>
        <p:nvSpPr>
          <p:cNvPr id="7" name="テキスト ボックス 6">
            <a:extLst>
              <a:ext uri="{FF2B5EF4-FFF2-40B4-BE49-F238E27FC236}">
                <a16:creationId xmlns:a16="http://schemas.microsoft.com/office/drawing/2014/main" id="{B276F699-C633-A08D-5168-2D110C6138B6}"/>
              </a:ext>
            </a:extLst>
          </p:cNvPr>
          <p:cNvSpPr txBox="1"/>
          <p:nvPr/>
        </p:nvSpPr>
        <p:spPr>
          <a:xfrm>
            <a:off x="6858000" y="5214026"/>
            <a:ext cx="4889500" cy="369332"/>
          </a:xfrm>
          <a:prstGeom prst="rect">
            <a:avLst/>
          </a:prstGeom>
          <a:noFill/>
        </p:spPr>
        <p:txBody>
          <a:bodyPr wrap="square" rtlCol="0">
            <a:spAutoFit/>
          </a:bodyPr>
          <a:lstStyle/>
          <a:p>
            <a:pPr algn="ctr"/>
            <a:r>
              <a:rPr kumimoji="1" lang="en-US" altLang="ja-JP" dirty="0">
                <a:solidFill>
                  <a:schemeClr val="bg2">
                    <a:lumMod val="25000"/>
                  </a:schemeClr>
                </a:solidFill>
              </a:rPr>
              <a:t>Crystal Oscillator  (Photo: my own work)</a:t>
            </a:r>
            <a:endParaRPr kumimoji="1" lang="ja-JP" altLang="en-US" dirty="0">
              <a:solidFill>
                <a:schemeClr val="bg2">
                  <a:lumMod val="25000"/>
                </a:schemeClr>
              </a:solidFill>
            </a:endParaRPr>
          </a:p>
        </p:txBody>
      </p:sp>
      <p:cxnSp>
        <p:nvCxnSpPr>
          <p:cNvPr id="9" name="直線矢印コネクタ 8">
            <a:extLst>
              <a:ext uri="{FF2B5EF4-FFF2-40B4-BE49-F238E27FC236}">
                <a16:creationId xmlns:a16="http://schemas.microsoft.com/office/drawing/2014/main" id="{F8A9B6F2-82C4-F523-0E88-EB68918DABCA}"/>
              </a:ext>
            </a:extLst>
          </p:cNvPr>
          <p:cNvCxnSpPr>
            <a:cxnSpLocks/>
          </p:cNvCxnSpPr>
          <p:nvPr/>
        </p:nvCxnSpPr>
        <p:spPr>
          <a:xfrm flipV="1">
            <a:off x="8934020" y="3875698"/>
            <a:ext cx="834669" cy="364433"/>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線矢印コネクタ 10">
            <a:extLst>
              <a:ext uri="{FF2B5EF4-FFF2-40B4-BE49-F238E27FC236}">
                <a16:creationId xmlns:a16="http://schemas.microsoft.com/office/drawing/2014/main" id="{38795004-E9D1-5D76-A705-7D7CF5B0F0A5}"/>
              </a:ext>
            </a:extLst>
          </p:cNvPr>
          <p:cNvCxnSpPr>
            <a:cxnSpLocks/>
          </p:cNvCxnSpPr>
          <p:nvPr/>
        </p:nvCxnSpPr>
        <p:spPr>
          <a:xfrm>
            <a:off x="8934020" y="2004328"/>
            <a:ext cx="431230" cy="516431"/>
          </a:xfrm>
          <a:prstGeom prst="straightConnector1">
            <a:avLst/>
          </a:prstGeom>
          <a:ln w="571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テキスト ボックス 12">
            <a:extLst>
              <a:ext uri="{FF2B5EF4-FFF2-40B4-BE49-F238E27FC236}">
                <a16:creationId xmlns:a16="http://schemas.microsoft.com/office/drawing/2014/main" id="{458E621F-7F3A-935B-C7BC-BEAF68ED47FE}"/>
              </a:ext>
            </a:extLst>
          </p:cNvPr>
          <p:cNvSpPr txBox="1"/>
          <p:nvPr/>
        </p:nvSpPr>
        <p:spPr>
          <a:xfrm>
            <a:off x="6638733" y="1731714"/>
            <a:ext cx="2381061" cy="646331"/>
          </a:xfrm>
          <a:prstGeom prst="rect">
            <a:avLst/>
          </a:prstGeom>
          <a:noFill/>
        </p:spPr>
        <p:txBody>
          <a:bodyPr wrap="square" rtlCol="0">
            <a:spAutoFit/>
          </a:bodyPr>
          <a:lstStyle/>
          <a:p>
            <a:pPr algn="r"/>
            <a:r>
              <a:rPr kumimoji="1" lang="ja-JP" altLang="en-US" dirty="0">
                <a:solidFill>
                  <a:schemeClr val="bg2">
                    <a:lumMod val="25000"/>
                  </a:schemeClr>
                </a:solidFill>
              </a:rPr>
              <a:t>ハイブリッド</a:t>
            </a:r>
            <a:r>
              <a:rPr kumimoji="1" lang="en-US" altLang="ja-JP" dirty="0">
                <a:solidFill>
                  <a:schemeClr val="bg2">
                    <a:lumMod val="25000"/>
                  </a:schemeClr>
                </a:solidFill>
              </a:rPr>
              <a:t>IC</a:t>
            </a:r>
          </a:p>
          <a:p>
            <a:pPr algn="r"/>
            <a:r>
              <a:rPr kumimoji="1" lang="en-US" altLang="ja-JP" dirty="0">
                <a:solidFill>
                  <a:schemeClr val="bg2">
                    <a:lumMod val="25000"/>
                  </a:schemeClr>
                </a:solidFill>
              </a:rPr>
              <a:t>(</a:t>
            </a:r>
            <a:r>
              <a:rPr kumimoji="1" lang="ja-JP" altLang="en-US" dirty="0">
                <a:solidFill>
                  <a:schemeClr val="bg2">
                    <a:lumMod val="25000"/>
                  </a:schemeClr>
                </a:solidFill>
              </a:rPr>
              <a:t>混成集積回路</a:t>
            </a:r>
            <a:r>
              <a:rPr kumimoji="1" lang="en-US" altLang="ja-JP" dirty="0">
                <a:solidFill>
                  <a:schemeClr val="bg2">
                    <a:lumMod val="25000"/>
                  </a:schemeClr>
                </a:solidFill>
              </a:rPr>
              <a:t>)</a:t>
            </a:r>
          </a:p>
        </p:txBody>
      </p:sp>
      <p:sp>
        <p:nvSpPr>
          <p:cNvPr id="14" name="テキスト ボックス 13">
            <a:extLst>
              <a:ext uri="{FF2B5EF4-FFF2-40B4-BE49-F238E27FC236}">
                <a16:creationId xmlns:a16="http://schemas.microsoft.com/office/drawing/2014/main" id="{D8AE8A91-8EED-5339-FDEE-C0A9876EDA69}"/>
              </a:ext>
            </a:extLst>
          </p:cNvPr>
          <p:cNvSpPr txBox="1"/>
          <p:nvPr/>
        </p:nvSpPr>
        <p:spPr>
          <a:xfrm>
            <a:off x="7129684" y="4240131"/>
            <a:ext cx="2381061" cy="369332"/>
          </a:xfrm>
          <a:prstGeom prst="rect">
            <a:avLst/>
          </a:prstGeom>
          <a:noFill/>
        </p:spPr>
        <p:txBody>
          <a:bodyPr wrap="square" rtlCol="0">
            <a:spAutoFit/>
          </a:bodyPr>
          <a:lstStyle/>
          <a:p>
            <a:pPr algn="r"/>
            <a:r>
              <a:rPr kumimoji="1" lang="ja-JP" altLang="en-US" dirty="0">
                <a:solidFill>
                  <a:schemeClr val="bg2">
                    <a:lumMod val="25000"/>
                  </a:schemeClr>
                </a:solidFill>
              </a:rPr>
              <a:t>水晶発振子</a:t>
            </a:r>
          </a:p>
        </p:txBody>
      </p:sp>
      <p:pic>
        <p:nvPicPr>
          <p:cNvPr id="35" name="図 34">
            <a:extLst>
              <a:ext uri="{FF2B5EF4-FFF2-40B4-BE49-F238E27FC236}">
                <a16:creationId xmlns:a16="http://schemas.microsoft.com/office/drawing/2014/main" id="{D7BD61A2-8BCE-0696-15BD-D9B49D0922F6}"/>
              </a:ext>
            </a:extLst>
          </p:cNvPr>
          <p:cNvPicPr>
            <a:picLocks noChangeAspect="1"/>
          </p:cNvPicPr>
          <p:nvPr/>
        </p:nvPicPr>
        <p:blipFill>
          <a:blip r:embed="rId3"/>
          <a:stretch>
            <a:fillRect/>
          </a:stretch>
        </p:blipFill>
        <p:spPr>
          <a:xfrm>
            <a:off x="5237251" y="1988851"/>
            <a:ext cx="1124107" cy="590632"/>
          </a:xfrm>
          <a:prstGeom prst="rect">
            <a:avLst/>
          </a:prstGeom>
        </p:spPr>
      </p:pic>
    </p:spTree>
    <p:extLst>
      <p:ext uri="{BB962C8B-B14F-4D97-AF65-F5344CB8AC3E}">
        <p14:creationId xmlns:p14="http://schemas.microsoft.com/office/powerpoint/2010/main" val="38286167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図 10" descr="ダイアグラム&#10;&#10;自動的に生成された説明">
            <a:extLst>
              <a:ext uri="{FF2B5EF4-FFF2-40B4-BE49-F238E27FC236}">
                <a16:creationId xmlns:a16="http://schemas.microsoft.com/office/drawing/2014/main" id="{175035B5-825F-4206-5BDD-737CA76121E4}"/>
              </a:ext>
            </a:extLst>
          </p:cNvPr>
          <p:cNvPicPr>
            <a:picLocks noChangeAspect="1"/>
          </p:cNvPicPr>
          <p:nvPr/>
        </p:nvPicPr>
        <p:blipFill>
          <a:blip r:embed="rId2"/>
          <a:stretch>
            <a:fillRect/>
          </a:stretch>
        </p:blipFill>
        <p:spPr>
          <a:xfrm>
            <a:off x="8209952" y="1289432"/>
            <a:ext cx="3552825" cy="2459648"/>
          </a:xfrm>
          <a:prstGeom prst="rect">
            <a:avLst/>
          </a:prstGeom>
        </p:spPr>
      </p:pic>
      <p:sp>
        <p:nvSpPr>
          <p:cNvPr id="2" name="タイトル 1">
            <a:extLst>
              <a:ext uri="{FF2B5EF4-FFF2-40B4-BE49-F238E27FC236}">
                <a16:creationId xmlns:a16="http://schemas.microsoft.com/office/drawing/2014/main" id="{D0CAE913-4AC9-4EDC-17B5-6A1E414AF859}"/>
              </a:ext>
            </a:extLst>
          </p:cNvPr>
          <p:cNvSpPr>
            <a:spLocks noGrp="1"/>
          </p:cNvSpPr>
          <p:nvPr>
            <p:ph type="title"/>
          </p:nvPr>
        </p:nvSpPr>
        <p:spPr/>
        <p:txBody>
          <a:bodyPr/>
          <a:lstStyle/>
          <a:p>
            <a:r>
              <a:rPr kumimoji="1" lang="ja-JP" altLang="en-US" dirty="0"/>
              <a:t>プレーナ型</a:t>
            </a:r>
            <a:r>
              <a:rPr kumimoji="1" lang="en-US" altLang="ja-JP" dirty="0"/>
              <a:t>FET</a:t>
            </a:r>
            <a:r>
              <a:rPr kumimoji="1" lang="ja-JP" altLang="en-US" dirty="0"/>
              <a:t>プロセスとは</a:t>
            </a:r>
          </a:p>
        </p:txBody>
      </p:sp>
      <p:sp>
        <p:nvSpPr>
          <p:cNvPr id="3" name="日付プレースホルダー 2">
            <a:extLst>
              <a:ext uri="{FF2B5EF4-FFF2-40B4-BE49-F238E27FC236}">
                <a16:creationId xmlns:a16="http://schemas.microsoft.com/office/drawing/2014/main" id="{61F6579B-AD5A-7A60-1421-1D3BFF3E0F8E}"/>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57310787-00C3-9379-D185-FBDFFDAD36A7}"/>
              </a:ext>
            </a:extLst>
          </p:cNvPr>
          <p:cNvSpPr>
            <a:spLocks noGrp="1"/>
          </p:cNvSpPr>
          <p:nvPr>
            <p:ph type="sldNum" sz="quarter" idx="12"/>
          </p:nvPr>
        </p:nvSpPr>
        <p:spPr/>
        <p:txBody>
          <a:bodyPr/>
          <a:lstStyle/>
          <a:p>
            <a:pPr rtl="0"/>
            <a:fld id="{9860EDB8-5305-433F-BE41-D7A86D811DB3}" type="slidenum">
              <a:rPr lang="en-US" altLang="ja-JP" noProof="0" smtClean="0"/>
              <a:pPr rtl="0"/>
              <a:t>9</a:t>
            </a:fld>
            <a:endParaRPr lang="ja-JP" altLang="en-US" noProof="0"/>
          </a:p>
        </p:txBody>
      </p:sp>
      <p:sp>
        <p:nvSpPr>
          <p:cNvPr id="5" name="コンテンツ プレースホルダー 4">
            <a:extLst>
              <a:ext uri="{FF2B5EF4-FFF2-40B4-BE49-F238E27FC236}">
                <a16:creationId xmlns:a16="http://schemas.microsoft.com/office/drawing/2014/main" id="{8EFFF712-822F-636C-5FF2-71180BE302A2}"/>
              </a:ext>
            </a:extLst>
          </p:cNvPr>
          <p:cNvSpPr>
            <a:spLocks noGrp="1"/>
          </p:cNvSpPr>
          <p:nvPr>
            <p:ph sz="quarter" idx="13"/>
          </p:nvPr>
        </p:nvSpPr>
        <p:spPr/>
        <p:txBody>
          <a:bodyPr>
            <a:normAutofit/>
          </a:bodyPr>
          <a:lstStyle/>
          <a:p>
            <a:pPr marL="285750" indent="-285750">
              <a:buFont typeface="Arial" panose="020B0604020202020204" pitchFamily="34" charset="0"/>
              <a:buChar char="•"/>
            </a:pPr>
            <a:r>
              <a:rPr kumimoji="1" lang="ja-JP" altLang="en-US" sz="2000" dirty="0"/>
              <a:t>一言に</a:t>
            </a:r>
            <a:r>
              <a:rPr lang="ja-JP" altLang="en-US" sz="2000" dirty="0"/>
              <a:t>半導体</a:t>
            </a:r>
            <a:r>
              <a:rPr kumimoji="1" lang="ja-JP" altLang="en-US" sz="2000" dirty="0"/>
              <a:t>と言っても様々な種類があ</a:t>
            </a:r>
            <a:r>
              <a:rPr lang="ja-JP" altLang="en-US" sz="2000" dirty="0"/>
              <a:t>り、設計手法もそれぞれ異なる</a:t>
            </a:r>
            <a:endParaRPr kumimoji="1" lang="en-US" altLang="ja-JP" sz="2000" dirty="0"/>
          </a:p>
          <a:p>
            <a:pPr marL="285750" indent="-285750">
              <a:buFont typeface="Arial" panose="020B0604020202020204" pitchFamily="34" charset="0"/>
              <a:buChar char="•"/>
            </a:pPr>
            <a:r>
              <a:rPr lang="ja-JP" altLang="en-US" sz="2000" dirty="0"/>
              <a:t>東海理化</a:t>
            </a:r>
            <a:r>
              <a:rPr lang="en-US" altLang="ja-JP" sz="2000" dirty="0"/>
              <a:t>(TR-1um)</a:t>
            </a:r>
            <a:r>
              <a:rPr lang="ja-JP" altLang="en-US" sz="2000" dirty="0"/>
              <a:t>は</a:t>
            </a:r>
            <a:r>
              <a:rPr lang="ja-JP" altLang="en-US" sz="2000" dirty="0">
                <a:solidFill>
                  <a:srgbClr val="FF0000"/>
                </a:solidFill>
              </a:rPr>
              <a:t>プレーナ型</a:t>
            </a:r>
            <a:r>
              <a:rPr lang="en-US" altLang="ja-JP" sz="2000" b="1" dirty="0">
                <a:solidFill>
                  <a:srgbClr val="FF0000"/>
                </a:solidFill>
              </a:rPr>
              <a:t>FET</a:t>
            </a:r>
            <a:r>
              <a:rPr lang="ja-JP" altLang="en-US" sz="2000" dirty="0">
                <a:solidFill>
                  <a:srgbClr val="FF0000"/>
                </a:solidFill>
              </a:rPr>
              <a:t>プロセス</a:t>
            </a:r>
            <a:r>
              <a:rPr lang="en-US" altLang="ja-JP" sz="2000" b="1" dirty="0">
                <a:solidFill>
                  <a:srgbClr val="FF0000"/>
                </a:solidFill>
              </a:rPr>
              <a:t>   </a:t>
            </a:r>
            <a:r>
              <a:rPr lang="ja-JP" altLang="en-US" sz="2000" b="1" dirty="0">
                <a:solidFill>
                  <a:srgbClr val="FF0000"/>
                </a:solidFill>
              </a:rPr>
              <a:t>☞</a:t>
            </a:r>
            <a:br>
              <a:rPr lang="en-US" altLang="ja-JP" sz="2000" b="1" dirty="0">
                <a:solidFill>
                  <a:srgbClr val="FF0000"/>
                </a:solidFill>
              </a:rPr>
            </a:br>
            <a:r>
              <a:rPr lang="en-US" altLang="ja-JP" sz="2000" dirty="0">
                <a:solidFill>
                  <a:srgbClr val="464646"/>
                </a:solidFill>
              </a:rPr>
              <a:t>P</a:t>
            </a:r>
            <a:r>
              <a:rPr lang="ja-JP" altLang="en-US" sz="2000" dirty="0">
                <a:solidFill>
                  <a:srgbClr val="464646"/>
                </a:solidFill>
              </a:rPr>
              <a:t>型</a:t>
            </a:r>
            <a:r>
              <a:rPr lang="en-US" altLang="ja-JP" sz="2000" dirty="0">
                <a:solidFill>
                  <a:srgbClr val="464646"/>
                </a:solidFill>
              </a:rPr>
              <a:t>MOSFET</a:t>
            </a:r>
            <a:r>
              <a:rPr lang="ja-JP" altLang="en-US" sz="2000" dirty="0">
                <a:solidFill>
                  <a:srgbClr val="464646"/>
                </a:solidFill>
              </a:rPr>
              <a:t>と</a:t>
            </a:r>
            <a:r>
              <a:rPr lang="en-US" altLang="ja-JP" sz="2000" dirty="0">
                <a:solidFill>
                  <a:srgbClr val="464646"/>
                </a:solidFill>
              </a:rPr>
              <a:t>N</a:t>
            </a:r>
            <a:r>
              <a:rPr lang="ja-JP" altLang="en-US" sz="2000" dirty="0">
                <a:solidFill>
                  <a:srgbClr val="464646"/>
                </a:solidFill>
              </a:rPr>
              <a:t>型</a:t>
            </a:r>
            <a:r>
              <a:rPr lang="en-US" altLang="ja-JP" sz="2000" dirty="0">
                <a:solidFill>
                  <a:srgbClr val="464646"/>
                </a:solidFill>
              </a:rPr>
              <a:t>MOSFET</a:t>
            </a:r>
            <a:r>
              <a:rPr lang="ja-JP" altLang="en-US" sz="2000" dirty="0">
                <a:solidFill>
                  <a:srgbClr val="464646"/>
                </a:solidFill>
              </a:rPr>
              <a:t>が作成可能</a:t>
            </a:r>
            <a:endParaRPr lang="en-US" altLang="ja-JP" sz="2000" dirty="0">
              <a:solidFill>
                <a:srgbClr val="464646"/>
              </a:solidFill>
            </a:endParaRPr>
          </a:p>
          <a:p>
            <a:pPr marL="285750" indent="-285750">
              <a:buFont typeface="Arial" panose="020B0604020202020204" pitchFamily="34" charset="0"/>
              <a:buChar char="•"/>
            </a:pPr>
            <a:r>
              <a:rPr lang="ja-JP" altLang="en-US" sz="2000" dirty="0">
                <a:solidFill>
                  <a:srgbClr val="464646"/>
                </a:solidFill>
              </a:rPr>
              <a:t>プレーナ型</a:t>
            </a:r>
            <a:r>
              <a:rPr lang="en-US" altLang="ja-JP" sz="2000" dirty="0">
                <a:solidFill>
                  <a:srgbClr val="464646"/>
                </a:solidFill>
              </a:rPr>
              <a:t>FET</a:t>
            </a:r>
            <a:r>
              <a:rPr lang="ja-JP" altLang="en-US" sz="2000" dirty="0">
                <a:solidFill>
                  <a:srgbClr val="464646"/>
                </a:solidFill>
              </a:rPr>
              <a:t>は</a:t>
            </a:r>
            <a:r>
              <a:rPr lang="en-US" altLang="ja-JP" sz="2000" dirty="0">
                <a:solidFill>
                  <a:srgbClr val="464646"/>
                </a:solidFill>
              </a:rPr>
              <a:t>20nm</a:t>
            </a:r>
            <a:r>
              <a:rPr lang="ja-JP" altLang="en-US" sz="2000" dirty="0">
                <a:solidFill>
                  <a:srgbClr val="464646"/>
                </a:solidFill>
              </a:rPr>
              <a:t>程度が限界。</a:t>
            </a:r>
            <a:br>
              <a:rPr lang="en-US" altLang="ja-JP" sz="2000" dirty="0">
                <a:solidFill>
                  <a:srgbClr val="464646"/>
                </a:solidFill>
              </a:rPr>
            </a:br>
            <a:r>
              <a:rPr lang="en-US" altLang="ja-JP" sz="2000" dirty="0">
                <a:solidFill>
                  <a:srgbClr val="464646"/>
                </a:solidFill>
              </a:rPr>
              <a:t>CPU</a:t>
            </a:r>
            <a:r>
              <a:rPr lang="ja-JP" altLang="en-US" sz="2000" dirty="0">
                <a:solidFill>
                  <a:srgbClr val="464646"/>
                </a:solidFill>
              </a:rPr>
              <a:t>のような高密度集積回路では</a:t>
            </a:r>
            <a:r>
              <a:rPr lang="en-US" altLang="ja-JP" sz="2000" dirty="0" err="1">
                <a:solidFill>
                  <a:srgbClr val="464646"/>
                </a:solidFill>
              </a:rPr>
              <a:t>FinFET</a:t>
            </a:r>
            <a:r>
              <a:rPr lang="ja-JP" altLang="en-US" sz="2000" dirty="0">
                <a:solidFill>
                  <a:srgbClr val="464646"/>
                </a:solidFill>
              </a:rPr>
              <a:t>や</a:t>
            </a:r>
            <a:r>
              <a:rPr lang="en-US" altLang="ja-JP" sz="2000" dirty="0">
                <a:solidFill>
                  <a:srgbClr val="464646"/>
                </a:solidFill>
              </a:rPr>
              <a:t>GAA-FET</a:t>
            </a:r>
            <a:r>
              <a:rPr lang="ja-JP" altLang="en-US" sz="2000" dirty="0">
                <a:solidFill>
                  <a:srgbClr val="464646"/>
                </a:solidFill>
              </a:rPr>
              <a:t>といった</a:t>
            </a:r>
            <a:r>
              <a:rPr lang="en-US" altLang="ja-JP" sz="2000" dirty="0">
                <a:solidFill>
                  <a:srgbClr val="464646"/>
                </a:solidFill>
              </a:rPr>
              <a:t> </a:t>
            </a:r>
            <a:br>
              <a:rPr lang="en-US" altLang="ja-JP" sz="2000" dirty="0">
                <a:solidFill>
                  <a:srgbClr val="464646"/>
                </a:solidFill>
              </a:rPr>
            </a:br>
            <a:r>
              <a:rPr lang="ja-JP" altLang="en-US" sz="2000" dirty="0">
                <a:solidFill>
                  <a:srgbClr val="464646"/>
                </a:solidFill>
              </a:rPr>
              <a:t>全く別の構造をしたプロセスを現在は使用している。</a:t>
            </a:r>
            <a:endParaRPr lang="en-US" altLang="ja-JP" sz="2000" dirty="0">
              <a:solidFill>
                <a:srgbClr val="464646"/>
              </a:solidFill>
            </a:endParaRPr>
          </a:p>
          <a:p>
            <a:pPr marL="285750" indent="-285750">
              <a:buFont typeface="Arial" panose="020B0604020202020204" pitchFamily="34" charset="0"/>
              <a:buChar char="•"/>
            </a:pPr>
            <a:r>
              <a:rPr lang="ja-JP" altLang="en-US" sz="2000" dirty="0">
                <a:solidFill>
                  <a:srgbClr val="464646"/>
                </a:solidFill>
              </a:rPr>
              <a:t>プレーナ型 </a:t>
            </a:r>
            <a:r>
              <a:rPr lang="en-US" altLang="ja-JP" sz="2000" dirty="0">
                <a:solidFill>
                  <a:srgbClr val="464646"/>
                </a:solidFill>
              </a:rPr>
              <a:t>4</a:t>
            </a:r>
            <a:r>
              <a:rPr lang="en-US" altLang="ja-JP" sz="2000">
                <a:solidFill>
                  <a:srgbClr val="464646"/>
                </a:solidFill>
              </a:rPr>
              <a:t>5~130nm</a:t>
            </a:r>
            <a:r>
              <a:rPr lang="ja-JP" altLang="en-US" sz="2000" dirty="0">
                <a:solidFill>
                  <a:srgbClr val="464646"/>
                </a:solidFill>
              </a:rPr>
              <a:t>はロジック回路用としては時代遅れ </a:t>
            </a:r>
            <a:r>
              <a:rPr lang="en-US" altLang="ja-JP" sz="2000" dirty="0">
                <a:solidFill>
                  <a:srgbClr val="464646"/>
                </a:solidFill>
              </a:rPr>
              <a:t>(2000</a:t>
            </a:r>
            <a:r>
              <a:rPr lang="ja-JP" altLang="en-US" sz="2000" dirty="0">
                <a:solidFill>
                  <a:srgbClr val="464646"/>
                </a:solidFill>
              </a:rPr>
              <a:t>年前後</a:t>
            </a:r>
            <a:r>
              <a:rPr lang="en-US" altLang="ja-JP" sz="2000" dirty="0">
                <a:solidFill>
                  <a:srgbClr val="464646"/>
                </a:solidFill>
              </a:rPr>
              <a:t>) </a:t>
            </a:r>
            <a:r>
              <a:rPr lang="ja-JP" altLang="en-US" sz="2000" dirty="0">
                <a:solidFill>
                  <a:srgbClr val="464646"/>
                </a:solidFill>
              </a:rPr>
              <a:t>だが、</a:t>
            </a:r>
            <a:br>
              <a:rPr lang="en-US" altLang="ja-JP" sz="2000" dirty="0">
                <a:solidFill>
                  <a:srgbClr val="464646"/>
                </a:solidFill>
              </a:rPr>
            </a:br>
            <a:r>
              <a:rPr lang="en-US" altLang="ja-JP" sz="2000" dirty="0" err="1">
                <a:solidFill>
                  <a:srgbClr val="464646"/>
                </a:solidFill>
              </a:rPr>
              <a:t>FinFET</a:t>
            </a:r>
            <a:r>
              <a:rPr lang="ja-JP" altLang="en-US" sz="2000" dirty="0">
                <a:solidFill>
                  <a:srgbClr val="464646"/>
                </a:solidFill>
              </a:rPr>
              <a:t>よりも安く製造でき、アナログ</a:t>
            </a:r>
            <a:r>
              <a:rPr lang="en-US" altLang="ja-JP" sz="2000" dirty="0">
                <a:solidFill>
                  <a:srgbClr val="464646"/>
                </a:solidFill>
              </a:rPr>
              <a:t>LSI</a:t>
            </a:r>
            <a:r>
              <a:rPr lang="ja-JP" altLang="en-US" sz="2000" dirty="0">
                <a:solidFill>
                  <a:srgbClr val="464646"/>
                </a:solidFill>
              </a:rPr>
              <a:t>としては現役。</a:t>
            </a:r>
            <a:endParaRPr lang="en-US" altLang="ja-JP" sz="2000" dirty="0">
              <a:solidFill>
                <a:srgbClr val="464646"/>
              </a:solidFill>
            </a:endParaRPr>
          </a:p>
        </p:txBody>
      </p:sp>
      <p:sp>
        <p:nvSpPr>
          <p:cNvPr id="8" name="テキスト ボックス 7">
            <a:extLst>
              <a:ext uri="{FF2B5EF4-FFF2-40B4-BE49-F238E27FC236}">
                <a16:creationId xmlns:a16="http://schemas.microsoft.com/office/drawing/2014/main" id="{26336CF3-3D49-577A-6559-D865DAFC2EB1}"/>
              </a:ext>
            </a:extLst>
          </p:cNvPr>
          <p:cNvSpPr txBox="1"/>
          <p:nvPr/>
        </p:nvSpPr>
        <p:spPr>
          <a:xfrm>
            <a:off x="0" y="5920903"/>
            <a:ext cx="10537133" cy="646331"/>
          </a:xfrm>
          <a:prstGeom prst="rect">
            <a:avLst/>
          </a:prstGeom>
          <a:noFill/>
        </p:spPr>
        <p:txBody>
          <a:bodyPr wrap="square">
            <a:spAutoFit/>
          </a:bodyPr>
          <a:lstStyle/>
          <a:p>
            <a:r>
              <a:rPr lang="en-US" altLang="ja-JP" dirty="0"/>
              <a:t>https://commons.wikimedia.org/wiki/File:Multigate_models.png</a:t>
            </a:r>
          </a:p>
          <a:p>
            <a:r>
              <a:rPr lang="en-US" altLang="ja-JP" dirty="0"/>
              <a:t>https://commons.wikimedia.org/wiki/File:MOS-FET_gate_model_(n-channel)_E.PNG</a:t>
            </a:r>
            <a:endParaRPr lang="ja-JP" altLang="en-US" dirty="0"/>
          </a:p>
        </p:txBody>
      </p:sp>
      <p:pic>
        <p:nvPicPr>
          <p:cNvPr id="17" name="図 16">
            <a:extLst>
              <a:ext uri="{FF2B5EF4-FFF2-40B4-BE49-F238E27FC236}">
                <a16:creationId xmlns:a16="http://schemas.microsoft.com/office/drawing/2014/main" id="{A2351A5A-1E72-FB83-4937-7473E56CD875}"/>
              </a:ext>
            </a:extLst>
          </p:cNvPr>
          <p:cNvPicPr>
            <a:picLocks noChangeAspect="1"/>
          </p:cNvPicPr>
          <p:nvPr/>
        </p:nvPicPr>
        <p:blipFill>
          <a:blip r:embed="rId3"/>
          <a:stretch>
            <a:fillRect/>
          </a:stretch>
        </p:blipFill>
        <p:spPr>
          <a:xfrm>
            <a:off x="8681940" y="4249684"/>
            <a:ext cx="2608845" cy="1622375"/>
          </a:xfrm>
          <a:prstGeom prst="rect">
            <a:avLst/>
          </a:prstGeom>
        </p:spPr>
      </p:pic>
      <p:sp>
        <p:nvSpPr>
          <p:cNvPr id="18" name="テキスト ボックス 17">
            <a:extLst>
              <a:ext uri="{FF2B5EF4-FFF2-40B4-BE49-F238E27FC236}">
                <a16:creationId xmlns:a16="http://schemas.microsoft.com/office/drawing/2014/main" id="{93108EB4-A51D-1906-F0E7-6DEB46AD5C99}"/>
              </a:ext>
            </a:extLst>
          </p:cNvPr>
          <p:cNvSpPr txBox="1"/>
          <p:nvPr/>
        </p:nvSpPr>
        <p:spPr>
          <a:xfrm>
            <a:off x="8808463" y="3579248"/>
            <a:ext cx="2355798" cy="369332"/>
          </a:xfrm>
          <a:prstGeom prst="rect">
            <a:avLst/>
          </a:prstGeom>
          <a:noFill/>
        </p:spPr>
        <p:txBody>
          <a:bodyPr wrap="square">
            <a:spAutoFit/>
          </a:bodyPr>
          <a:lstStyle/>
          <a:p>
            <a:pPr algn="ctr"/>
            <a:r>
              <a:rPr lang="en-US" altLang="ja-JP" dirty="0"/>
              <a:t>Planar FET  (~20nm)</a:t>
            </a:r>
          </a:p>
        </p:txBody>
      </p:sp>
      <p:sp>
        <p:nvSpPr>
          <p:cNvPr id="19" name="テキスト ボックス 18">
            <a:extLst>
              <a:ext uri="{FF2B5EF4-FFF2-40B4-BE49-F238E27FC236}">
                <a16:creationId xmlns:a16="http://schemas.microsoft.com/office/drawing/2014/main" id="{D3D8EAE8-01B1-D879-684E-80BD1F141EC7}"/>
              </a:ext>
            </a:extLst>
          </p:cNvPr>
          <p:cNvSpPr txBox="1"/>
          <p:nvPr/>
        </p:nvSpPr>
        <p:spPr>
          <a:xfrm>
            <a:off x="8618925" y="5881044"/>
            <a:ext cx="2608845" cy="369332"/>
          </a:xfrm>
          <a:prstGeom prst="rect">
            <a:avLst/>
          </a:prstGeom>
          <a:noFill/>
        </p:spPr>
        <p:txBody>
          <a:bodyPr wrap="square">
            <a:spAutoFit/>
          </a:bodyPr>
          <a:lstStyle/>
          <a:p>
            <a:pPr algn="ctr"/>
            <a:r>
              <a:rPr lang="en-US" altLang="ja-JP" dirty="0"/>
              <a:t>FinFET (16nm ~ 7nm)</a:t>
            </a:r>
          </a:p>
        </p:txBody>
      </p:sp>
    </p:spTree>
    <p:extLst>
      <p:ext uri="{BB962C8B-B14F-4D97-AF65-F5344CB8AC3E}">
        <p14:creationId xmlns:p14="http://schemas.microsoft.com/office/powerpoint/2010/main" val="311706354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51CF987-02FD-A720-2907-BC7FBA2767D7}"/>
              </a:ext>
            </a:extLst>
          </p:cNvPr>
          <p:cNvSpPr>
            <a:spLocks noGrp="1"/>
          </p:cNvSpPr>
          <p:nvPr>
            <p:ph type="title"/>
          </p:nvPr>
        </p:nvSpPr>
        <p:spPr/>
        <p:txBody>
          <a:bodyPr/>
          <a:lstStyle/>
          <a:p>
            <a:r>
              <a:rPr kumimoji="1" lang="ja-JP" altLang="en-US" dirty="0"/>
              <a:t>プレーナ型</a:t>
            </a:r>
            <a:r>
              <a:rPr kumimoji="1" lang="en-US" altLang="ja-JP" dirty="0"/>
              <a:t>FET</a:t>
            </a:r>
            <a:r>
              <a:rPr kumimoji="1" lang="ja-JP" altLang="en-US" dirty="0"/>
              <a:t>プロセスで作れる素子</a:t>
            </a:r>
          </a:p>
        </p:txBody>
      </p:sp>
      <p:sp>
        <p:nvSpPr>
          <p:cNvPr id="3" name="日付プレースホルダー 2">
            <a:extLst>
              <a:ext uri="{FF2B5EF4-FFF2-40B4-BE49-F238E27FC236}">
                <a16:creationId xmlns:a16="http://schemas.microsoft.com/office/drawing/2014/main" id="{558C7535-D012-1B4F-3BEB-88F8B38CF3E5}"/>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DEEB5EB3-9706-AF40-FD5F-D7F8D36A2C7C}"/>
              </a:ext>
            </a:extLst>
          </p:cNvPr>
          <p:cNvSpPr>
            <a:spLocks noGrp="1"/>
          </p:cNvSpPr>
          <p:nvPr>
            <p:ph type="sldNum" sz="quarter" idx="12"/>
          </p:nvPr>
        </p:nvSpPr>
        <p:spPr/>
        <p:txBody>
          <a:bodyPr/>
          <a:lstStyle/>
          <a:p>
            <a:pPr rtl="0"/>
            <a:fld id="{9860EDB8-5305-433F-BE41-D7A86D811DB3}" type="slidenum">
              <a:rPr lang="en-US" altLang="ja-JP" noProof="0" smtClean="0"/>
              <a:pPr rtl="0"/>
              <a:t>10</a:t>
            </a:fld>
            <a:endParaRPr lang="ja-JP" altLang="en-US" noProof="0"/>
          </a:p>
        </p:txBody>
      </p:sp>
      <p:sp>
        <p:nvSpPr>
          <p:cNvPr id="5" name="コンテンツ プレースホルダー 4">
            <a:extLst>
              <a:ext uri="{FF2B5EF4-FFF2-40B4-BE49-F238E27FC236}">
                <a16:creationId xmlns:a16="http://schemas.microsoft.com/office/drawing/2014/main" id="{D7829C71-4456-C4B2-0FB5-9129B0799F07}"/>
              </a:ext>
            </a:extLst>
          </p:cNvPr>
          <p:cNvSpPr>
            <a:spLocks noGrp="1"/>
          </p:cNvSpPr>
          <p:nvPr>
            <p:ph sz="quarter" idx="13"/>
          </p:nvPr>
        </p:nvSpPr>
        <p:spPr>
          <a:xfrm>
            <a:off x="444500" y="1463039"/>
            <a:ext cx="11210543" cy="4964351"/>
          </a:xfrm>
        </p:spPr>
        <p:txBody>
          <a:bodyPr>
            <a:normAutofit/>
          </a:bodyPr>
          <a:lstStyle/>
          <a:p>
            <a:pPr marL="285750" indent="-285750">
              <a:buFont typeface="Arial" panose="020B0604020202020204" pitchFamily="34" charset="0"/>
              <a:buChar char="•"/>
            </a:pPr>
            <a:r>
              <a:rPr kumimoji="1" lang="ja-JP" altLang="en-US" sz="2000" dirty="0"/>
              <a:t>プレーナ</a:t>
            </a:r>
            <a:r>
              <a:rPr kumimoji="1" lang="en-US" altLang="ja-JP" sz="2000" dirty="0"/>
              <a:t>MOSFET:</a:t>
            </a:r>
            <a:r>
              <a:rPr lang="ja-JP" altLang="en-US" sz="2000" dirty="0"/>
              <a:t> </a:t>
            </a:r>
            <a:r>
              <a:rPr kumimoji="1" lang="en-US" altLang="ja-JP" sz="2000" b="1" u="sng" dirty="0">
                <a:solidFill>
                  <a:srgbClr val="FF0000"/>
                </a:solidFill>
              </a:rPr>
              <a:t>PMOS</a:t>
            </a:r>
            <a:r>
              <a:rPr kumimoji="1" lang="en-US" altLang="ja-JP" sz="2000" dirty="0"/>
              <a:t>, </a:t>
            </a:r>
            <a:r>
              <a:rPr kumimoji="1" lang="en-US" altLang="ja-JP" sz="2000" b="1" u="sng" dirty="0">
                <a:solidFill>
                  <a:srgbClr val="FF0000"/>
                </a:solidFill>
              </a:rPr>
              <a:t>NMOS</a:t>
            </a:r>
          </a:p>
          <a:p>
            <a:pPr marL="569214" lvl="1" indent="-285750"/>
            <a:r>
              <a:rPr lang="ja-JP" altLang="en-US" sz="2000" dirty="0"/>
              <a:t>耐圧により種類があることがある：</a:t>
            </a:r>
            <a:r>
              <a:rPr lang="en-US" altLang="ja-JP" sz="2000" dirty="0">
                <a:solidFill>
                  <a:srgbClr val="FF0000"/>
                </a:solidFill>
              </a:rPr>
              <a:t>1.8V, 3.3V</a:t>
            </a:r>
            <a:r>
              <a:rPr lang="ja-JP" altLang="en-US" sz="2000" dirty="0">
                <a:solidFill>
                  <a:srgbClr val="FF0000"/>
                </a:solidFill>
              </a:rPr>
              <a:t> </a:t>
            </a:r>
            <a:r>
              <a:rPr lang="en-US" altLang="ja-JP" sz="2000" dirty="0">
                <a:solidFill>
                  <a:srgbClr val="FF0000"/>
                </a:solidFill>
              </a:rPr>
              <a:t>5.0V</a:t>
            </a:r>
            <a:r>
              <a:rPr lang="en-US" altLang="ja-JP" sz="2000" dirty="0"/>
              <a:t>,</a:t>
            </a:r>
            <a:r>
              <a:rPr lang="ja-JP" altLang="en-US" sz="2000" dirty="0"/>
              <a:t> </a:t>
            </a:r>
            <a:r>
              <a:rPr lang="en-US" altLang="ja-JP" sz="2000" dirty="0"/>
              <a:t>10.5V,</a:t>
            </a:r>
            <a:r>
              <a:rPr lang="ja-JP" altLang="en-US" sz="2000" dirty="0"/>
              <a:t> </a:t>
            </a:r>
            <a:r>
              <a:rPr lang="en-US" altLang="ja-JP" sz="2000" dirty="0"/>
              <a:t>16V,</a:t>
            </a:r>
            <a:r>
              <a:rPr lang="ja-JP" altLang="en-US" sz="2000" dirty="0"/>
              <a:t> </a:t>
            </a:r>
            <a:r>
              <a:rPr lang="en-US" altLang="ja-JP" sz="2000" dirty="0"/>
              <a:t>20V</a:t>
            </a:r>
            <a:r>
              <a:rPr lang="ja-JP" altLang="en-US" sz="2000" dirty="0"/>
              <a:t> など</a:t>
            </a:r>
            <a:endParaRPr lang="en-US" altLang="ja-JP" sz="2000" dirty="0"/>
          </a:p>
          <a:p>
            <a:pPr marL="342900" indent="-342900">
              <a:buFont typeface="Arial" panose="020B0604020202020204" pitchFamily="34" charset="0"/>
              <a:buChar char="•"/>
            </a:pPr>
            <a:r>
              <a:rPr kumimoji="1" lang="ja-JP" altLang="en-US" sz="2000" dirty="0">
                <a:solidFill>
                  <a:srgbClr val="FF0000"/>
                </a:solidFill>
              </a:rPr>
              <a:t>ダイオード</a:t>
            </a:r>
            <a:endParaRPr kumimoji="1" lang="en-US" altLang="ja-JP" sz="2000" dirty="0">
              <a:solidFill>
                <a:srgbClr val="FF0000"/>
              </a:solidFill>
            </a:endParaRPr>
          </a:p>
          <a:p>
            <a:pPr marL="342900" indent="-342900">
              <a:buFont typeface="Arial" panose="020B0604020202020204" pitchFamily="34" charset="0"/>
              <a:buChar char="•"/>
            </a:pPr>
            <a:r>
              <a:rPr lang="ja-JP" altLang="en-US" sz="2000" dirty="0"/>
              <a:t>抵抗</a:t>
            </a:r>
            <a:r>
              <a:rPr lang="en-US" altLang="ja-JP" sz="2000" dirty="0"/>
              <a:t>: </a:t>
            </a:r>
            <a:r>
              <a:rPr kumimoji="1" lang="ja-JP" altLang="en-US" sz="2000" dirty="0">
                <a:solidFill>
                  <a:srgbClr val="FF0000"/>
                </a:solidFill>
              </a:rPr>
              <a:t>ポリ抵抗</a:t>
            </a:r>
            <a:r>
              <a:rPr kumimoji="1" lang="ja-JP" altLang="en-US" sz="2000" dirty="0"/>
              <a:t>，</a:t>
            </a:r>
            <a:r>
              <a:rPr kumimoji="1" lang="ja-JP" altLang="en-US" sz="2000" dirty="0">
                <a:solidFill>
                  <a:srgbClr val="FF0000"/>
                </a:solidFill>
              </a:rPr>
              <a:t>拡散層抵抗（アクティブ抵抗），</a:t>
            </a:r>
            <a:r>
              <a:rPr kumimoji="1" lang="en-US" altLang="ja-JP" sz="2000" dirty="0" err="1">
                <a:solidFill>
                  <a:srgbClr val="FF0000"/>
                </a:solidFill>
              </a:rPr>
              <a:t>Nwell</a:t>
            </a:r>
            <a:r>
              <a:rPr lang="ja-JP" altLang="en-US" sz="2000" dirty="0">
                <a:solidFill>
                  <a:srgbClr val="FF0000"/>
                </a:solidFill>
              </a:rPr>
              <a:t>抵抗</a:t>
            </a:r>
            <a:endParaRPr kumimoji="1" lang="en-US" altLang="ja-JP" sz="2000" dirty="0">
              <a:solidFill>
                <a:srgbClr val="FF0000"/>
              </a:solidFill>
            </a:endParaRPr>
          </a:p>
          <a:p>
            <a:pPr marL="342900" indent="-342900">
              <a:buFont typeface="Arial" panose="020B0604020202020204" pitchFamily="34" charset="0"/>
              <a:buChar char="•"/>
            </a:pPr>
            <a:r>
              <a:rPr kumimoji="1" lang="ja-JP" altLang="en-US" sz="2000" dirty="0"/>
              <a:t>キャパシタ</a:t>
            </a:r>
            <a:r>
              <a:rPr kumimoji="1" lang="en-US" altLang="ja-JP" sz="2000" dirty="0"/>
              <a:t>: </a:t>
            </a:r>
            <a:r>
              <a:rPr lang="ja-JP" altLang="en-US" sz="2000" dirty="0">
                <a:solidFill>
                  <a:srgbClr val="FF0000"/>
                </a:solidFill>
              </a:rPr>
              <a:t>ポリ容量</a:t>
            </a:r>
            <a:r>
              <a:rPr lang="ja-JP" altLang="en-US" sz="2000" dirty="0"/>
              <a:t>，</a:t>
            </a:r>
            <a:r>
              <a:rPr lang="ja-JP" altLang="en-US" sz="2000" dirty="0">
                <a:solidFill>
                  <a:srgbClr val="FF0000"/>
                </a:solidFill>
              </a:rPr>
              <a:t>拡散層容量</a:t>
            </a:r>
            <a:r>
              <a:rPr lang="en-US" altLang="ja-JP" sz="2000" dirty="0">
                <a:solidFill>
                  <a:srgbClr val="FF0000"/>
                </a:solidFill>
              </a:rPr>
              <a:t>, MIMCAP </a:t>
            </a:r>
            <a:r>
              <a:rPr lang="en-US" altLang="ja-JP" sz="2000" dirty="0"/>
              <a:t>(</a:t>
            </a:r>
            <a:r>
              <a:rPr lang="ja-JP" altLang="en-US" sz="2000" dirty="0"/>
              <a:t>プロセスによっては無い</a:t>
            </a:r>
            <a:r>
              <a:rPr lang="en-US" altLang="ja-JP" sz="2000" dirty="0"/>
              <a:t>), </a:t>
            </a:r>
            <a:r>
              <a:rPr lang="ja-JP" altLang="en-US" sz="2000" dirty="0">
                <a:solidFill>
                  <a:srgbClr val="FF0000"/>
                </a:solidFill>
              </a:rPr>
              <a:t>配線層の寄生容量</a:t>
            </a:r>
            <a:endParaRPr lang="en-US" altLang="ja-JP" sz="2000" dirty="0">
              <a:solidFill>
                <a:srgbClr val="FF0000"/>
              </a:solidFill>
            </a:endParaRPr>
          </a:p>
          <a:p>
            <a:pPr marL="342900" indent="-342900">
              <a:buFont typeface="Arial" panose="020B0604020202020204" pitchFamily="34" charset="0"/>
              <a:buChar char="•"/>
            </a:pPr>
            <a:r>
              <a:rPr lang="ja-JP" altLang="en-US" sz="2000" dirty="0">
                <a:solidFill>
                  <a:srgbClr val="FF0000"/>
                </a:solidFill>
              </a:rPr>
              <a:t>バラクタダイオード</a:t>
            </a:r>
            <a:r>
              <a:rPr lang="en-US" altLang="ja-JP" sz="2000" dirty="0"/>
              <a:t>: </a:t>
            </a:r>
            <a:r>
              <a:rPr lang="ja-JP" altLang="en-US" sz="2000" dirty="0"/>
              <a:t>プロセスによっては無い</a:t>
            </a:r>
            <a:endParaRPr lang="en-US" altLang="ja-JP" sz="2000" dirty="0"/>
          </a:p>
          <a:p>
            <a:pPr marL="342900" indent="-342900">
              <a:buFont typeface="Arial" panose="020B0604020202020204" pitchFamily="34" charset="0"/>
              <a:buChar char="•"/>
            </a:pPr>
            <a:r>
              <a:rPr lang="ja-JP" altLang="en-US" sz="2000" dirty="0">
                <a:solidFill>
                  <a:srgbClr val="FF0000"/>
                </a:solidFill>
              </a:rPr>
              <a:t>ラテラルバイポーラ </a:t>
            </a:r>
            <a:r>
              <a:rPr lang="en-US" altLang="ja-JP" sz="2000" dirty="0">
                <a:solidFill>
                  <a:srgbClr val="FF0000"/>
                </a:solidFill>
              </a:rPr>
              <a:t>(PNP, NPN)</a:t>
            </a:r>
            <a:r>
              <a:rPr lang="ja-JP" altLang="en-US" sz="2000" dirty="0">
                <a:solidFill>
                  <a:srgbClr val="FF0000"/>
                </a:solidFill>
              </a:rPr>
              <a:t> </a:t>
            </a:r>
            <a:r>
              <a:rPr lang="en-US" altLang="ja-JP" sz="2000" dirty="0"/>
              <a:t>:</a:t>
            </a:r>
            <a:r>
              <a:rPr lang="ja-JP" altLang="en-US" sz="2000" dirty="0"/>
              <a:t> プロセスによっては無い</a:t>
            </a:r>
            <a:endParaRPr kumimoji="1" lang="en-US" altLang="ja-JP" dirty="0"/>
          </a:p>
          <a:p>
            <a:pPr marL="285750" indent="-285750">
              <a:buFont typeface="Arial" panose="020B0604020202020204" pitchFamily="34" charset="0"/>
              <a:buChar char="•"/>
            </a:pPr>
            <a:endParaRPr kumimoji="1" lang="ja-JP" altLang="en-US" sz="2000" dirty="0"/>
          </a:p>
        </p:txBody>
      </p:sp>
    </p:spTree>
    <p:extLst>
      <p:ext uri="{BB962C8B-B14F-4D97-AF65-F5344CB8AC3E}">
        <p14:creationId xmlns:p14="http://schemas.microsoft.com/office/powerpoint/2010/main" val="173328880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4216186-FD63-86FF-E554-D77052002A19}"/>
              </a:ext>
            </a:extLst>
          </p:cNvPr>
          <p:cNvSpPr>
            <a:spLocks noGrp="1"/>
          </p:cNvSpPr>
          <p:nvPr>
            <p:ph type="title"/>
          </p:nvPr>
        </p:nvSpPr>
        <p:spPr/>
        <p:txBody>
          <a:bodyPr/>
          <a:lstStyle/>
          <a:p>
            <a:r>
              <a:rPr kumimoji="1" lang="en-US" altLang="ja-JP" dirty="0"/>
              <a:t>PMOS, NMOS</a:t>
            </a:r>
            <a:r>
              <a:rPr lang="ja-JP" altLang="en-US" dirty="0"/>
              <a:t>とは</a:t>
            </a:r>
            <a:endParaRPr kumimoji="1" lang="ja-JP" altLang="en-US" dirty="0"/>
          </a:p>
        </p:txBody>
      </p:sp>
      <p:sp>
        <p:nvSpPr>
          <p:cNvPr id="3" name="日付プレースホルダー 2">
            <a:extLst>
              <a:ext uri="{FF2B5EF4-FFF2-40B4-BE49-F238E27FC236}">
                <a16:creationId xmlns:a16="http://schemas.microsoft.com/office/drawing/2014/main" id="{A96EE5DE-66CB-8B81-3304-160475A8830A}"/>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78EA93FF-58FD-40C1-E2AC-91650BB5DD92}"/>
              </a:ext>
            </a:extLst>
          </p:cNvPr>
          <p:cNvSpPr>
            <a:spLocks noGrp="1"/>
          </p:cNvSpPr>
          <p:nvPr>
            <p:ph type="sldNum" sz="quarter" idx="12"/>
          </p:nvPr>
        </p:nvSpPr>
        <p:spPr/>
        <p:txBody>
          <a:bodyPr/>
          <a:lstStyle/>
          <a:p>
            <a:pPr rtl="0"/>
            <a:fld id="{9860EDB8-5305-433F-BE41-D7A86D811DB3}" type="slidenum">
              <a:rPr lang="en-US" altLang="ja-JP" noProof="0" smtClean="0"/>
              <a:pPr rtl="0"/>
              <a:t>11</a:t>
            </a:fld>
            <a:endParaRPr lang="ja-JP" altLang="en-US" noProof="0"/>
          </a:p>
        </p:txBody>
      </p:sp>
      <p:sp>
        <p:nvSpPr>
          <p:cNvPr id="5" name="コンテンツ プレースホルダー 4">
            <a:extLst>
              <a:ext uri="{FF2B5EF4-FFF2-40B4-BE49-F238E27FC236}">
                <a16:creationId xmlns:a16="http://schemas.microsoft.com/office/drawing/2014/main" id="{758F4885-BCE8-EA32-EE04-0B89768C02F4}"/>
              </a:ext>
            </a:extLst>
          </p:cNvPr>
          <p:cNvSpPr>
            <a:spLocks noGrp="1"/>
          </p:cNvSpPr>
          <p:nvPr>
            <p:ph sz="quarter" idx="13"/>
          </p:nvPr>
        </p:nvSpPr>
        <p:spPr/>
        <p:txBody>
          <a:bodyPr>
            <a:normAutofit/>
          </a:bodyPr>
          <a:lstStyle/>
          <a:p>
            <a:pPr marL="285750" indent="-285750">
              <a:buFont typeface="Arial" panose="020B0604020202020204" pitchFamily="34" charset="0"/>
              <a:buChar char="•"/>
            </a:pPr>
            <a:r>
              <a:rPr lang="ja-JP" altLang="en-US" sz="2000" dirty="0"/>
              <a:t>可変抵抗（ボリューム）に似ている</a:t>
            </a:r>
            <a:endParaRPr lang="en-US" altLang="ja-JP" sz="2000" dirty="0"/>
          </a:p>
          <a:p>
            <a:pPr marL="569214" lvl="1" indent="-285750"/>
            <a:r>
              <a:rPr kumimoji="1" lang="en-US" altLang="ja-JP" sz="2000" dirty="0"/>
              <a:t>0Ω</a:t>
            </a:r>
            <a:r>
              <a:rPr kumimoji="1" lang="ja-JP" altLang="en-US" sz="2000" dirty="0"/>
              <a:t>から摺動子</a:t>
            </a:r>
            <a:r>
              <a:rPr kumimoji="1" lang="en-US" altLang="ja-JP" sz="2000" dirty="0"/>
              <a:t>(</a:t>
            </a:r>
            <a:r>
              <a:rPr kumimoji="1" lang="ja-JP" altLang="en-US" sz="2000" dirty="0"/>
              <a:t>ツマミ</a:t>
            </a:r>
            <a:r>
              <a:rPr kumimoji="1" lang="en-US" altLang="ja-JP" sz="2000" dirty="0"/>
              <a:t>)</a:t>
            </a:r>
            <a:r>
              <a:rPr kumimoji="1" lang="ja-JP" altLang="en-US" sz="2000" dirty="0"/>
              <a:t>を回すと、抵抗値が増加する</a:t>
            </a:r>
            <a:endParaRPr kumimoji="1" lang="en-US" altLang="ja-JP" sz="2000" dirty="0"/>
          </a:p>
          <a:p>
            <a:pPr marL="569214" lvl="1" indent="-285750"/>
            <a:r>
              <a:rPr lang="ja-JP" altLang="en-US" sz="2000" dirty="0"/>
              <a:t>スペックでは最大抵抗値とカーブが記載</a:t>
            </a:r>
            <a:endParaRPr lang="en-US" altLang="ja-JP" sz="2000" dirty="0"/>
          </a:p>
          <a:p>
            <a:pPr marL="569214" lvl="1" indent="-285750"/>
            <a:r>
              <a:rPr lang="ja-JP" altLang="en-US" sz="2000" dirty="0"/>
              <a:t>抵抗値の増え方にバリエーションがある（カーブ）</a:t>
            </a:r>
            <a:endParaRPr lang="en-US" altLang="ja-JP" sz="2000" dirty="0"/>
          </a:p>
          <a:p>
            <a:pPr marL="342900" indent="-342900">
              <a:buFont typeface="Arial" panose="020B0604020202020204" pitchFamily="34" charset="0"/>
              <a:buChar char="•"/>
            </a:pPr>
            <a:endParaRPr kumimoji="1" lang="ja-JP" altLang="en-US" sz="2000" dirty="0"/>
          </a:p>
        </p:txBody>
      </p:sp>
      <p:pic>
        <p:nvPicPr>
          <p:cNvPr id="6" name="図 5">
            <a:extLst>
              <a:ext uri="{FF2B5EF4-FFF2-40B4-BE49-F238E27FC236}">
                <a16:creationId xmlns:a16="http://schemas.microsoft.com/office/drawing/2014/main" id="{538FAE19-4FD8-EC9D-C0CF-2E1D2F5C85C0}"/>
              </a:ext>
            </a:extLst>
          </p:cNvPr>
          <p:cNvPicPr>
            <a:picLocks noChangeAspect="1"/>
          </p:cNvPicPr>
          <p:nvPr/>
        </p:nvPicPr>
        <p:blipFill>
          <a:blip r:embed="rId2"/>
          <a:stretch>
            <a:fillRect/>
          </a:stretch>
        </p:blipFill>
        <p:spPr>
          <a:xfrm>
            <a:off x="6406552" y="1286320"/>
            <a:ext cx="3048000" cy="2286000"/>
          </a:xfrm>
          <a:prstGeom prst="rect">
            <a:avLst/>
          </a:prstGeom>
        </p:spPr>
      </p:pic>
      <p:pic>
        <p:nvPicPr>
          <p:cNvPr id="7" name="図 6">
            <a:extLst>
              <a:ext uri="{FF2B5EF4-FFF2-40B4-BE49-F238E27FC236}">
                <a16:creationId xmlns:a16="http://schemas.microsoft.com/office/drawing/2014/main" id="{D80F3AAF-6187-6F3D-3A9C-F1BD234E7B67}"/>
              </a:ext>
            </a:extLst>
          </p:cNvPr>
          <p:cNvPicPr>
            <a:picLocks noChangeAspect="1"/>
          </p:cNvPicPr>
          <p:nvPr/>
        </p:nvPicPr>
        <p:blipFill>
          <a:blip r:embed="rId3"/>
          <a:stretch>
            <a:fillRect/>
          </a:stretch>
        </p:blipFill>
        <p:spPr>
          <a:xfrm>
            <a:off x="9369067" y="1358198"/>
            <a:ext cx="2606154" cy="2397050"/>
          </a:xfrm>
          <a:prstGeom prst="rect">
            <a:avLst/>
          </a:prstGeom>
        </p:spPr>
      </p:pic>
    </p:spTree>
    <p:extLst>
      <p:ext uri="{BB962C8B-B14F-4D97-AF65-F5344CB8AC3E}">
        <p14:creationId xmlns:p14="http://schemas.microsoft.com/office/powerpoint/2010/main" val="23402194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F8324AB-109E-62BC-B44A-BB3D1C1C6849}"/>
              </a:ext>
            </a:extLst>
          </p:cNvPr>
          <p:cNvSpPr>
            <a:spLocks noGrp="1"/>
          </p:cNvSpPr>
          <p:nvPr>
            <p:ph type="title"/>
          </p:nvPr>
        </p:nvSpPr>
        <p:spPr/>
        <p:txBody>
          <a:bodyPr/>
          <a:lstStyle/>
          <a:p>
            <a:r>
              <a:rPr kumimoji="1" lang="en-US" altLang="ja-JP" dirty="0"/>
              <a:t>PMOS, NMOS</a:t>
            </a:r>
            <a:r>
              <a:rPr lang="ja-JP" altLang="en-US" dirty="0"/>
              <a:t>とは</a:t>
            </a:r>
            <a:endParaRPr kumimoji="1" lang="ja-JP" altLang="en-US" dirty="0"/>
          </a:p>
        </p:txBody>
      </p:sp>
      <p:sp>
        <p:nvSpPr>
          <p:cNvPr id="3" name="日付プレースホルダー 2">
            <a:extLst>
              <a:ext uri="{FF2B5EF4-FFF2-40B4-BE49-F238E27FC236}">
                <a16:creationId xmlns:a16="http://schemas.microsoft.com/office/drawing/2014/main" id="{B17F9F4B-05EE-D638-141D-2E805C70F100}"/>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E7F3AEA3-2538-A296-7414-59B5F2FB1914}"/>
              </a:ext>
            </a:extLst>
          </p:cNvPr>
          <p:cNvSpPr>
            <a:spLocks noGrp="1"/>
          </p:cNvSpPr>
          <p:nvPr>
            <p:ph type="sldNum" sz="quarter" idx="12"/>
          </p:nvPr>
        </p:nvSpPr>
        <p:spPr/>
        <p:txBody>
          <a:bodyPr/>
          <a:lstStyle/>
          <a:p>
            <a:pPr rtl="0"/>
            <a:fld id="{9860EDB8-5305-433F-BE41-D7A86D811DB3}" type="slidenum">
              <a:rPr lang="en-US" altLang="ja-JP" noProof="0" smtClean="0"/>
              <a:pPr rtl="0"/>
              <a:t>12</a:t>
            </a:fld>
            <a:endParaRPr lang="ja-JP" altLang="en-US" noProof="0"/>
          </a:p>
        </p:txBody>
      </p:sp>
      <mc:AlternateContent xmlns:mc="http://schemas.openxmlformats.org/markup-compatibility/2006" xmlns:a14="http://schemas.microsoft.com/office/drawing/2010/main">
        <mc:Choice Requires="a14">
          <p:sp>
            <p:nvSpPr>
              <p:cNvPr id="5" name="コンテンツ プレースホルダー 4">
                <a:extLst>
                  <a:ext uri="{FF2B5EF4-FFF2-40B4-BE49-F238E27FC236}">
                    <a16:creationId xmlns:a16="http://schemas.microsoft.com/office/drawing/2014/main" id="{4A26C06E-4AC0-2A1C-73DE-56C4A126F44D}"/>
                  </a:ext>
                </a:extLst>
              </p:cNvPr>
              <p:cNvSpPr>
                <a:spLocks noGrp="1"/>
              </p:cNvSpPr>
              <p:nvPr>
                <p:ph sz="quarter" idx="13"/>
              </p:nvPr>
            </p:nvSpPr>
            <p:spPr/>
            <p:txBody>
              <a:bodyPr>
                <a:normAutofit/>
              </a:bodyPr>
              <a:lstStyle/>
              <a:p>
                <a:pPr marL="342900" indent="-342900">
                  <a:buFont typeface="Arial" panose="020B0604020202020204" pitchFamily="34" charset="0"/>
                  <a:buChar char="•"/>
                </a:pPr>
                <a:r>
                  <a:rPr lang="en-US" altLang="ja-JP" sz="2000" dirty="0"/>
                  <a:t>MOSFET</a:t>
                </a:r>
                <a:r>
                  <a:rPr lang="ja-JP" altLang="en-US" sz="2000" dirty="0"/>
                  <a:t>は電流をベースにして考える（抵抗値に置き換えて考える事は基本的にない）</a:t>
                </a:r>
                <a:endParaRPr kumimoji="1" lang="en-US" altLang="ja-JP" sz="2000" dirty="0"/>
              </a:p>
              <a:p>
                <a:pPr marL="342900" indent="-342900">
                  <a:buFont typeface="Arial" panose="020B0604020202020204" pitchFamily="34" charset="0"/>
                  <a:buChar char="•"/>
                </a:pPr>
                <a:r>
                  <a:rPr kumimoji="1" lang="en-US" altLang="ja-JP" sz="2000" dirty="0"/>
                  <a:t>MOSFET</a:t>
                </a:r>
                <a:r>
                  <a:rPr kumimoji="1" lang="ja-JP" altLang="en-US" sz="2000" dirty="0"/>
                  <a:t>は可変抵抗の逆</a:t>
                </a:r>
                <a:endParaRPr kumimoji="1" lang="en-US" altLang="ja-JP" sz="2000" dirty="0"/>
              </a:p>
              <a:p>
                <a:pPr marL="626364" lvl="1" indent="-342900"/>
                <a:r>
                  <a:rPr lang="ja-JP" altLang="en-US" sz="2000" dirty="0"/>
                  <a:t>摺動子（ツマミ）ではなくゲート電圧</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𝑉</m:t>
                        </m:r>
                      </m:e>
                      <m:sub>
                        <m:r>
                          <a:rPr lang="en-US" altLang="ja-JP" sz="2000" b="0" i="1" smtClean="0">
                            <a:latin typeface="Cambria Math" panose="02040503050406030204" pitchFamily="18" charset="0"/>
                          </a:rPr>
                          <m:t>𝐺𝑆</m:t>
                        </m:r>
                      </m:sub>
                    </m:sSub>
                  </m:oMath>
                </a14:m>
                <a:r>
                  <a:rPr lang="ja-JP" altLang="en-US" sz="2000" dirty="0"/>
                  <a:t>によってドレインソース間の電流を制御</a:t>
                </a:r>
                <a:endParaRPr lang="en-US" altLang="ja-JP" sz="2000" dirty="0"/>
              </a:p>
              <a:p>
                <a:pPr marL="626364" lvl="1" indent="-342900"/>
                <a:r>
                  <a:rPr lang="ja-JP" altLang="en-US" sz="2000" dirty="0"/>
                  <a:t>∞</a:t>
                </a:r>
                <a:r>
                  <a:rPr lang="en-US" altLang="ja-JP" sz="2000" dirty="0"/>
                  <a:t>Ω</a:t>
                </a:r>
                <a:r>
                  <a:rPr lang="ja-JP" altLang="en-US" sz="2000" dirty="0"/>
                  <a:t>からゲート電圧を調整すると抵抗値減少</a:t>
                </a:r>
                <a:endParaRPr lang="en-US" altLang="ja-JP" sz="2000" dirty="0"/>
              </a:p>
              <a:p>
                <a:pPr marL="626364" lvl="1" indent="-342900"/>
                <a:r>
                  <a:rPr lang="ja-JP" altLang="en-US" sz="2000" dirty="0"/>
                  <a:t>スペックでは電流カーブが記載</a:t>
                </a:r>
                <a:r>
                  <a:rPr lang="en-US" altLang="ja-JP" sz="2000" dirty="0"/>
                  <a:t>(</a:t>
                </a:r>
                <a:r>
                  <a:rPr lang="ja-JP" altLang="en-US" sz="2000" dirty="0"/>
                  <a:t>ドレインソース間電流 </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𝐼</m:t>
                        </m:r>
                      </m:e>
                      <m:sub>
                        <m:r>
                          <a:rPr lang="en-US" altLang="ja-JP" sz="2000" b="0" i="1" smtClean="0">
                            <a:latin typeface="Cambria Math" panose="02040503050406030204" pitchFamily="18" charset="0"/>
                          </a:rPr>
                          <m:t>𝐷𝑆</m:t>
                        </m:r>
                      </m:sub>
                    </m:sSub>
                  </m:oMath>
                </a14:m>
                <a:r>
                  <a:rPr lang="en-US" altLang="ja-JP" sz="2000" dirty="0"/>
                  <a:t>)</a:t>
                </a:r>
              </a:p>
              <a:p>
                <a:pPr marL="1028700" lvl="2" indent="-342900"/>
                <a:r>
                  <a:rPr lang="ja-JP" altLang="en-US" sz="2000" dirty="0"/>
                  <a:t>最小抵抗値は電流カーブから計算 </a:t>
                </a:r>
                <a:r>
                  <a:rPr lang="en-US" altLang="ja-JP" sz="2000" dirty="0"/>
                  <a:t>(</a:t>
                </a:r>
                <a:r>
                  <a:rPr lang="ja-JP" altLang="en-US" sz="2000" dirty="0"/>
                  <a:t>オン抵抗</a:t>
                </a:r>
                <a14:m>
                  <m:oMath xmlns:m="http://schemas.openxmlformats.org/officeDocument/2006/math">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𝑅</m:t>
                        </m:r>
                      </m:e>
                      <m:sub>
                        <m:r>
                          <a:rPr lang="en-US" altLang="ja-JP" sz="2000" b="0" i="1" dirty="0" smtClean="0">
                            <a:latin typeface="Cambria Math" panose="02040503050406030204" pitchFamily="18" charset="0"/>
                          </a:rPr>
                          <m:t>𝑜𝑛</m:t>
                        </m:r>
                      </m:sub>
                    </m:sSub>
                  </m:oMath>
                </a14:m>
                <a:r>
                  <a:rPr lang="ja-JP" altLang="en-US" sz="2000" dirty="0"/>
                  <a:t>）</a:t>
                </a:r>
                <a:endParaRPr lang="en-US" altLang="ja-JP" sz="2000" dirty="0"/>
              </a:p>
              <a:p>
                <a:pPr marL="626364" lvl="1" indent="-342900"/>
                <a:r>
                  <a:rPr lang="ja-JP" altLang="en-US" sz="2000" dirty="0"/>
                  <a:t>抵抗値の増え方はプロセス依存（閾値電圧</a:t>
                </a: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𝑉</m:t>
                        </m:r>
                      </m:e>
                      <m:sub>
                        <m:r>
                          <a:rPr lang="en-US" altLang="ja-JP" sz="2000" b="0" i="1" smtClean="0">
                            <a:latin typeface="Cambria Math" panose="02040503050406030204" pitchFamily="18" charset="0"/>
                          </a:rPr>
                          <m:t>𝑡ℎ</m:t>
                        </m:r>
                      </m:sub>
                    </m:sSub>
                    <m:r>
                      <a:rPr lang="en-US" altLang="ja-JP" sz="2000" b="0" i="1" smtClean="0">
                        <a:latin typeface="Cambria Math" panose="02040503050406030204" pitchFamily="18" charset="0"/>
                      </a:rPr>
                      <m:t> </m:t>
                    </m:r>
                    <m:r>
                      <a:rPr lang="ja-JP" altLang="en-US" sz="2000" i="1">
                        <a:latin typeface="Cambria Math" panose="02040503050406030204" pitchFamily="18" charset="0"/>
                      </a:rPr>
                      <m:t>、</m:t>
                    </m:r>
                    <m:r>
                      <a:rPr lang="ja-JP" altLang="en-US" sz="2000" i="1" smtClean="0">
                        <a:latin typeface="Cambria Math" panose="02040503050406030204" pitchFamily="18" charset="0"/>
                      </a:rPr>
                      <m:t>トランス</m:t>
                    </m:r>
                    <m:r>
                      <a:rPr lang="ja-JP" altLang="en-US" sz="2000" i="1">
                        <a:latin typeface="Cambria Math" panose="02040503050406030204" pitchFamily="18" charset="0"/>
                      </a:rPr>
                      <m:t>コンダクタンス</m:t>
                    </m:r>
                    <m:r>
                      <a:rPr lang="en-US" altLang="ja-JP" sz="2000" b="0" i="1" smtClean="0">
                        <a:latin typeface="Cambria Math" panose="02040503050406030204" pitchFamily="18" charset="0"/>
                      </a:rPr>
                      <m:t> </m:t>
                    </m:r>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𝑔</m:t>
                        </m:r>
                      </m:e>
                      <m:sub>
                        <m:r>
                          <a:rPr lang="en-US" altLang="ja-JP" sz="2000" b="0" i="1" smtClean="0">
                            <a:latin typeface="Cambria Math" panose="02040503050406030204" pitchFamily="18" charset="0"/>
                          </a:rPr>
                          <m:t>𝑚</m:t>
                        </m:r>
                      </m:sub>
                    </m:sSub>
                    <m:r>
                      <a:rPr lang="ja-JP" altLang="en-US" sz="2000" i="1">
                        <a:latin typeface="Cambria Math" panose="02040503050406030204" pitchFamily="18" charset="0"/>
                      </a:rPr>
                      <m:t>）</m:t>
                    </m:r>
                  </m:oMath>
                </a14:m>
                <a:endParaRPr lang="en-US" altLang="ja-JP" sz="2000" dirty="0"/>
              </a:p>
            </p:txBody>
          </p:sp>
        </mc:Choice>
        <mc:Fallback xmlns="">
          <p:sp>
            <p:nvSpPr>
              <p:cNvPr id="5" name="コンテンツ プレースホルダー 4">
                <a:extLst>
                  <a:ext uri="{FF2B5EF4-FFF2-40B4-BE49-F238E27FC236}">
                    <a16:creationId xmlns:a16="http://schemas.microsoft.com/office/drawing/2014/main" id="{4A26C06E-4AC0-2A1C-73DE-56C4A126F44D}"/>
                  </a:ext>
                </a:extLst>
              </p:cNvPr>
              <p:cNvSpPr>
                <a:spLocks noGrp="1" noRot="1" noChangeAspect="1" noMove="1" noResize="1" noEditPoints="1" noAdjustHandles="1" noChangeArrowheads="1" noChangeShapeType="1" noTextEdit="1"/>
              </p:cNvSpPr>
              <p:nvPr>
                <p:ph sz="quarter" idx="13"/>
              </p:nvPr>
            </p:nvSpPr>
            <p:spPr>
              <a:blipFill>
                <a:blip r:embed="rId2"/>
                <a:stretch>
                  <a:fillRect l="-489" t="-662"/>
                </a:stretch>
              </a:blipFill>
            </p:spPr>
            <p:txBody>
              <a:bodyPr/>
              <a:lstStyle/>
              <a:p>
                <a:r>
                  <a:rPr lang="ja-JP" altLang="en-US">
                    <a:noFill/>
                  </a:rPr>
                  <a:t> </a:t>
                </a:r>
              </a:p>
            </p:txBody>
          </p:sp>
        </mc:Fallback>
      </mc:AlternateContent>
      <p:pic>
        <p:nvPicPr>
          <p:cNvPr id="7" name="図 6">
            <a:extLst>
              <a:ext uri="{FF2B5EF4-FFF2-40B4-BE49-F238E27FC236}">
                <a16:creationId xmlns:a16="http://schemas.microsoft.com/office/drawing/2014/main" id="{59BF4A9D-93B7-7D75-094E-BDBBBFD3A005}"/>
              </a:ext>
            </a:extLst>
          </p:cNvPr>
          <p:cNvPicPr>
            <a:picLocks noChangeAspect="1"/>
          </p:cNvPicPr>
          <p:nvPr/>
        </p:nvPicPr>
        <p:blipFill>
          <a:blip r:embed="rId3"/>
          <a:stretch>
            <a:fillRect/>
          </a:stretch>
        </p:blipFill>
        <p:spPr>
          <a:xfrm>
            <a:off x="8981315" y="1874617"/>
            <a:ext cx="2228571" cy="3152381"/>
          </a:xfrm>
          <a:prstGeom prst="rect">
            <a:avLst/>
          </a:prstGeom>
        </p:spPr>
      </p:pic>
    </p:spTree>
    <p:extLst>
      <p:ext uri="{BB962C8B-B14F-4D97-AF65-F5344CB8AC3E}">
        <p14:creationId xmlns:p14="http://schemas.microsoft.com/office/powerpoint/2010/main" val="29044749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95F29A-65FE-1E11-0CF7-8E651F33B6E3}"/>
            </a:ext>
          </a:extLst>
        </p:cNvPr>
        <p:cNvGrpSpPr/>
        <p:nvPr/>
      </p:nvGrpSpPr>
      <p:grpSpPr>
        <a:xfrm>
          <a:off x="0" y="0"/>
          <a:ext cx="0" cy="0"/>
          <a:chOff x="0" y="0"/>
          <a:chExt cx="0" cy="0"/>
        </a:xfrm>
      </p:grpSpPr>
      <p:sp>
        <p:nvSpPr>
          <p:cNvPr id="7" name="正方形/長方形 6">
            <a:extLst>
              <a:ext uri="{FF2B5EF4-FFF2-40B4-BE49-F238E27FC236}">
                <a16:creationId xmlns:a16="http://schemas.microsoft.com/office/drawing/2014/main" id="{2242101A-3090-5899-73B2-A30EC6AEE4B0}"/>
              </a:ext>
            </a:extLst>
          </p:cNvPr>
          <p:cNvSpPr/>
          <p:nvPr/>
        </p:nvSpPr>
        <p:spPr>
          <a:xfrm>
            <a:off x="3385127" y="3260436"/>
            <a:ext cx="5421745" cy="1902691"/>
          </a:xfrm>
          <a:prstGeom prst="rect">
            <a:avLst/>
          </a:prstGeom>
          <a:solidFill>
            <a:srgbClr val="FF7C80"/>
          </a:solid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9" name="四角形: 角を丸くする 28">
            <a:extLst>
              <a:ext uri="{FF2B5EF4-FFF2-40B4-BE49-F238E27FC236}">
                <a16:creationId xmlns:a16="http://schemas.microsoft.com/office/drawing/2014/main" id="{8F36D6AC-F496-F139-489C-8359E7E41076}"/>
              </a:ext>
            </a:extLst>
          </p:cNvPr>
          <p:cNvSpPr/>
          <p:nvPr/>
        </p:nvSpPr>
        <p:spPr>
          <a:xfrm>
            <a:off x="7421417" y="3292901"/>
            <a:ext cx="1357745" cy="674256"/>
          </a:xfrm>
          <a:prstGeom prst="roundRect">
            <a:avLst/>
          </a:prstGeom>
          <a:solidFill>
            <a:schemeClr val="accent1"/>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sz="3200" dirty="0">
                <a:solidFill>
                  <a:schemeClr val="bg1"/>
                </a:solidFill>
              </a:rPr>
              <a:t>n</a:t>
            </a:r>
            <a:endParaRPr kumimoji="1" lang="ja-JP" altLang="en-US" sz="3200" dirty="0">
              <a:solidFill>
                <a:schemeClr val="bg1"/>
              </a:solidFill>
            </a:endParaRPr>
          </a:p>
        </p:txBody>
      </p:sp>
      <p:sp>
        <p:nvSpPr>
          <p:cNvPr id="5" name="四角形: 角を丸くする 4">
            <a:extLst>
              <a:ext uri="{FF2B5EF4-FFF2-40B4-BE49-F238E27FC236}">
                <a16:creationId xmlns:a16="http://schemas.microsoft.com/office/drawing/2014/main" id="{2318E31B-7FEF-292C-5D80-4BAE3BD6E5AF}"/>
              </a:ext>
            </a:extLst>
          </p:cNvPr>
          <p:cNvSpPr/>
          <p:nvPr/>
        </p:nvSpPr>
        <p:spPr>
          <a:xfrm>
            <a:off x="3405236" y="3292901"/>
            <a:ext cx="1357745" cy="674256"/>
          </a:xfrm>
          <a:prstGeom prst="roundRect">
            <a:avLst/>
          </a:prstGeom>
          <a:solidFill>
            <a:schemeClr val="accent1"/>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sz="3200" dirty="0">
                <a:solidFill>
                  <a:schemeClr val="bg1"/>
                </a:solidFill>
              </a:rPr>
              <a:t>n</a:t>
            </a:r>
            <a:endParaRPr kumimoji="1" lang="ja-JP" altLang="en-US" sz="3200" dirty="0">
              <a:solidFill>
                <a:schemeClr val="bg1"/>
              </a:solidFill>
            </a:endParaRPr>
          </a:p>
        </p:txBody>
      </p:sp>
      <p:sp>
        <p:nvSpPr>
          <p:cNvPr id="2" name="タイトル 1">
            <a:extLst>
              <a:ext uri="{FF2B5EF4-FFF2-40B4-BE49-F238E27FC236}">
                <a16:creationId xmlns:a16="http://schemas.microsoft.com/office/drawing/2014/main" id="{E6014764-67CD-1FB8-0671-9D49686801DF}"/>
              </a:ext>
            </a:extLst>
          </p:cNvPr>
          <p:cNvSpPr>
            <a:spLocks noGrp="1"/>
          </p:cNvSpPr>
          <p:nvPr>
            <p:ph type="title"/>
          </p:nvPr>
        </p:nvSpPr>
        <p:spPr/>
        <p:txBody>
          <a:bodyPr/>
          <a:lstStyle/>
          <a:p>
            <a:r>
              <a:rPr kumimoji="1" lang="en-US" altLang="ja-JP" dirty="0"/>
              <a:t>NMOS </a:t>
            </a:r>
            <a:r>
              <a:rPr kumimoji="1" lang="ja-JP" altLang="en-US" dirty="0"/>
              <a:t>簡単な模式図</a:t>
            </a:r>
          </a:p>
        </p:txBody>
      </p:sp>
      <p:sp>
        <p:nvSpPr>
          <p:cNvPr id="4" name="日付プレースホルダー 3">
            <a:extLst>
              <a:ext uri="{FF2B5EF4-FFF2-40B4-BE49-F238E27FC236}">
                <a16:creationId xmlns:a16="http://schemas.microsoft.com/office/drawing/2014/main" id="{CAEAF110-AF01-9051-C0E8-9D6934B8CC60}"/>
              </a:ext>
            </a:extLst>
          </p:cNvPr>
          <p:cNvSpPr>
            <a:spLocks noGrp="1"/>
          </p:cNvSpPr>
          <p:nvPr>
            <p:ph type="dt" sz="half" idx="10"/>
          </p:nvPr>
        </p:nvSpPr>
        <p:spPr/>
        <p:txBody>
          <a:bodyPr/>
          <a:lstStyle/>
          <a:p>
            <a:fld id="{C8D55FC4-4FBB-4061-B0B6-96F0050D7C51}"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7A7686CB-176A-3DA9-BFC2-A8DD92894091}"/>
              </a:ext>
            </a:extLst>
          </p:cNvPr>
          <p:cNvSpPr>
            <a:spLocks noGrp="1"/>
          </p:cNvSpPr>
          <p:nvPr>
            <p:ph type="sldNum" sz="quarter" idx="12"/>
          </p:nvPr>
        </p:nvSpPr>
        <p:spPr>
          <a:prstGeom prst="rect">
            <a:avLst/>
          </a:prstGeom>
        </p:spPr>
        <p:txBody>
          <a:bodyPr vert="horz" lIns="91440" tIns="45720" rIns="91440" bIns="45720" rtlCol="0" anchor="ctr"/>
          <a:lstStyle>
            <a:defPPr>
              <a:defRPr lang="en-US"/>
            </a:defPPr>
            <a:lvl1pPr marL="0" algn="ctr" defTabSz="457200" rtl="0" eaLnBrk="1" latinLnBrk="0" hangingPunct="1">
              <a:defRPr sz="1200" b="1"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66E89953-8AEA-4BDF-A508-664B12926AB4}" type="slidenum">
              <a:rPr kumimoji="1" lang="ja-JP" altLang="en-US" sz="1400" smtClean="0">
                <a:latin typeface="Meiryo UI" panose="020B0604030504040204" pitchFamily="50" charset="-128"/>
                <a:ea typeface="Meiryo UI" panose="020B0604030504040204" pitchFamily="50" charset="-128"/>
              </a:rPr>
              <a:pPr/>
              <a:t>13</a:t>
            </a:fld>
            <a:endParaRPr kumimoji="1" lang="ja-JP" altLang="en-US" dirty="0">
              <a:latin typeface="Meiryo UI" panose="020B0604030504040204" pitchFamily="50" charset="-128"/>
              <a:ea typeface="Meiryo UI" panose="020B0604030504040204" pitchFamily="50" charset="-128"/>
            </a:endParaRPr>
          </a:p>
        </p:txBody>
      </p:sp>
      <p:sp>
        <p:nvSpPr>
          <p:cNvPr id="12" name="正方形/長方形 11">
            <a:extLst>
              <a:ext uri="{FF2B5EF4-FFF2-40B4-BE49-F238E27FC236}">
                <a16:creationId xmlns:a16="http://schemas.microsoft.com/office/drawing/2014/main" id="{121A277F-865F-F189-B137-AE6002A334B5}"/>
              </a:ext>
            </a:extLst>
          </p:cNvPr>
          <p:cNvSpPr/>
          <p:nvPr/>
        </p:nvSpPr>
        <p:spPr>
          <a:xfrm>
            <a:off x="4371703" y="2752436"/>
            <a:ext cx="3386840" cy="286328"/>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13" name="フリーフォーム: 図形 12">
            <a:extLst>
              <a:ext uri="{FF2B5EF4-FFF2-40B4-BE49-F238E27FC236}">
                <a16:creationId xmlns:a16="http://schemas.microsoft.com/office/drawing/2014/main" id="{AD0A9FC8-5221-9846-1085-F7FE281493F9}"/>
              </a:ext>
            </a:extLst>
          </p:cNvPr>
          <p:cNvSpPr/>
          <p:nvPr/>
        </p:nvSpPr>
        <p:spPr>
          <a:xfrm>
            <a:off x="2540000" y="2567709"/>
            <a:ext cx="1357745" cy="674255"/>
          </a:xfrm>
          <a:custGeom>
            <a:avLst/>
            <a:gdLst>
              <a:gd name="connsiteX0" fmla="*/ 1357745 w 1357745"/>
              <a:gd name="connsiteY0" fmla="*/ 674255 h 674255"/>
              <a:gd name="connsiteX1" fmla="*/ 1320800 w 1357745"/>
              <a:gd name="connsiteY1" fmla="*/ 535709 h 674255"/>
              <a:gd name="connsiteX2" fmla="*/ 1209964 w 1357745"/>
              <a:gd name="connsiteY2" fmla="*/ 350982 h 674255"/>
              <a:gd name="connsiteX3" fmla="*/ 942109 w 1357745"/>
              <a:gd name="connsiteY3" fmla="*/ 147782 h 674255"/>
              <a:gd name="connsiteX4" fmla="*/ 785091 w 1357745"/>
              <a:gd name="connsiteY4" fmla="*/ 73891 h 674255"/>
              <a:gd name="connsiteX5" fmla="*/ 535709 w 1357745"/>
              <a:gd name="connsiteY5" fmla="*/ 18473 h 674255"/>
              <a:gd name="connsiteX6" fmla="*/ 267855 w 1357745"/>
              <a:gd name="connsiteY6" fmla="*/ 0 h 674255"/>
              <a:gd name="connsiteX7" fmla="*/ 0 w 1357745"/>
              <a:gd name="connsiteY7" fmla="*/ 18473 h 674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57745" h="674255">
                <a:moveTo>
                  <a:pt x="1357745" y="674255"/>
                </a:moveTo>
                <a:cubicBezTo>
                  <a:pt x="1347678" y="623920"/>
                  <a:pt x="1341814" y="587076"/>
                  <a:pt x="1320800" y="535709"/>
                </a:cubicBezTo>
                <a:cubicBezTo>
                  <a:pt x="1294534" y="471504"/>
                  <a:pt x="1258174" y="402636"/>
                  <a:pt x="1209964" y="350982"/>
                </a:cubicBezTo>
                <a:cubicBezTo>
                  <a:pt x="1155139" y="292240"/>
                  <a:pt x="971254" y="163974"/>
                  <a:pt x="942109" y="147782"/>
                </a:cubicBezTo>
                <a:cubicBezTo>
                  <a:pt x="872613" y="109173"/>
                  <a:pt x="858267" y="95844"/>
                  <a:pt x="785091" y="73891"/>
                </a:cubicBezTo>
                <a:cubicBezTo>
                  <a:pt x="736467" y="59304"/>
                  <a:pt x="578155" y="23296"/>
                  <a:pt x="535709" y="18473"/>
                </a:cubicBezTo>
                <a:cubicBezTo>
                  <a:pt x="446785" y="8368"/>
                  <a:pt x="267855" y="0"/>
                  <a:pt x="267855" y="0"/>
                </a:cubicBezTo>
                <a:lnTo>
                  <a:pt x="0" y="18473"/>
                </a:lnTo>
              </a:path>
            </a:pathLst>
          </a:custGeom>
          <a:ln w="57150"/>
        </p:spPr>
        <p:style>
          <a:lnRef idx="1">
            <a:schemeClr val="dk1"/>
          </a:lnRef>
          <a:fillRef idx="0">
            <a:schemeClr val="dk1"/>
          </a:fillRef>
          <a:effectRef idx="0">
            <a:schemeClr val="dk1"/>
          </a:effectRef>
          <a:fontRef idx="minor">
            <a:schemeClr val="tx1"/>
          </a:fontRef>
        </p:style>
        <p:txBody>
          <a:bodyPr rtlCol="0" anchor="ctr"/>
          <a:lstStyle/>
          <a:p>
            <a:pPr algn="ctr"/>
            <a:endParaRPr kumimoji="1" lang="ja-JP" altLang="en-US"/>
          </a:p>
        </p:txBody>
      </p:sp>
      <p:sp>
        <p:nvSpPr>
          <p:cNvPr id="15" name="フリーフォーム: 図形 14">
            <a:extLst>
              <a:ext uri="{FF2B5EF4-FFF2-40B4-BE49-F238E27FC236}">
                <a16:creationId xmlns:a16="http://schemas.microsoft.com/office/drawing/2014/main" id="{8A52C108-DF64-609B-CDAE-F83A0C6D9AAB}"/>
              </a:ext>
            </a:extLst>
          </p:cNvPr>
          <p:cNvSpPr/>
          <p:nvPr/>
        </p:nvSpPr>
        <p:spPr>
          <a:xfrm>
            <a:off x="8229600" y="2445839"/>
            <a:ext cx="1237673" cy="814597"/>
          </a:xfrm>
          <a:custGeom>
            <a:avLst/>
            <a:gdLst>
              <a:gd name="connsiteX0" fmla="*/ 0 w 1237673"/>
              <a:gd name="connsiteY0" fmla="*/ 814597 h 814597"/>
              <a:gd name="connsiteX1" fmla="*/ 18473 w 1237673"/>
              <a:gd name="connsiteY1" fmla="*/ 676052 h 814597"/>
              <a:gd name="connsiteX2" fmla="*/ 73891 w 1237673"/>
              <a:gd name="connsiteY2" fmla="*/ 519034 h 814597"/>
              <a:gd name="connsiteX3" fmla="*/ 120073 w 1237673"/>
              <a:gd name="connsiteY3" fmla="*/ 445143 h 814597"/>
              <a:gd name="connsiteX4" fmla="*/ 295564 w 1237673"/>
              <a:gd name="connsiteY4" fmla="*/ 251179 h 814597"/>
              <a:gd name="connsiteX5" fmla="*/ 711200 w 1237673"/>
              <a:gd name="connsiteY5" fmla="*/ 66452 h 814597"/>
              <a:gd name="connsiteX6" fmla="*/ 1006764 w 1237673"/>
              <a:gd name="connsiteY6" fmla="*/ 1797 h 814597"/>
              <a:gd name="connsiteX7" fmla="*/ 1237673 w 1237673"/>
              <a:gd name="connsiteY7" fmla="*/ 1797 h 814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37673" h="814597">
                <a:moveTo>
                  <a:pt x="0" y="814597"/>
                </a:moveTo>
                <a:cubicBezTo>
                  <a:pt x="6158" y="768415"/>
                  <a:pt x="8971" y="721663"/>
                  <a:pt x="18473" y="676052"/>
                </a:cubicBezTo>
                <a:cubicBezTo>
                  <a:pt x="21303" y="662467"/>
                  <a:pt x="65825" y="535167"/>
                  <a:pt x="73891" y="519034"/>
                </a:cubicBezTo>
                <a:cubicBezTo>
                  <a:pt x="86880" y="493055"/>
                  <a:pt x="103962" y="469310"/>
                  <a:pt x="120073" y="445143"/>
                </a:cubicBezTo>
                <a:cubicBezTo>
                  <a:pt x="169818" y="370526"/>
                  <a:pt x="215237" y="299749"/>
                  <a:pt x="295564" y="251179"/>
                </a:cubicBezTo>
                <a:cubicBezTo>
                  <a:pt x="396694" y="190031"/>
                  <a:pt x="579769" y="106280"/>
                  <a:pt x="711200" y="66452"/>
                </a:cubicBezTo>
                <a:cubicBezTo>
                  <a:pt x="783076" y="44671"/>
                  <a:pt x="922490" y="6233"/>
                  <a:pt x="1006764" y="1797"/>
                </a:cubicBezTo>
                <a:cubicBezTo>
                  <a:pt x="1083627" y="-2248"/>
                  <a:pt x="1160703" y="1797"/>
                  <a:pt x="1237673" y="1797"/>
                </a:cubicBezTo>
              </a:path>
            </a:pathLst>
          </a:custGeom>
          <a:ln w="57150"/>
        </p:spPr>
        <p:style>
          <a:lnRef idx="1">
            <a:schemeClr val="dk1"/>
          </a:lnRef>
          <a:fillRef idx="0">
            <a:schemeClr val="dk1"/>
          </a:fillRef>
          <a:effectRef idx="0">
            <a:schemeClr val="dk1"/>
          </a:effectRef>
          <a:fontRef idx="minor">
            <a:schemeClr val="tx1"/>
          </a:fontRef>
        </p:style>
        <p:txBody>
          <a:bodyPr rtlCol="0" anchor="ctr"/>
          <a:lstStyle/>
          <a:p>
            <a:pPr algn="ctr"/>
            <a:endParaRPr kumimoji="1" lang="ja-JP" altLang="en-US"/>
          </a:p>
        </p:txBody>
      </p:sp>
      <p:sp>
        <p:nvSpPr>
          <p:cNvPr id="16" name="フリーフォーム: 図形 15">
            <a:extLst>
              <a:ext uri="{FF2B5EF4-FFF2-40B4-BE49-F238E27FC236}">
                <a16:creationId xmlns:a16="http://schemas.microsoft.com/office/drawing/2014/main" id="{73852FBF-9C4C-8BFA-6485-3A6AFF8C9D3B}"/>
              </a:ext>
            </a:extLst>
          </p:cNvPr>
          <p:cNvSpPr/>
          <p:nvPr/>
        </p:nvSpPr>
        <p:spPr>
          <a:xfrm>
            <a:off x="6096000" y="2198255"/>
            <a:ext cx="92364" cy="591127"/>
          </a:xfrm>
          <a:custGeom>
            <a:avLst/>
            <a:gdLst>
              <a:gd name="connsiteX0" fmla="*/ 0 w 92364"/>
              <a:gd name="connsiteY0" fmla="*/ 591127 h 591127"/>
              <a:gd name="connsiteX1" fmla="*/ 64655 w 92364"/>
              <a:gd name="connsiteY1" fmla="*/ 46181 h 591127"/>
              <a:gd name="connsiteX2" fmla="*/ 92364 w 92364"/>
              <a:gd name="connsiteY2" fmla="*/ 0 h 591127"/>
            </a:gdLst>
            <a:ahLst/>
            <a:cxnLst>
              <a:cxn ang="0">
                <a:pos x="connsiteX0" y="connsiteY0"/>
              </a:cxn>
              <a:cxn ang="0">
                <a:pos x="connsiteX1" y="connsiteY1"/>
              </a:cxn>
              <a:cxn ang="0">
                <a:pos x="connsiteX2" y="connsiteY2"/>
              </a:cxn>
            </a:cxnLst>
            <a:rect l="l" t="t" r="r" b="b"/>
            <a:pathLst>
              <a:path w="92364" h="591127">
                <a:moveTo>
                  <a:pt x="0" y="591127"/>
                </a:moveTo>
                <a:cubicBezTo>
                  <a:pt x="2026" y="552628"/>
                  <a:pt x="2649" y="139193"/>
                  <a:pt x="64655" y="46181"/>
                </a:cubicBezTo>
                <a:cubicBezTo>
                  <a:pt x="86946" y="12744"/>
                  <a:pt x="78162" y="28400"/>
                  <a:pt x="92364" y="0"/>
                </a:cubicBezTo>
              </a:path>
            </a:pathLst>
          </a:custGeom>
          <a:ln w="57150"/>
        </p:spPr>
        <p:style>
          <a:lnRef idx="1">
            <a:schemeClr val="dk1"/>
          </a:lnRef>
          <a:fillRef idx="0">
            <a:schemeClr val="dk1"/>
          </a:fillRef>
          <a:effectRef idx="0">
            <a:schemeClr val="dk1"/>
          </a:effectRef>
          <a:fontRef idx="minor">
            <a:schemeClr val="tx1"/>
          </a:fontRef>
        </p:style>
        <p:txBody>
          <a:bodyPr rtlCol="0" anchor="ctr"/>
          <a:lstStyle/>
          <a:p>
            <a:pPr algn="ctr"/>
            <a:endParaRPr kumimoji="1" lang="ja-JP" altLang="en-US"/>
          </a:p>
        </p:txBody>
      </p:sp>
      <p:sp>
        <p:nvSpPr>
          <p:cNvPr id="18" name="フリーフォーム: 図形 17">
            <a:extLst>
              <a:ext uri="{FF2B5EF4-FFF2-40B4-BE49-F238E27FC236}">
                <a16:creationId xmlns:a16="http://schemas.microsoft.com/office/drawing/2014/main" id="{B918B592-D935-D534-B8F0-0B5CF2371922}"/>
              </a:ext>
            </a:extLst>
          </p:cNvPr>
          <p:cNvSpPr/>
          <p:nvPr/>
        </p:nvSpPr>
        <p:spPr>
          <a:xfrm>
            <a:off x="6068291" y="4904509"/>
            <a:ext cx="258618" cy="803638"/>
          </a:xfrm>
          <a:custGeom>
            <a:avLst/>
            <a:gdLst>
              <a:gd name="connsiteX0" fmla="*/ 18473 w 258618"/>
              <a:gd name="connsiteY0" fmla="*/ 0 h 803638"/>
              <a:gd name="connsiteX1" fmla="*/ 9236 w 258618"/>
              <a:gd name="connsiteY1" fmla="*/ 193964 h 803638"/>
              <a:gd name="connsiteX2" fmla="*/ 0 w 258618"/>
              <a:gd name="connsiteY2" fmla="*/ 286327 h 803638"/>
              <a:gd name="connsiteX3" fmla="*/ 18473 w 258618"/>
              <a:gd name="connsiteY3" fmla="*/ 554182 h 803638"/>
              <a:gd name="connsiteX4" fmla="*/ 46182 w 258618"/>
              <a:gd name="connsiteY4" fmla="*/ 646546 h 803638"/>
              <a:gd name="connsiteX5" fmla="*/ 157018 w 258618"/>
              <a:gd name="connsiteY5" fmla="*/ 766618 h 803638"/>
              <a:gd name="connsiteX6" fmla="*/ 193964 w 258618"/>
              <a:gd name="connsiteY6" fmla="*/ 785091 h 803638"/>
              <a:gd name="connsiteX7" fmla="*/ 258618 w 258618"/>
              <a:gd name="connsiteY7" fmla="*/ 803564 h 803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8618" h="803638">
                <a:moveTo>
                  <a:pt x="18473" y="0"/>
                </a:moveTo>
                <a:cubicBezTo>
                  <a:pt x="15394" y="64655"/>
                  <a:pt x="13403" y="129370"/>
                  <a:pt x="9236" y="193964"/>
                </a:cubicBezTo>
                <a:cubicBezTo>
                  <a:pt x="7244" y="224841"/>
                  <a:pt x="0" y="255386"/>
                  <a:pt x="0" y="286327"/>
                </a:cubicBezTo>
                <a:cubicBezTo>
                  <a:pt x="0" y="422698"/>
                  <a:pt x="238" y="453891"/>
                  <a:pt x="18473" y="554182"/>
                </a:cubicBezTo>
                <a:cubicBezTo>
                  <a:pt x="23647" y="582641"/>
                  <a:pt x="29602" y="621676"/>
                  <a:pt x="46182" y="646546"/>
                </a:cubicBezTo>
                <a:cubicBezTo>
                  <a:pt x="80770" y="698427"/>
                  <a:pt x="107631" y="735751"/>
                  <a:pt x="157018" y="766618"/>
                </a:cubicBezTo>
                <a:cubicBezTo>
                  <a:pt x="168694" y="773916"/>
                  <a:pt x="181382" y="779499"/>
                  <a:pt x="193964" y="785091"/>
                </a:cubicBezTo>
                <a:cubicBezTo>
                  <a:pt x="240673" y="805851"/>
                  <a:pt x="225493" y="803564"/>
                  <a:pt x="258618" y="803564"/>
                </a:cubicBezTo>
              </a:path>
            </a:pathLst>
          </a:cu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ABBC6C92-318F-38D0-1709-FF83A8B6C28D}"/>
              </a:ext>
            </a:extLst>
          </p:cNvPr>
          <p:cNvSpPr txBox="1"/>
          <p:nvPr/>
        </p:nvSpPr>
        <p:spPr>
          <a:xfrm>
            <a:off x="1824181" y="2213766"/>
            <a:ext cx="683491" cy="707886"/>
          </a:xfrm>
          <a:prstGeom prst="rect">
            <a:avLst/>
          </a:prstGeom>
          <a:noFill/>
        </p:spPr>
        <p:txBody>
          <a:bodyPr wrap="square" rtlCol="0">
            <a:spAutoFit/>
          </a:bodyPr>
          <a:lstStyle/>
          <a:p>
            <a:pPr algn="ctr"/>
            <a:r>
              <a:rPr kumimoji="1" lang="en-US" altLang="ja-JP" sz="4000" dirty="0"/>
              <a:t>D</a:t>
            </a:r>
            <a:endParaRPr kumimoji="1" lang="ja-JP" altLang="en-US" sz="4000" dirty="0"/>
          </a:p>
        </p:txBody>
      </p:sp>
      <p:sp>
        <p:nvSpPr>
          <p:cNvPr id="20" name="テキスト ボックス 19">
            <a:extLst>
              <a:ext uri="{FF2B5EF4-FFF2-40B4-BE49-F238E27FC236}">
                <a16:creationId xmlns:a16="http://schemas.microsoft.com/office/drawing/2014/main" id="{72C861B1-00BF-3082-8045-E3449FC29356}"/>
              </a:ext>
            </a:extLst>
          </p:cNvPr>
          <p:cNvSpPr txBox="1"/>
          <p:nvPr/>
        </p:nvSpPr>
        <p:spPr>
          <a:xfrm>
            <a:off x="5754253" y="1490369"/>
            <a:ext cx="683491" cy="707886"/>
          </a:xfrm>
          <a:prstGeom prst="rect">
            <a:avLst/>
          </a:prstGeom>
          <a:noFill/>
        </p:spPr>
        <p:txBody>
          <a:bodyPr wrap="square" rtlCol="0">
            <a:spAutoFit/>
          </a:bodyPr>
          <a:lstStyle/>
          <a:p>
            <a:pPr algn="ctr"/>
            <a:r>
              <a:rPr kumimoji="1" lang="en-US" altLang="ja-JP" sz="4000" dirty="0"/>
              <a:t>G</a:t>
            </a:r>
            <a:endParaRPr kumimoji="1" lang="ja-JP" altLang="en-US" sz="4000" dirty="0"/>
          </a:p>
        </p:txBody>
      </p:sp>
      <p:sp>
        <p:nvSpPr>
          <p:cNvPr id="23" name="四角形: 角を丸くする 22">
            <a:extLst>
              <a:ext uri="{FF2B5EF4-FFF2-40B4-BE49-F238E27FC236}">
                <a16:creationId xmlns:a16="http://schemas.microsoft.com/office/drawing/2014/main" id="{EE74F321-7542-FE14-F649-7C1A3D76EBA8}"/>
              </a:ext>
            </a:extLst>
          </p:cNvPr>
          <p:cNvSpPr/>
          <p:nvPr/>
        </p:nvSpPr>
        <p:spPr>
          <a:xfrm>
            <a:off x="7541489" y="3257615"/>
            <a:ext cx="1237673" cy="600364"/>
          </a:xfrm>
          <a:prstGeom prst="roundRect">
            <a:avLst/>
          </a:prstGeom>
          <a:solidFill>
            <a:srgbClr val="00206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kumimoji="1" lang="en-US" altLang="ja-JP" sz="3200" dirty="0">
                <a:solidFill>
                  <a:schemeClr val="bg1"/>
                </a:solidFill>
              </a:rPr>
              <a:t>n+</a:t>
            </a:r>
            <a:endParaRPr kumimoji="1" lang="ja-JP" altLang="en-US" sz="3200" dirty="0">
              <a:solidFill>
                <a:schemeClr val="bg1"/>
              </a:solidFill>
            </a:endParaRPr>
          </a:p>
        </p:txBody>
      </p:sp>
      <p:sp>
        <p:nvSpPr>
          <p:cNvPr id="27" name="テキスト ボックス 26">
            <a:extLst>
              <a:ext uri="{FF2B5EF4-FFF2-40B4-BE49-F238E27FC236}">
                <a16:creationId xmlns:a16="http://schemas.microsoft.com/office/drawing/2014/main" id="{C5375BAA-02DA-7641-A9AE-898CBA2335C7}"/>
              </a:ext>
            </a:extLst>
          </p:cNvPr>
          <p:cNvSpPr txBox="1"/>
          <p:nvPr/>
        </p:nvSpPr>
        <p:spPr>
          <a:xfrm>
            <a:off x="7758543" y="4399823"/>
            <a:ext cx="803563" cy="707886"/>
          </a:xfrm>
          <a:prstGeom prst="rect">
            <a:avLst/>
          </a:prstGeom>
          <a:noFill/>
        </p:spPr>
        <p:txBody>
          <a:bodyPr wrap="square" rtlCol="0">
            <a:spAutoFit/>
          </a:bodyPr>
          <a:lstStyle/>
          <a:p>
            <a:pPr algn="ctr"/>
            <a:r>
              <a:rPr kumimoji="1" lang="en-US" altLang="ja-JP" sz="4000" dirty="0">
                <a:solidFill>
                  <a:schemeClr val="bg1"/>
                </a:solidFill>
              </a:rPr>
              <a:t>p</a:t>
            </a:r>
            <a:endParaRPr kumimoji="1" lang="ja-JP" altLang="en-US" sz="4000" dirty="0">
              <a:solidFill>
                <a:schemeClr val="bg1"/>
              </a:solidFill>
            </a:endParaRPr>
          </a:p>
        </p:txBody>
      </p:sp>
      <p:sp>
        <p:nvSpPr>
          <p:cNvPr id="22" name="四角形: 角を丸くする 21">
            <a:extLst>
              <a:ext uri="{FF2B5EF4-FFF2-40B4-BE49-F238E27FC236}">
                <a16:creationId xmlns:a16="http://schemas.microsoft.com/office/drawing/2014/main" id="{72BB1EB6-A09A-9413-2CE2-7619C9F35D4D}"/>
              </a:ext>
            </a:extLst>
          </p:cNvPr>
          <p:cNvSpPr/>
          <p:nvPr/>
        </p:nvSpPr>
        <p:spPr>
          <a:xfrm>
            <a:off x="3385127" y="3260436"/>
            <a:ext cx="1237673" cy="600364"/>
          </a:xfrm>
          <a:prstGeom prst="roundRect">
            <a:avLst/>
          </a:prstGeom>
          <a:solidFill>
            <a:srgbClr val="00206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kumimoji="1" lang="en-US" altLang="ja-JP" sz="3200" dirty="0">
                <a:solidFill>
                  <a:schemeClr val="bg1"/>
                </a:solidFill>
              </a:rPr>
              <a:t>n+</a:t>
            </a:r>
            <a:endParaRPr kumimoji="1" lang="ja-JP" altLang="en-US" sz="3200" dirty="0">
              <a:solidFill>
                <a:schemeClr val="bg1"/>
              </a:solidFill>
            </a:endParaRPr>
          </a:p>
        </p:txBody>
      </p:sp>
      <p:sp>
        <p:nvSpPr>
          <p:cNvPr id="10" name="テキスト ボックス 9">
            <a:extLst>
              <a:ext uri="{FF2B5EF4-FFF2-40B4-BE49-F238E27FC236}">
                <a16:creationId xmlns:a16="http://schemas.microsoft.com/office/drawing/2014/main" id="{546B6D31-EF67-1EBC-C9BD-A0C9DDC3D72D}"/>
              </a:ext>
            </a:extLst>
          </p:cNvPr>
          <p:cNvSpPr txBox="1"/>
          <p:nvPr/>
        </p:nvSpPr>
        <p:spPr>
          <a:xfrm>
            <a:off x="9397999" y="2091896"/>
            <a:ext cx="2378365" cy="707886"/>
          </a:xfrm>
          <a:prstGeom prst="rect">
            <a:avLst/>
          </a:prstGeom>
          <a:noFill/>
        </p:spPr>
        <p:txBody>
          <a:bodyPr wrap="square" rtlCol="0">
            <a:spAutoFit/>
          </a:bodyPr>
          <a:lstStyle/>
          <a:p>
            <a:r>
              <a:rPr kumimoji="1" lang="en-US" altLang="ja-JP" sz="4000" dirty="0"/>
              <a:t>S</a:t>
            </a:r>
            <a:endParaRPr kumimoji="1" lang="ja-JP" altLang="en-US" sz="4000" dirty="0"/>
          </a:p>
        </p:txBody>
      </p:sp>
      <p:sp>
        <p:nvSpPr>
          <p:cNvPr id="11" name="テキスト ボックス 10">
            <a:extLst>
              <a:ext uri="{FF2B5EF4-FFF2-40B4-BE49-F238E27FC236}">
                <a16:creationId xmlns:a16="http://schemas.microsoft.com/office/drawing/2014/main" id="{2516D716-9372-6DEA-EC1E-D9DCC599AA0C}"/>
              </a:ext>
            </a:extLst>
          </p:cNvPr>
          <p:cNvSpPr txBox="1"/>
          <p:nvPr/>
        </p:nvSpPr>
        <p:spPr>
          <a:xfrm>
            <a:off x="6216071" y="5354204"/>
            <a:ext cx="2253674" cy="707886"/>
          </a:xfrm>
          <a:prstGeom prst="rect">
            <a:avLst/>
          </a:prstGeom>
          <a:noFill/>
        </p:spPr>
        <p:txBody>
          <a:bodyPr wrap="square" rtlCol="0">
            <a:spAutoFit/>
          </a:bodyPr>
          <a:lstStyle/>
          <a:p>
            <a:r>
              <a:rPr kumimoji="1" lang="en-US" altLang="ja-JP" sz="4000" dirty="0"/>
              <a:t>B</a:t>
            </a:r>
            <a:endParaRPr kumimoji="1" lang="ja-JP" altLang="en-US" sz="4000" dirty="0"/>
          </a:p>
        </p:txBody>
      </p:sp>
      <p:cxnSp>
        <p:nvCxnSpPr>
          <p:cNvPr id="9" name="直線矢印コネクタ 8">
            <a:extLst>
              <a:ext uri="{FF2B5EF4-FFF2-40B4-BE49-F238E27FC236}">
                <a16:creationId xmlns:a16="http://schemas.microsoft.com/office/drawing/2014/main" id="{998E1D45-29BD-2E5D-9C57-600C24E9E84C}"/>
              </a:ext>
            </a:extLst>
          </p:cNvPr>
          <p:cNvCxnSpPr>
            <a:cxnSpLocks/>
          </p:cNvCxnSpPr>
          <p:nvPr/>
        </p:nvCxnSpPr>
        <p:spPr>
          <a:xfrm flipH="1" flipV="1">
            <a:off x="4762981" y="3967157"/>
            <a:ext cx="644762" cy="320694"/>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cxnSp>
        <p:nvCxnSpPr>
          <p:cNvPr id="17" name="直線矢印コネクタ 16">
            <a:extLst>
              <a:ext uri="{FF2B5EF4-FFF2-40B4-BE49-F238E27FC236}">
                <a16:creationId xmlns:a16="http://schemas.microsoft.com/office/drawing/2014/main" id="{10D87F49-DEBB-8153-F883-936330625C32}"/>
              </a:ext>
            </a:extLst>
          </p:cNvPr>
          <p:cNvCxnSpPr>
            <a:cxnSpLocks/>
          </p:cNvCxnSpPr>
          <p:nvPr/>
        </p:nvCxnSpPr>
        <p:spPr>
          <a:xfrm flipV="1">
            <a:off x="6654440" y="3951759"/>
            <a:ext cx="774581" cy="336092"/>
          </a:xfrm>
          <a:prstGeom prst="straightConnector1">
            <a:avLst/>
          </a:prstGeom>
          <a:ln>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794A2DBA-FE59-3CFA-27DE-FE70361C9803}"/>
              </a:ext>
            </a:extLst>
          </p:cNvPr>
          <p:cNvSpPr txBox="1"/>
          <p:nvPr/>
        </p:nvSpPr>
        <p:spPr>
          <a:xfrm>
            <a:off x="5407743" y="4242624"/>
            <a:ext cx="1376516" cy="523220"/>
          </a:xfrm>
          <a:prstGeom prst="rect">
            <a:avLst/>
          </a:prstGeom>
          <a:noFill/>
        </p:spPr>
        <p:txBody>
          <a:bodyPr wrap="square" rtlCol="0">
            <a:spAutoFit/>
          </a:bodyPr>
          <a:lstStyle/>
          <a:p>
            <a:pPr algn="ctr"/>
            <a:r>
              <a:rPr kumimoji="1" lang="ja-JP" altLang="en-US" sz="2800" dirty="0">
                <a:solidFill>
                  <a:schemeClr val="bg1"/>
                </a:solidFill>
              </a:rPr>
              <a:t>空乏層</a:t>
            </a:r>
          </a:p>
        </p:txBody>
      </p:sp>
    </p:spTree>
    <p:extLst>
      <p:ext uri="{BB962C8B-B14F-4D97-AF65-F5344CB8AC3E}">
        <p14:creationId xmlns:p14="http://schemas.microsoft.com/office/powerpoint/2010/main" val="276863194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0363AD-E880-991B-BEFE-A0016105A466}"/>
            </a:ext>
          </a:extLst>
        </p:cNvPr>
        <p:cNvGrpSpPr/>
        <p:nvPr/>
      </p:nvGrpSpPr>
      <p:grpSpPr>
        <a:xfrm>
          <a:off x="0" y="0"/>
          <a:ext cx="0" cy="0"/>
          <a:chOff x="0" y="0"/>
          <a:chExt cx="0" cy="0"/>
        </a:xfrm>
      </p:grpSpPr>
      <p:sp>
        <p:nvSpPr>
          <p:cNvPr id="7" name="正方形/長方形 6">
            <a:extLst>
              <a:ext uri="{FF2B5EF4-FFF2-40B4-BE49-F238E27FC236}">
                <a16:creationId xmlns:a16="http://schemas.microsoft.com/office/drawing/2014/main" id="{3CBB5433-3480-E134-602D-412436060546}"/>
              </a:ext>
            </a:extLst>
          </p:cNvPr>
          <p:cNvSpPr/>
          <p:nvPr/>
        </p:nvSpPr>
        <p:spPr>
          <a:xfrm>
            <a:off x="3385127" y="3260436"/>
            <a:ext cx="5421745" cy="1902691"/>
          </a:xfrm>
          <a:prstGeom prst="rect">
            <a:avLst/>
          </a:prstGeom>
          <a:solidFill>
            <a:srgbClr val="FF7C80"/>
          </a:solid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四角形: 角を丸くする 10">
            <a:extLst>
              <a:ext uri="{FF2B5EF4-FFF2-40B4-BE49-F238E27FC236}">
                <a16:creationId xmlns:a16="http://schemas.microsoft.com/office/drawing/2014/main" id="{A772B773-4F49-FBF1-8116-D9BB647FDDC6}"/>
              </a:ext>
            </a:extLst>
          </p:cNvPr>
          <p:cNvSpPr/>
          <p:nvPr/>
        </p:nvSpPr>
        <p:spPr>
          <a:xfrm>
            <a:off x="7160483" y="3262783"/>
            <a:ext cx="1623298" cy="761174"/>
          </a:xfrm>
          <a:prstGeom prst="roundRect">
            <a:avLst/>
          </a:prstGeom>
          <a:solidFill>
            <a:schemeClr val="accent1"/>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sz="3200" dirty="0">
                <a:solidFill>
                  <a:schemeClr val="bg1"/>
                </a:solidFill>
              </a:rPr>
              <a:t>n</a:t>
            </a:r>
            <a:endParaRPr kumimoji="1" lang="ja-JP" altLang="en-US" sz="3200" dirty="0">
              <a:solidFill>
                <a:schemeClr val="bg1"/>
              </a:solidFill>
            </a:endParaRPr>
          </a:p>
        </p:txBody>
      </p:sp>
      <p:sp>
        <p:nvSpPr>
          <p:cNvPr id="2" name="タイトル 1">
            <a:extLst>
              <a:ext uri="{FF2B5EF4-FFF2-40B4-BE49-F238E27FC236}">
                <a16:creationId xmlns:a16="http://schemas.microsoft.com/office/drawing/2014/main" id="{DF3B5A53-ABB6-70A3-4B3F-AAFC500DDC04}"/>
              </a:ext>
            </a:extLst>
          </p:cNvPr>
          <p:cNvSpPr>
            <a:spLocks noGrp="1"/>
          </p:cNvSpPr>
          <p:nvPr>
            <p:ph type="title"/>
          </p:nvPr>
        </p:nvSpPr>
        <p:spPr/>
        <p:txBody>
          <a:bodyPr/>
          <a:lstStyle/>
          <a:p>
            <a:r>
              <a:rPr kumimoji="1" lang="en-US" altLang="ja-JP" dirty="0"/>
              <a:t>NMOS </a:t>
            </a:r>
            <a:r>
              <a:rPr kumimoji="1" lang="ja-JP" altLang="en-US" dirty="0"/>
              <a:t>簡単な模式図</a:t>
            </a:r>
          </a:p>
        </p:txBody>
      </p:sp>
      <p:sp>
        <p:nvSpPr>
          <p:cNvPr id="4" name="日付プレースホルダー 3">
            <a:extLst>
              <a:ext uri="{FF2B5EF4-FFF2-40B4-BE49-F238E27FC236}">
                <a16:creationId xmlns:a16="http://schemas.microsoft.com/office/drawing/2014/main" id="{EEA1DE85-BD0B-18D7-F68B-A640055ABB3F}"/>
              </a:ext>
            </a:extLst>
          </p:cNvPr>
          <p:cNvSpPr>
            <a:spLocks noGrp="1"/>
          </p:cNvSpPr>
          <p:nvPr>
            <p:ph type="dt" sz="half" idx="10"/>
          </p:nvPr>
        </p:nvSpPr>
        <p:spPr/>
        <p:txBody>
          <a:bodyPr/>
          <a:lstStyle/>
          <a:p>
            <a:fld id="{C8D55FC4-4FBB-4061-B0B6-96F0050D7C51}"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031CE0C5-AD93-2A17-AA53-DC3E04385501}"/>
              </a:ext>
            </a:extLst>
          </p:cNvPr>
          <p:cNvSpPr>
            <a:spLocks noGrp="1"/>
          </p:cNvSpPr>
          <p:nvPr>
            <p:ph type="sldNum" sz="quarter" idx="12"/>
          </p:nvPr>
        </p:nvSpPr>
        <p:spPr>
          <a:prstGeom prst="rect">
            <a:avLst/>
          </a:prstGeom>
        </p:spPr>
        <p:txBody>
          <a:bodyPr vert="horz" lIns="91440" tIns="45720" rIns="91440" bIns="45720" rtlCol="0" anchor="ctr"/>
          <a:lstStyle>
            <a:defPPr>
              <a:defRPr lang="en-US"/>
            </a:defPPr>
            <a:lvl1pPr marL="0" algn="ctr" defTabSz="457200" rtl="0" eaLnBrk="1" latinLnBrk="0" hangingPunct="1">
              <a:defRPr sz="1200" b="1"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66E89953-8AEA-4BDF-A508-664B12926AB4}" type="slidenum">
              <a:rPr kumimoji="1" lang="ja-JP" altLang="en-US" sz="1400" smtClean="0">
                <a:latin typeface="Meiryo UI" panose="020B0604030504040204" pitchFamily="50" charset="-128"/>
                <a:ea typeface="Meiryo UI" panose="020B0604030504040204" pitchFamily="50" charset="-128"/>
              </a:rPr>
              <a:pPr/>
              <a:t>14</a:t>
            </a:fld>
            <a:endParaRPr kumimoji="1" lang="ja-JP" altLang="en-US" dirty="0">
              <a:latin typeface="Meiryo UI" panose="020B0604030504040204" pitchFamily="50" charset="-128"/>
              <a:ea typeface="Meiryo UI" panose="020B0604030504040204" pitchFamily="50" charset="-128"/>
            </a:endParaRPr>
          </a:p>
        </p:txBody>
      </p:sp>
      <p:sp>
        <p:nvSpPr>
          <p:cNvPr id="12" name="正方形/長方形 11">
            <a:extLst>
              <a:ext uri="{FF2B5EF4-FFF2-40B4-BE49-F238E27FC236}">
                <a16:creationId xmlns:a16="http://schemas.microsoft.com/office/drawing/2014/main" id="{7A2359E5-5237-E83E-A071-A12B0B96748C}"/>
              </a:ext>
            </a:extLst>
          </p:cNvPr>
          <p:cNvSpPr/>
          <p:nvPr/>
        </p:nvSpPr>
        <p:spPr>
          <a:xfrm>
            <a:off x="4650508" y="2752436"/>
            <a:ext cx="2890982" cy="286328"/>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13" name="フリーフォーム: 図形 12">
            <a:extLst>
              <a:ext uri="{FF2B5EF4-FFF2-40B4-BE49-F238E27FC236}">
                <a16:creationId xmlns:a16="http://schemas.microsoft.com/office/drawing/2014/main" id="{B91465C3-5343-89AD-9078-63B6133E6FA9}"/>
              </a:ext>
            </a:extLst>
          </p:cNvPr>
          <p:cNvSpPr/>
          <p:nvPr/>
        </p:nvSpPr>
        <p:spPr>
          <a:xfrm>
            <a:off x="2540000" y="2567709"/>
            <a:ext cx="1357745" cy="674255"/>
          </a:xfrm>
          <a:custGeom>
            <a:avLst/>
            <a:gdLst>
              <a:gd name="connsiteX0" fmla="*/ 1357745 w 1357745"/>
              <a:gd name="connsiteY0" fmla="*/ 674255 h 674255"/>
              <a:gd name="connsiteX1" fmla="*/ 1320800 w 1357745"/>
              <a:gd name="connsiteY1" fmla="*/ 535709 h 674255"/>
              <a:gd name="connsiteX2" fmla="*/ 1209964 w 1357745"/>
              <a:gd name="connsiteY2" fmla="*/ 350982 h 674255"/>
              <a:gd name="connsiteX3" fmla="*/ 942109 w 1357745"/>
              <a:gd name="connsiteY3" fmla="*/ 147782 h 674255"/>
              <a:gd name="connsiteX4" fmla="*/ 785091 w 1357745"/>
              <a:gd name="connsiteY4" fmla="*/ 73891 h 674255"/>
              <a:gd name="connsiteX5" fmla="*/ 535709 w 1357745"/>
              <a:gd name="connsiteY5" fmla="*/ 18473 h 674255"/>
              <a:gd name="connsiteX6" fmla="*/ 267855 w 1357745"/>
              <a:gd name="connsiteY6" fmla="*/ 0 h 674255"/>
              <a:gd name="connsiteX7" fmla="*/ 0 w 1357745"/>
              <a:gd name="connsiteY7" fmla="*/ 18473 h 674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57745" h="674255">
                <a:moveTo>
                  <a:pt x="1357745" y="674255"/>
                </a:moveTo>
                <a:cubicBezTo>
                  <a:pt x="1347678" y="623920"/>
                  <a:pt x="1341814" y="587076"/>
                  <a:pt x="1320800" y="535709"/>
                </a:cubicBezTo>
                <a:cubicBezTo>
                  <a:pt x="1294534" y="471504"/>
                  <a:pt x="1258174" y="402636"/>
                  <a:pt x="1209964" y="350982"/>
                </a:cubicBezTo>
                <a:cubicBezTo>
                  <a:pt x="1155139" y="292240"/>
                  <a:pt x="971254" y="163974"/>
                  <a:pt x="942109" y="147782"/>
                </a:cubicBezTo>
                <a:cubicBezTo>
                  <a:pt x="872613" y="109173"/>
                  <a:pt x="858267" y="95844"/>
                  <a:pt x="785091" y="73891"/>
                </a:cubicBezTo>
                <a:cubicBezTo>
                  <a:pt x="736467" y="59304"/>
                  <a:pt x="578155" y="23296"/>
                  <a:pt x="535709" y="18473"/>
                </a:cubicBezTo>
                <a:cubicBezTo>
                  <a:pt x="446785" y="8368"/>
                  <a:pt x="267855" y="0"/>
                  <a:pt x="267855" y="0"/>
                </a:cubicBezTo>
                <a:lnTo>
                  <a:pt x="0" y="18473"/>
                </a:lnTo>
              </a:path>
            </a:pathLst>
          </a:custGeom>
          <a:ln w="57150"/>
        </p:spPr>
        <p:style>
          <a:lnRef idx="1">
            <a:schemeClr val="dk1"/>
          </a:lnRef>
          <a:fillRef idx="0">
            <a:schemeClr val="dk1"/>
          </a:fillRef>
          <a:effectRef idx="0">
            <a:schemeClr val="dk1"/>
          </a:effectRef>
          <a:fontRef idx="minor">
            <a:schemeClr val="tx1"/>
          </a:fontRef>
        </p:style>
        <p:txBody>
          <a:bodyPr rtlCol="0" anchor="ctr"/>
          <a:lstStyle/>
          <a:p>
            <a:pPr algn="ctr"/>
            <a:endParaRPr kumimoji="1" lang="ja-JP" altLang="en-US"/>
          </a:p>
        </p:txBody>
      </p:sp>
      <p:sp>
        <p:nvSpPr>
          <p:cNvPr id="15" name="フリーフォーム: 図形 14">
            <a:extLst>
              <a:ext uri="{FF2B5EF4-FFF2-40B4-BE49-F238E27FC236}">
                <a16:creationId xmlns:a16="http://schemas.microsoft.com/office/drawing/2014/main" id="{AAE36BB5-A8BC-B1C0-79D6-93051F0613D0}"/>
              </a:ext>
            </a:extLst>
          </p:cNvPr>
          <p:cNvSpPr/>
          <p:nvPr/>
        </p:nvSpPr>
        <p:spPr>
          <a:xfrm>
            <a:off x="8229600" y="2445839"/>
            <a:ext cx="1237673" cy="814597"/>
          </a:xfrm>
          <a:custGeom>
            <a:avLst/>
            <a:gdLst>
              <a:gd name="connsiteX0" fmla="*/ 0 w 1237673"/>
              <a:gd name="connsiteY0" fmla="*/ 814597 h 814597"/>
              <a:gd name="connsiteX1" fmla="*/ 18473 w 1237673"/>
              <a:gd name="connsiteY1" fmla="*/ 676052 h 814597"/>
              <a:gd name="connsiteX2" fmla="*/ 73891 w 1237673"/>
              <a:gd name="connsiteY2" fmla="*/ 519034 h 814597"/>
              <a:gd name="connsiteX3" fmla="*/ 120073 w 1237673"/>
              <a:gd name="connsiteY3" fmla="*/ 445143 h 814597"/>
              <a:gd name="connsiteX4" fmla="*/ 295564 w 1237673"/>
              <a:gd name="connsiteY4" fmla="*/ 251179 h 814597"/>
              <a:gd name="connsiteX5" fmla="*/ 711200 w 1237673"/>
              <a:gd name="connsiteY5" fmla="*/ 66452 h 814597"/>
              <a:gd name="connsiteX6" fmla="*/ 1006764 w 1237673"/>
              <a:gd name="connsiteY6" fmla="*/ 1797 h 814597"/>
              <a:gd name="connsiteX7" fmla="*/ 1237673 w 1237673"/>
              <a:gd name="connsiteY7" fmla="*/ 1797 h 814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37673" h="814597">
                <a:moveTo>
                  <a:pt x="0" y="814597"/>
                </a:moveTo>
                <a:cubicBezTo>
                  <a:pt x="6158" y="768415"/>
                  <a:pt x="8971" y="721663"/>
                  <a:pt x="18473" y="676052"/>
                </a:cubicBezTo>
                <a:cubicBezTo>
                  <a:pt x="21303" y="662467"/>
                  <a:pt x="65825" y="535167"/>
                  <a:pt x="73891" y="519034"/>
                </a:cubicBezTo>
                <a:cubicBezTo>
                  <a:pt x="86880" y="493055"/>
                  <a:pt x="103962" y="469310"/>
                  <a:pt x="120073" y="445143"/>
                </a:cubicBezTo>
                <a:cubicBezTo>
                  <a:pt x="169818" y="370526"/>
                  <a:pt x="215237" y="299749"/>
                  <a:pt x="295564" y="251179"/>
                </a:cubicBezTo>
                <a:cubicBezTo>
                  <a:pt x="396694" y="190031"/>
                  <a:pt x="579769" y="106280"/>
                  <a:pt x="711200" y="66452"/>
                </a:cubicBezTo>
                <a:cubicBezTo>
                  <a:pt x="783076" y="44671"/>
                  <a:pt x="922490" y="6233"/>
                  <a:pt x="1006764" y="1797"/>
                </a:cubicBezTo>
                <a:cubicBezTo>
                  <a:pt x="1083627" y="-2248"/>
                  <a:pt x="1160703" y="1797"/>
                  <a:pt x="1237673" y="1797"/>
                </a:cubicBezTo>
              </a:path>
            </a:pathLst>
          </a:custGeom>
          <a:ln w="57150"/>
        </p:spPr>
        <p:style>
          <a:lnRef idx="1">
            <a:schemeClr val="dk1"/>
          </a:lnRef>
          <a:fillRef idx="0">
            <a:schemeClr val="dk1"/>
          </a:fillRef>
          <a:effectRef idx="0">
            <a:schemeClr val="dk1"/>
          </a:effectRef>
          <a:fontRef idx="minor">
            <a:schemeClr val="tx1"/>
          </a:fontRef>
        </p:style>
        <p:txBody>
          <a:bodyPr rtlCol="0" anchor="ctr"/>
          <a:lstStyle/>
          <a:p>
            <a:pPr algn="ctr"/>
            <a:endParaRPr kumimoji="1" lang="ja-JP" altLang="en-US"/>
          </a:p>
        </p:txBody>
      </p:sp>
      <p:sp>
        <p:nvSpPr>
          <p:cNvPr id="16" name="フリーフォーム: 図形 15">
            <a:extLst>
              <a:ext uri="{FF2B5EF4-FFF2-40B4-BE49-F238E27FC236}">
                <a16:creationId xmlns:a16="http://schemas.microsoft.com/office/drawing/2014/main" id="{24392328-3929-2C32-144C-ED9D88176031}"/>
              </a:ext>
            </a:extLst>
          </p:cNvPr>
          <p:cNvSpPr/>
          <p:nvPr/>
        </p:nvSpPr>
        <p:spPr>
          <a:xfrm>
            <a:off x="6096000" y="2198255"/>
            <a:ext cx="92364" cy="591127"/>
          </a:xfrm>
          <a:custGeom>
            <a:avLst/>
            <a:gdLst>
              <a:gd name="connsiteX0" fmla="*/ 0 w 92364"/>
              <a:gd name="connsiteY0" fmla="*/ 591127 h 591127"/>
              <a:gd name="connsiteX1" fmla="*/ 64655 w 92364"/>
              <a:gd name="connsiteY1" fmla="*/ 46181 h 591127"/>
              <a:gd name="connsiteX2" fmla="*/ 92364 w 92364"/>
              <a:gd name="connsiteY2" fmla="*/ 0 h 591127"/>
            </a:gdLst>
            <a:ahLst/>
            <a:cxnLst>
              <a:cxn ang="0">
                <a:pos x="connsiteX0" y="connsiteY0"/>
              </a:cxn>
              <a:cxn ang="0">
                <a:pos x="connsiteX1" y="connsiteY1"/>
              </a:cxn>
              <a:cxn ang="0">
                <a:pos x="connsiteX2" y="connsiteY2"/>
              </a:cxn>
            </a:cxnLst>
            <a:rect l="l" t="t" r="r" b="b"/>
            <a:pathLst>
              <a:path w="92364" h="591127">
                <a:moveTo>
                  <a:pt x="0" y="591127"/>
                </a:moveTo>
                <a:cubicBezTo>
                  <a:pt x="2026" y="552628"/>
                  <a:pt x="2649" y="139193"/>
                  <a:pt x="64655" y="46181"/>
                </a:cubicBezTo>
                <a:cubicBezTo>
                  <a:pt x="86946" y="12744"/>
                  <a:pt x="78162" y="28400"/>
                  <a:pt x="92364" y="0"/>
                </a:cubicBezTo>
              </a:path>
            </a:pathLst>
          </a:custGeom>
          <a:ln w="57150"/>
        </p:spPr>
        <p:style>
          <a:lnRef idx="1">
            <a:schemeClr val="dk1"/>
          </a:lnRef>
          <a:fillRef idx="0">
            <a:schemeClr val="dk1"/>
          </a:fillRef>
          <a:effectRef idx="0">
            <a:schemeClr val="dk1"/>
          </a:effectRef>
          <a:fontRef idx="minor">
            <a:schemeClr val="tx1"/>
          </a:fontRef>
        </p:style>
        <p:txBody>
          <a:bodyPr rtlCol="0" anchor="ctr"/>
          <a:lstStyle/>
          <a:p>
            <a:pPr algn="ctr"/>
            <a:endParaRPr kumimoji="1" lang="ja-JP" altLang="en-US"/>
          </a:p>
        </p:txBody>
      </p:sp>
      <p:sp>
        <p:nvSpPr>
          <p:cNvPr id="18" name="フリーフォーム: 図形 17">
            <a:extLst>
              <a:ext uri="{FF2B5EF4-FFF2-40B4-BE49-F238E27FC236}">
                <a16:creationId xmlns:a16="http://schemas.microsoft.com/office/drawing/2014/main" id="{FFDD7272-F919-E4CE-F614-6DEA1F6A5188}"/>
              </a:ext>
            </a:extLst>
          </p:cNvPr>
          <p:cNvSpPr/>
          <p:nvPr/>
        </p:nvSpPr>
        <p:spPr>
          <a:xfrm>
            <a:off x="6068291" y="4904509"/>
            <a:ext cx="258618" cy="803638"/>
          </a:xfrm>
          <a:custGeom>
            <a:avLst/>
            <a:gdLst>
              <a:gd name="connsiteX0" fmla="*/ 18473 w 258618"/>
              <a:gd name="connsiteY0" fmla="*/ 0 h 803638"/>
              <a:gd name="connsiteX1" fmla="*/ 9236 w 258618"/>
              <a:gd name="connsiteY1" fmla="*/ 193964 h 803638"/>
              <a:gd name="connsiteX2" fmla="*/ 0 w 258618"/>
              <a:gd name="connsiteY2" fmla="*/ 286327 h 803638"/>
              <a:gd name="connsiteX3" fmla="*/ 18473 w 258618"/>
              <a:gd name="connsiteY3" fmla="*/ 554182 h 803638"/>
              <a:gd name="connsiteX4" fmla="*/ 46182 w 258618"/>
              <a:gd name="connsiteY4" fmla="*/ 646546 h 803638"/>
              <a:gd name="connsiteX5" fmla="*/ 157018 w 258618"/>
              <a:gd name="connsiteY5" fmla="*/ 766618 h 803638"/>
              <a:gd name="connsiteX6" fmla="*/ 193964 w 258618"/>
              <a:gd name="connsiteY6" fmla="*/ 785091 h 803638"/>
              <a:gd name="connsiteX7" fmla="*/ 258618 w 258618"/>
              <a:gd name="connsiteY7" fmla="*/ 803564 h 803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8618" h="803638">
                <a:moveTo>
                  <a:pt x="18473" y="0"/>
                </a:moveTo>
                <a:cubicBezTo>
                  <a:pt x="15394" y="64655"/>
                  <a:pt x="13403" y="129370"/>
                  <a:pt x="9236" y="193964"/>
                </a:cubicBezTo>
                <a:cubicBezTo>
                  <a:pt x="7244" y="224841"/>
                  <a:pt x="0" y="255386"/>
                  <a:pt x="0" y="286327"/>
                </a:cubicBezTo>
                <a:cubicBezTo>
                  <a:pt x="0" y="422698"/>
                  <a:pt x="238" y="453891"/>
                  <a:pt x="18473" y="554182"/>
                </a:cubicBezTo>
                <a:cubicBezTo>
                  <a:pt x="23647" y="582641"/>
                  <a:pt x="29602" y="621676"/>
                  <a:pt x="46182" y="646546"/>
                </a:cubicBezTo>
                <a:cubicBezTo>
                  <a:pt x="80770" y="698427"/>
                  <a:pt x="107631" y="735751"/>
                  <a:pt x="157018" y="766618"/>
                </a:cubicBezTo>
                <a:cubicBezTo>
                  <a:pt x="168694" y="773916"/>
                  <a:pt x="181382" y="779499"/>
                  <a:pt x="193964" y="785091"/>
                </a:cubicBezTo>
                <a:cubicBezTo>
                  <a:pt x="240673" y="805851"/>
                  <a:pt x="225493" y="803564"/>
                  <a:pt x="258618" y="803564"/>
                </a:cubicBezTo>
              </a:path>
            </a:pathLst>
          </a:cu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53D40ACA-9D00-286D-7236-2600DE13DDBC}"/>
              </a:ext>
            </a:extLst>
          </p:cNvPr>
          <p:cNvSpPr txBox="1"/>
          <p:nvPr/>
        </p:nvSpPr>
        <p:spPr>
          <a:xfrm>
            <a:off x="1824181" y="2213766"/>
            <a:ext cx="683491" cy="707886"/>
          </a:xfrm>
          <a:prstGeom prst="rect">
            <a:avLst/>
          </a:prstGeom>
          <a:noFill/>
        </p:spPr>
        <p:txBody>
          <a:bodyPr wrap="square" rtlCol="0">
            <a:spAutoFit/>
          </a:bodyPr>
          <a:lstStyle/>
          <a:p>
            <a:pPr algn="ctr"/>
            <a:r>
              <a:rPr kumimoji="1" lang="en-US" altLang="ja-JP" sz="4000" dirty="0"/>
              <a:t>D</a:t>
            </a:r>
            <a:endParaRPr kumimoji="1" lang="ja-JP" altLang="en-US" sz="4000" dirty="0"/>
          </a:p>
        </p:txBody>
      </p:sp>
      <p:sp>
        <p:nvSpPr>
          <p:cNvPr id="23" name="四角形: 角を丸くする 22">
            <a:extLst>
              <a:ext uri="{FF2B5EF4-FFF2-40B4-BE49-F238E27FC236}">
                <a16:creationId xmlns:a16="http://schemas.microsoft.com/office/drawing/2014/main" id="{9958351A-5DC9-0445-84E1-332920A60B30}"/>
              </a:ext>
            </a:extLst>
          </p:cNvPr>
          <p:cNvSpPr/>
          <p:nvPr/>
        </p:nvSpPr>
        <p:spPr>
          <a:xfrm>
            <a:off x="7541489" y="3257615"/>
            <a:ext cx="1237673" cy="600364"/>
          </a:xfrm>
          <a:prstGeom prst="roundRect">
            <a:avLst/>
          </a:prstGeom>
          <a:solidFill>
            <a:srgbClr val="00206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kumimoji="1" lang="en-US" altLang="ja-JP" sz="3200" dirty="0">
                <a:solidFill>
                  <a:schemeClr val="bg1"/>
                </a:solidFill>
              </a:rPr>
              <a:t>n+</a:t>
            </a:r>
            <a:endParaRPr kumimoji="1" lang="ja-JP" altLang="en-US" sz="3200" dirty="0">
              <a:solidFill>
                <a:schemeClr val="bg1"/>
              </a:solidFill>
            </a:endParaRPr>
          </a:p>
        </p:txBody>
      </p:sp>
      <p:sp>
        <p:nvSpPr>
          <p:cNvPr id="28" name="四角形: 角を丸くする 27">
            <a:extLst>
              <a:ext uri="{FF2B5EF4-FFF2-40B4-BE49-F238E27FC236}">
                <a16:creationId xmlns:a16="http://schemas.microsoft.com/office/drawing/2014/main" id="{23AD333B-5B43-8871-A9D6-11EF96E23200}"/>
              </a:ext>
            </a:extLst>
          </p:cNvPr>
          <p:cNvSpPr/>
          <p:nvPr/>
        </p:nvSpPr>
        <p:spPr>
          <a:xfrm>
            <a:off x="3385127" y="3257615"/>
            <a:ext cx="2142836" cy="1074240"/>
          </a:xfrm>
          <a:prstGeom prst="roundRect">
            <a:avLst/>
          </a:prstGeom>
          <a:solidFill>
            <a:schemeClr val="accent1"/>
          </a:solidFill>
          <a:ln>
            <a:noFill/>
          </a:ln>
        </p:spPr>
        <p:style>
          <a:lnRef idx="3">
            <a:schemeClr val="lt1"/>
          </a:lnRef>
          <a:fillRef idx="1">
            <a:schemeClr val="accent5"/>
          </a:fillRef>
          <a:effectRef idx="1">
            <a:schemeClr val="accent5"/>
          </a:effectRef>
          <a:fontRef idx="minor">
            <a:schemeClr val="lt1"/>
          </a:fontRef>
        </p:style>
        <p:txBody>
          <a:bodyPr rtlCol="0" anchor="ctr"/>
          <a:lstStyle/>
          <a:p>
            <a:pPr algn="ctr"/>
            <a:endParaRPr kumimoji="1" lang="ja-JP" altLang="en-US" sz="3200" dirty="0">
              <a:solidFill>
                <a:schemeClr val="bg1"/>
              </a:solidFill>
            </a:endParaRPr>
          </a:p>
        </p:txBody>
      </p:sp>
      <p:sp>
        <p:nvSpPr>
          <p:cNvPr id="27" name="テキスト ボックス 26">
            <a:extLst>
              <a:ext uri="{FF2B5EF4-FFF2-40B4-BE49-F238E27FC236}">
                <a16:creationId xmlns:a16="http://schemas.microsoft.com/office/drawing/2014/main" id="{4BB226F4-95A0-DF84-9E4B-CC1125E9273A}"/>
              </a:ext>
            </a:extLst>
          </p:cNvPr>
          <p:cNvSpPr txBox="1"/>
          <p:nvPr/>
        </p:nvSpPr>
        <p:spPr>
          <a:xfrm>
            <a:off x="7758543" y="4399823"/>
            <a:ext cx="803563" cy="707886"/>
          </a:xfrm>
          <a:prstGeom prst="rect">
            <a:avLst/>
          </a:prstGeom>
          <a:noFill/>
        </p:spPr>
        <p:txBody>
          <a:bodyPr wrap="square" rtlCol="0">
            <a:spAutoFit/>
          </a:bodyPr>
          <a:lstStyle/>
          <a:p>
            <a:pPr algn="ctr"/>
            <a:r>
              <a:rPr kumimoji="1" lang="en-US" altLang="ja-JP" sz="4000" dirty="0">
                <a:solidFill>
                  <a:schemeClr val="bg1"/>
                </a:solidFill>
              </a:rPr>
              <a:t>p</a:t>
            </a:r>
            <a:endParaRPr kumimoji="1" lang="ja-JP" altLang="en-US" sz="4000" dirty="0">
              <a:solidFill>
                <a:schemeClr val="bg1"/>
              </a:solidFill>
            </a:endParaRPr>
          </a:p>
        </p:txBody>
      </p:sp>
      <p:sp>
        <p:nvSpPr>
          <p:cNvPr id="22" name="四角形: 角を丸くする 21">
            <a:extLst>
              <a:ext uri="{FF2B5EF4-FFF2-40B4-BE49-F238E27FC236}">
                <a16:creationId xmlns:a16="http://schemas.microsoft.com/office/drawing/2014/main" id="{0DFDD982-1386-91F9-1E06-D7A81F0D9F4C}"/>
              </a:ext>
            </a:extLst>
          </p:cNvPr>
          <p:cNvSpPr/>
          <p:nvPr/>
        </p:nvSpPr>
        <p:spPr>
          <a:xfrm>
            <a:off x="3385127" y="3257615"/>
            <a:ext cx="1237673" cy="600364"/>
          </a:xfrm>
          <a:prstGeom prst="roundRect">
            <a:avLst/>
          </a:prstGeom>
          <a:solidFill>
            <a:srgbClr val="00206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kumimoji="1" lang="en-US" altLang="ja-JP" sz="3200" dirty="0">
                <a:solidFill>
                  <a:schemeClr val="bg1"/>
                </a:solidFill>
              </a:rPr>
              <a:t>n+</a:t>
            </a:r>
            <a:endParaRPr kumimoji="1" lang="ja-JP" altLang="en-US" sz="3200" dirty="0">
              <a:solidFill>
                <a:schemeClr val="bg1"/>
              </a:solidFill>
            </a:endParaRPr>
          </a:p>
        </p:txBody>
      </p:sp>
      <p:sp>
        <p:nvSpPr>
          <p:cNvPr id="29" name="テキスト ボックス 28">
            <a:extLst>
              <a:ext uri="{FF2B5EF4-FFF2-40B4-BE49-F238E27FC236}">
                <a16:creationId xmlns:a16="http://schemas.microsoft.com/office/drawing/2014/main" id="{3AFBD74B-395C-893B-BEE8-1FED923FD49C}"/>
              </a:ext>
            </a:extLst>
          </p:cNvPr>
          <p:cNvSpPr txBox="1"/>
          <p:nvPr/>
        </p:nvSpPr>
        <p:spPr>
          <a:xfrm>
            <a:off x="7958295" y="5233743"/>
            <a:ext cx="4233705" cy="861774"/>
          </a:xfrm>
          <a:prstGeom prst="rect">
            <a:avLst/>
          </a:prstGeom>
          <a:noFill/>
        </p:spPr>
        <p:txBody>
          <a:bodyPr wrap="square" rtlCol="0">
            <a:spAutoFit/>
          </a:bodyPr>
          <a:lstStyle/>
          <a:p>
            <a:pPr algn="ctr"/>
            <a:endParaRPr kumimoji="1" lang="en-US" altLang="ja-JP" dirty="0">
              <a:solidFill>
                <a:schemeClr val="accent1"/>
              </a:solidFill>
            </a:endParaRPr>
          </a:p>
          <a:p>
            <a:pPr algn="ctr"/>
            <a:r>
              <a:rPr kumimoji="1" lang="ja-JP" altLang="en-US" sz="3200" dirty="0">
                <a:solidFill>
                  <a:schemeClr val="accent1"/>
                </a:solidFill>
              </a:rPr>
              <a:t>まだ電流は流れない</a:t>
            </a:r>
            <a:endParaRPr kumimoji="1" lang="ja-JP" altLang="en-US" sz="3200" dirty="0"/>
          </a:p>
        </p:txBody>
      </p:sp>
      <p:sp>
        <p:nvSpPr>
          <p:cNvPr id="3" name="正方形/長方形 2">
            <a:extLst>
              <a:ext uri="{FF2B5EF4-FFF2-40B4-BE49-F238E27FC236}">
                <a16:creationId xmlns:a16="http://schemas.microsoft.com/office/drawing/2014/main" id="{E134A057-1727-742B-7DA4-DA38505362D1}"/>
              </a:ext>
            </a:extLst>
          </p:cNvPr>
          <p:cNvSpPr/>
          <p:nvPr/>
        </p:nvSpPr>
        <p:spPr>
          <a:xfrm>
            <a:off x="5338958" y="3257615"/>
            <a:ext cx="1932700" cy="383833"/>
          </a:xfrm>
          <a:prstGeom prst="rect">
            <a:avLst/>
          </a:prstGeom>
          <a:solidFill>
            <a:schemeClr val="accent1"/>
          </a:solidFill>
          <a:ln>
            <a:noFill/>
          </a:ln>
        </p:spPr>
        <p:style>
          <a:lnRef idx="3">
            <a:schemeClr val="lt1"/>
          </a:lnRef>
          <a:fillRef idx="1">
            <a:schemeClr val="accent5"/>
          </a:fillRef>
          <a:effectRef idx="1">
            <a:schemeClr val="accent5"/>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0373783F-6462-7FEE-3AA9-36A8CF54821D}"/>
              </a:ext>
            </a:extLst>
          </p:cNvPr>
          <p:cNvSpPr/>
          <p:nvPr/>
        </p:nvSpPr>
        <p:spPr>
          <a:xfrm rot="21228101">
            <a:off x="5418605" y="3378035"/>
            <a:ext cx="1773407" cy="422592"/>
          </a:xfrm>
          <a:prstGeom prst="rect">
            <a:avLst/>
          </a:prstGeom>
          <a:solidFill>
            <a:schemeClr val="accent1"/>
          </a:solidFill>
          <a:ln>
            <a:noFill/>
          </a:ln>
        </p:spPr>
        <p:style>
          <a:lnRef idx="3">
            <a:schemeClr val="lt1"/>
          </a:lnRef>
          <a:fillRef idx="1">
            <a:schemeClr val="accent5"/>
          </a:fillRef>
          <a:effectRef idx="1">
            <a:schemeClr val="accent5"/>
          </a:effectRef>
          <a:fontRef idx="minor">
            <a:schemeClr val="lt1"/>
          </a:fontRef>
        </p:style>
        <p:txBody>
          <a:bodyPr rtlCol="0" anchor="ctr"/>
          <a:lstStyle/>
          <a:p>
            <a:pPr algn="ctr"/>
            <a:endParaRPr kumimoji="1" lang="ja-JP" altLang="en-US"/>
          </a:p>
        </p:txBody>
      </p:sp>
      <p:cxnSp>
        <p:nvCxnSpPr>
          <p:cNvPr id="10" name="直線矢印コネクタ 9">
            <a:extLst>
              <a:ext uri="{FF2B5EF4-FFF2-40B4-BE49-F238E27FC236}">
                <a16:creationId xmlns:a16="http://schemas.microsoft.com/office/drawing/2014/main" id="{F4D65A12-159E-88D2-AE62-0CC63676101A}"/>
              </a:ext>
            </a:extLst>
          </p:cNvPr>
          <p:cNvCxnSpPr>
            <a:cxnSpLocks/>
          </p:cNvCxnSpPr>
          <p:nvPr/>
        </p:nvCxnSpPr>
        <p:spPr>
          <a:xfrm>
            <a:off x="5652655" y="3579252"/>
            <a:ext cx="1006765" cy="707886"/>
          </a:xfrm>
          <a:prstGeom prst="straightConnector1">
            <a:avLst/>
          </a:prstGeom>
          <a:ln w="57150">
            <a:solidFill>
              <a:schemeClr val="bg1"/>
            </a:solidFill>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D34D9944-7341-B46A-8696-E5F30BAC982B}"/>
              </a:ext>
            </a:extLst>
          </p:cNvPr>
          <p:cNvSpPr txBox="1"/>
          <p:nvPr/>
        </p:nvSpPr>
        <p:spPr>
          <a:xfrm>
            <a:off x="461819" y="3400998"/>
            <a:ext cx="2789382" cy="1200329"/>
          </a:xfrm>
          <a:prstGeom prst="rect">
            <a:avLst/>
          </a:prstGeom>
          <a:noFill/>
        </p:spPr>
        <p:txBody>
          <a:bodyPr wrap="square" rtlCol="0">
            <a:spAutoFit/>
          </a:bodyPr>
          <a:lstStyle/>
          <a:p>
            <a:r>
              <a:rPr kumimoji="1" lang="en-US" altLang="ja-JP" dirty="0" err="1"/>
              <a:t>Vd</a:t>
            </a:r>
            <a:r>
              <a:rPr kumimoji="1" lang="en-US" altLang="ja-JP" dirty="0"/>
              <a:t> &gt; Vs </a:t>
            </a:r>
            <a:r>
              <a:rPr kumimoji="1" lang="ja-JP" altLang="en-US" dirty="0"/>
              <a:t>のため</a:t>
            </a:r>
            <a:endParaRPr kumimoji="1" lang="en-US" altLang="ja-JP" dirty="0"/>
          </a:p>
          <a:p>
            <a:r>
              <a:rPr kumimoji="1" lang="ja-JP" altLang="en-US" dirty="0"/>
              <a:t>ドレイン側の空乏層は</a:t>
            </a:r>
            <a:br>
              <a:rPr kumimoji="1" lang="en-US" altLang="ja-JP" dirty="0"/>
            </a:br>
            <a:r>
              <a:rPr kumimoji="1" lang="ja-JP" altLang="en-US" dirty="0"/>
              <a:t>ソース側の空乏層より</a:t>
            </a:r>
            <a:endParaRPr kumimoji="1" lang="en-US" altLang="ja-JP" dirty="0"/>
          </a:p>
          <a:p>
            <a:r>
              <a:rPr kumimoji="1" lang="ja-JP" altLang="en-US" dirty="0"/>
              <a:t>大きい</a:t>
            </a:r>
          </a:p>
        </p:txBody>
      </p:sp>
      <p:sp>
        <p:nvSpPr>
          <p:cNvPr id="31" name="テキスト ボックス 30">
            <a:extLst>
              <a:ext uri="{FF2B5EF4-FFF2-40B4-BE49-F238E27FC236}">
                <a16:creationId xmlns:a16="http://schemas.microsoft.com/office/drawing/2014/main" id="{3BD2C2CA-0F5A-96E5-7212-97D144EE1231}"/>
              </a:ext>
            </a:extLst>
          </p:cNvPr>
          <p:cNvSpPr txBox="1"/>
          <p:nvPr/>
        </p:nvSpPr>
        <p:spPr>
          <a:xfrm>
            <a:off x="2877127" y="1320565"/>
            <a:ext cx="6123708" cy="646331"/>
          </a:xfrm>
          <a:prstGeom prst="rect">
            <a:avLst/>
          </a:prstGeom>
          <a:noFill/>
        </p:spPr>
        <p:txBody>
          <a:bodyPr wrap="square">
            <a:spAutoFit/>
          </a:bodyPr>
          <a:lstStyle/>
          <a:p>
            <a:r>
              <a:rPr kumimoji="1" lang="en-US" altLang="ja-JP" dirty="0" err="1"/>
              <a:t>Vgs</a:t>
            </a:r>
            <a:r>
              <a:rPr kumimoji="1" lang="en-US" altLang="ja-JP" dirty="0"/>
              <a:t> &gt; 0 </a:t>
            </a:r>
            <a:r>
              <a:rPr kumimoji="1" lang="ja-JP" altLang="en-US" dirty="0"/>
              <a:t>で基板上の正孔がゲートに移動</a:t>
            </a:r>
            <a:endParaRPr kumimoji="1" lang="en-US" altLang="ja-JP" dirty="0"/>
          </a:p>
          <a:p>
            <a:r>
              <a:rPr kumimoji="1" lang="ja-JP" altLang="en-US" dirty="0"/>
              <a:t>→</a:t>
            </a:r>
            <a:r>
              <a:rPr kumimoji="1" lang="ja-JP" altLang="en-US" dirty="0">
                <a:solidFill>
                  <a:schemeClr val="accent1"/>
                </a:solidFill>
              </a:rPr>
              <a:t>空乏層</a:t>
            </a:r>
            <a:r>
              <a:rPr kumimoji="1" lang="ja-JP" altLang="en-US" dirty="0"/>
              <a:t>の形成</a:t>
            </a:r>
            <a:endParaRPr kumimoji="1" lang="en-US" altLang="ja-JP" dirty="0"/>
          </a:p>
        </p:txBody>
      </p:sp>
      <p:sp>
        <p:nvSpPr>
          <p:cNvPr id="5" name="正方形/長方形 4">
            <a:extLst>
              <a:ext uri="{FF2B5EF4-FFF2-40B4-BE49-F238E27FC236}">
                <a16:creationId xmlns:a16="http://schemas.microsoft.com/office/drawing/2014/main" id="{6BF9FD43-143A-43BD-090D-DF163AE313E7}"/>
              </a:ext>
            </a:extLst>
          </p:cNvPr>
          <p:cNvSpPr/>
          <p:nvPr/>
        </p:nvSpPr>
        <p:spPr>
          <a:xfrm>
            <a:off x="4371703" y="2752436"/>
            <a:ext cx="3386840" cy="286328"/>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4EB291A0-24B7-F0BF-1194-EAE49F5502F4}"/>
              </a:ext>
            </a:extLst>
          </p:cNvPr>
          <p:cNvSpPr txBox="1"/>
          <p:nvPr/>
        </p:nvSpPr>
        <p:spPr>
          <a:xfrm>
            <a:off x="5298211" y="1564661"/>
            <a:ext cx="2243277" cy="707886"/>
          </a:xfrm>
          <a:prstGeom prst="rect">
            <a:avLst/>
          </a:prstGeom>
          <a:noFill/>
        </p:spPr>
        <p:txBody>
          <a:bodyPr wrap="square" rtlCol="0">
            <a:spAutoFit/>
          </a:bodyPr>
          <a:lstStyle/>
          <a:p>
            <a:pPr algn="ctr"/>
            <a:r>
              <a:rPr kumimoji="1" lang="en-US" altLang="ja-JP" sz="4000" dirty="0"/>
              <a:t>G &gt; 0V</a:t>
            </a:r>
            <a:endParaRPr kumimoji="1" lang="ja-JP" altLang="en-US" sz="4000" dirty="0"/>
          </a:p>
        </p:txBody>
      </p:sp>
      <p:sp>
        <p:nvSpPr>
          <p:cNvPr id="9" name="テキスト ボックス 8">
            <a:extLst>
              <a:ext uri="{FF2B5EF4-FFF2-40B4-BE49-F238E27FC236}">
                <a16:creationId xmlns:a16="http://schemas.microsoft.com/office/drawing/2014/main" id="{31F8847D-A534-3CD3-AEAA-EE45E10625D8}"/>
              </a:ext>
            </a:extLst>
          </p:cNvPr>
          <p:cNvSpPr txBox="1"/>
          <p:nvPr/>
        </p:nvSpPr>
        <p:spPr>
          <a:xfrm>
            <a:off x="9397999" y="2091896"/>
            <a:ext cx="2378365" cy="707886"/>
          </a:xfrm>
          <a:prstGeom prst="rect">
            <a:avLst/>
          </a:prstGeom>
          <a:noFill/>
        </p:spPr>
        <p:txBody>
          <a:bodyPr wrap="square" rtlCol="0">
            <a:spAutoFit/>
          </a:bodyPr>
          <a:lstStyle/>
          <a:p>
            <a:r>
              <a:rPr kumimoji="1" lang="en-US" altLang="ja-JP" sz="4000" dirty="0"/>
              <a:t>S = 0V</a:t>
            </a:r>
            <a:endParaRPr kumimoji="1" lang="ja-JP" altLang="en-US" sz="4000" dirty="0"/>
          </a:p>
        </p:txBody>
      </p:sp>
      <p:sp>
        <p:nvSpPr>
          <p:cNvPr id="25" name="テキスト ボックス 24">
            <a:extLst>
              <a:ext uri="{FF2B5EF4-FFF2-40B4-BE49-F238E27FC236}">
                <a16:creationId xmlns:a16="http://schemas.microsoft.com/office/drawing/2014/main" id="{BC0501E8-AD91-13C7-891F-0EA0CD6FD077}"/>
              </a:ext>
            </a:extLst>
          </p:cNvPr>
          <p:cNvSpPr txBox="1"/>
          <p:nvPr/>
        </p:nvSpPr>
        <p:spPr>
          <a:xfrm>
            <a:off x="6216071" y="5354204"/>
            <a:ext cx="2253674" cy="707886"/>
          </a:xfrm>
          <a:prstGeom prst="rect">
            <a:avLst/>
          </a:prstGeom>
          <a:noFill/>
        </p:spPr>
        <p:txBody>
          <a:bodyPr wrap="square" rtlCol="0">
            <a:spAutoFit/>
          </a:bodyPr>
          <a:lstStyle/>
          <a:p>
            <a:r>
              <a:rPr kumimoji="1" lang="en-US" altLang="ja-JP" sz="4000" dirty="0"/>
              <a:t>B = 0V</a:t>
            </a:r>
            <a:endParaRPr kumimoji="1" lang="ja-JP" altLang="en-US" sz="4000" dirty="0"/>
          </a:p>
        </p:txBody>
      </p:sp>
    </p:spTree>
    <p:extLst>
      <p:ext uri="{BB962C8B-B14F-4D97-AF65-F5344CB8AC3E}">
        <p14:creationId xmlns:p14="http://schemas.microsoft.com/office/powerpoint/2010/main" val="28481297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BCB9B-AFE3-F20F-F30F-A2CAC75342B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183CEDA-E5C4-2091-6AC3-33B6B955081E}"/>
              </a:ext>
            </a:extLst>
          </p:cNvPr>
          <p:cNvSpPr>
            <a:spLocks noGrp="1"/>
          </p:cNvSpPr>
          <p:nvPr>
            <p:ph type="title"/>
          </p:nvPr>
        </p:nvSpPr>
        <p:spPr/>
        <p:txBody>
          <a:bodyPr/>
          <a:lstStyle/>
          <a:p>
            <a:r>
              <a:rPr kumimoji="1" lang="en-US" altLang="ja-JP" dirty="0"/>
              <a:t>NMOS </a:t>
            </a:r>
            <a:r>
              <a:rPr kumimoji="1" lang="ja-JP" altLang="en-US" dirty="0"/>
              <a:t>簡単な模式図</a:t>
            </a:r>
          </a:p>
        </p:txBody>
      </p:sp>
      <p:sp>
        <p:nvSpPr>
          <p:cNvPr id="4" name="日付プレースホルダー 3">
            <a:extLst>
              <a:ext uri="{FF2B5EF4-FFF2-40B4-BE49-F238E27FC236}">
                <a16:creationId xmlns:a16="http://schemas.microsoft.com/office/drawing/2014/main" id="{39C34F16-84F5-CCF1-D6B7-1C71CA8AF11E}"/>
              </a:ext>
            </a:extLst>
          </p:cNvPr>
          <p:cNvSpPr>
            <a:spLocks noGrp="1"/>
          </p:cNvSpPr>
          <p:nvPr>
            <p:ph type="dt" sz="half" idx="10"/>
          </p:nvPr>
        </p:nvSpPr>
        <p:spPr/>
        <p:txBody>
          <a:bodyPr/>
          <a:lstStyle/>
          <a:p>
            <a:fld id="{C8D55FC4-4FBB-4061-B0B6-96F0050D7C51}"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4201C9DE-5318-F7B3-3C3F-202C7789E0C3}"/>
              </a:ext>
            </a:extLst>
          </p:cNvPr>
          <p:cNvSpPr>
            <a:spLocks noGrp="1"/>
          </p:cNvSpPr>
          <p:nvPr>
            <p:ph type="sldNum" sz="quarter" idx="12"/>
          </p:nvPr>
        </p:nvSpPr>
        <p:spPr>
          <a:prstGeom prst="rect">
            <a:avLst/>
          </a:prstGeom>
        </p:spPr>
        <p:txBody>
          <a:bodyPr vert="horz" lIns="91440" tIns="45720" rIns="91440" bIns="45720" rtlCol="0" anchor="ctr"/>
          <a:lstStyle>
            <a:defPPr>
              <a:defRPr lang="en-US"/>
            </a:defPPr>
            <a:lvl1pPr marL="0" algn="ctr" defTabSz="457200" rtl="0" eaLnBrk="1" latinLnBrk="0" hangingPunct="1">
              <a:defRPr sz="1200" b="1"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66E89953-8AEA-4BDF-A508-664B12926AB4}" type="slidenum">
              <a:rPr kumimoji="1" lang="ja-JP" altLang="en-US" sz="1400" smtClean="0">
                <a:latin typeface="Meiryo UI" panose="020B0604030504040204" pitchFamily="50" charset="-128"/>
                <a:ea typeface="Meiryo UI" panose="020B0604030504040204" pitchFamily="50" charset="-128"/>
              </a:rPr>
              <a:pPr/>
              <a:t>15</a:t>
            </a:fld>
            <a:endParaRPr kumimoji="1" lang="ja-JP" altLang="en-US" dirty="0">
              <a:latin typeface="Meiryo UI" panose="020B0604030504040204" pitchFamily="50" charset="-128"/>
              <a:ea typeface="Meiryo UI" panose="020B0604030504040204" pitchFamily="50" charset="-128"/>
            </a:endParaRPr>
          </a:p>
        </p:txBody>
      </p:sp>
      <p:sp>
        <p:nvSpPr>
          <p:cNvPr id="7" name="正方形/長方形 6">
            <a:extLst>
              <a:ext uri="{FF2B5EF4-FFF2-40B4-BE49-F238E27FC236}">
                <a16:creationId xmlns:a16="http://schemas.microsoft.com/office/drawing/2014/main" id="{6D190943-D454-2319-2FF2-6A1A8CD5205C}"/>
              </a:ext>
            </a:extLst>
          </p:cNvPr>
          <p:cNvSpPr/>
          <p:nvPr/>
        </p:nvSpPr>
        <p:spPr>
          <a:xfrm>
            <a:off x="3385127" y="3260436"/>
            <a:ext cx="5421745" cy="1902691"/>
          </a:xfrm>
          <a:prstGeom prst="rect">
            <a:avLst/>
          </a:prstGeom>
          <a:solidFill>
            <a:srgbClr val="FF7C80"/>
          </a:solid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a:extLst>
              <a:ext uri="{FF2B5EF4-FFF2-40B4-BE49-F238E27FC236}">
                <a16:creationId xmlns:a16="http://schemas.microsoft.com/office/drawing/2014/main" id="{02A3E37D-C5F4-7BF1-B63D-A9834E9CC933}"/>
              </a:ext>
            </a:extLst>
          </p:cNvPr>
          <p:cNvSpPr/>
          <p:nvPr/>
        </p:nvSpPr>
        <p:spPr>
          <a:xfrm>
            <a:off x="4650508" y="2752436"/>
            <a:ext cx="2890982" cy="286328"/>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13" name="フリーフォーム: 図形 12">
            <a:extLst>
              <a:ext uri="{FF2B5EF4-FFF2-40B4-BE49-F238E27FC236}">
                <a16:creationId xmlns:a16="http://schemas.microsoft.com/office/drawing/2014/main" id="{CA7A5BBB-B898-EC28-6D22-8478431BA0AD}"/>
              </a:ext>
            </a:extLst>
          </p:cNvPr>
          <p:cNvSpPr/>
          <p:nvPr/>
        </p:nvSpPr>
        <p:spPr>
          <a:xfrm>
            <a:off x="2540000" y="2567709"/>
            <a:ext cx="1357745" cy="674255"/>
          </a:xfrm>
          <a:custGeom>
            <a:avLst/>
            <a:gdLst>
              <a:gd name="connsiteX0" fmla="*/ 1357745 w 1357745"/>
              <a:gd name="connsiteY0" fmla="*/ 674255 h 674255"/>
              <a:gd name="connsiteX1" fmla="*/ 1320800 w 1357745"/>
              <a:gd name="connsiteY1" fmla="*/ 535709 h 674255"/>
              <a:gd name="connsiteX2" fmla="*/ 1209964 w 1357745"/>
              <a:gd name="connsiteY2" fmla="*/ 350982 h 674255"/>
              <a:gd name="connsiteX3" fmla="*/ 942109 w 1357745"/>
              <a:gd name="connsiteY3" fmla="*/ 147782 h 674255"/>
              <a:gd name="connsiteX4" fmla="*/ 785091 w 1357745"/>
              <a:gd name="connsiteY4" fmla="*/ 73891 h 674255"/>
              <a:gd name="connsiteX5" fmla="*/ 535709 w 1357745"/>
              <a:gd name="connsiteY5" fmla="*/ 18473 h 674255"/>
              <a:gd name="connsiteX6" fmla="*/ 267855 w 1357745"/>
              <a:gd name="connsiteY6" fmla="*/ 0 h 674255"/>
              <a:gd name="connsiteX7" fmla="*/ 0 w 1357745"/>
              <a:gd name="connsiteY7" fmla="*/ 18473 h 674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57745" h="674255">
                <a:moveTo>
                  <a:pt x="1357745" y="674255"/>
                </a:moveTo>
                <a:cubicBezTo>
                  <a:pt x="1347678" y="623920"/>
                  <a:pt x="1341814" y="587076"/>
                  <a:pt x="1320800" y="535709"/>
                </a:cubicBezTo>
                <a:cubicBezTo>
                  <a:pt x="1294534" y="471504"/>
                  <a:pt x="1258174" y="402636"/>
                  <a:pt x="1209964" y="350982"/>
                </a:cubicBezTo>
                <a:cubicBezTo>
                  <a:pt x="1155139" y="292240"/>
                  <a:pt x="971254" y="163974"/>
                  <a:pt x="942109" y="147782"/>
                </a:cubicBezTo>
                <a:cubicBezTo>
                  <a:pt x="872613" y="109173"/>
                  <a:pt x="858267" y="95844"/>
                  <a:pt x="785091" y="73891"/>
                </a:cubicBezTo>
                <a:cubicBezTo>
                  <a:pt x="736467" y="59304"/>
                  <a:pt x="578155" y="23296"/>
                  <a:pt x="535709" y="18473"/>
                </a:cubicBezTo>
                <a:cubicBezTo>
                  <a:pt x="446785" y="8368"/>
                  <a:pt x="267855" y="0"/>
                  <a:pt x="267855" y="0"/>
                </a:cubicBezTo>
                <a:lnTo>
                  <a:pt x="0" y="18473"/>
                </a:lnTo>
              </a:path>
            </a:pathLst>
          </a:custGeom>
          <a:ln w="57150"/>
        </p:spPr>
        <p:style>
          <a:lnRef idx="1">
            <a:schemeClr val="dk1"/>
          </a:lnRef>
          <a:fillRef idx="0">
            <a:schemeClr val="dk1"/>
          </a:fillRef>
          <a:effectRef idx="0">
            <a:schemeClr val="dk1"/>
          </a:effectRef>
          <a:fontRef idx="minor">
            <a:schemeClr val="tx1"/>
          </a:fontRef>
        </p:style>
        <p:txBody>
          <a:bodyPr rtlCol="0" anchor="ctr"/>
          <a:lstStyle/>
          <a:p>
            <a:pPr algn="ctr"/>
            <a:endParaRPr kumimoji="1" lang="ja-JP" altLang="en-US"/>
          </a:p>
        </p:txBody>
      </p:sp>
      <p:sp>
        <p:nvSpPr>
          <p:cNvPr id="15" name="フリーフォーム: 図形 14">
            <a:extLst>
              <a:ext uri="{FF2B5EF4-FFF2-40B4-BE49-F238E27FC236}">
                <a16:creationId xmlns:a16="http://schemas.microsoft.com/office/drawing/2014/main" id="{A858602F-F80E-BA30-C78A-E69CF0763F8C}"/>
              </a:ext>
            </a:extLst>
          </p:cNvPr>
          <p:cNvSpPr/>
          <p:nvPr/>
        </p:nvSpPr>
        <p:spPr>
          <a:xfrm>
            <a:off x="8229600" y="2445839"/>
            <a:ext cx="1237673" cy="814597"/>
          </a:xfrm>
          <a:custGeom>
            <a:avLst/>
            <a:gdLst>
              <a:gd name="connsiteX0" fmla="*/ 0 w 1237673"/>
              <a:gd name="connsiteY0" fmla="*/ 814597 h 814597"/>
              <a:gd name="connsiteX1" fmla="*/ 18473 w 1237673"/>
              <a:gd name="connsiteY1" fmla="*/ 676052 h 814597"/>
              <a:gd name="connsiteX2" fmla="*/ 73891 w 1237673"/>
              <a:gd name="connsiteY2" fmla="*/ 519034 h 814597"/>
              <a:gd name="connsiteX3" fmla="*/ 120073 w 1237673"/>
              <a:gd name="connsiteY3" fmla="*/ 445143 h 814597"/>
              <a:gd name="connsiteX4" fmla="*/ 295564 w 1237673"/>
              <a:gd name="connsiteY4" fmla="*/ 251179 h 814597"/>
              <a:gd name="connsiteX5" fmla="*/ 711200 w 1237673"/>
              <a:gd name="connsiteY5" fmla="*/ 66452 h 814597"/>
              <a:gd name="connsiteX6" fmla="*/ 1006764 w 1237673"/>
              <a:gd name="connsiteY6" fmla="*/ 1797 h 814597"/>
              <a:gd name="connsiteX7" fmla="*/ 1237673 w 1237673"/>
              <a:gd name="connsiteY7" fmla="*/ 1797 h 814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37673" h="814597">
                <a:moveTo>
                  <a:pt x="0" y="814597"/>
                </a:moveTo>
                <a:cubicBezTo>
                  <a:pt x="6158" y="768415"/>
                  <a:pt x="8971" y="721663"/>
                  <a:pt x="18473" y="676052"/>
                </a:cubicBezTo>
                <a:cubicBezTo>
                  <a:pt x="21303" y="662467"/>
                  <a:pt x="65825" y="535167"/>
                  <a:pt x="73891" y="519034"/>
                </a:cubicBezTo>
                <a:cubicBezTo>
                  <a:pt x="86880" y="493055"/>
                  <a:pt x="103962" y="469310"/>
                  <a:pt x="120073" y="445143"/>
                </a:cubicBezTo>
                <a:cubicBezTo>
                  <a:pt x="169818" y="370526"/>
                  <a:pt x="215237" y="299749"/>
                  <a:pt x="295564" y="251179"/>
                </a:cubicBezTo>
                <a:cubicBezTo>
                  <a:pt x="396694" y="190031"/>
                  <a:pt x="579769" y="106280"/>
                  <a:pt x="711200" y="66452"/>
                </a:cubicBezTo>
                <a:cubicBezTo>
                  <a:pt x="783076" y="44671"/>
                  <a:pt x="922490" y="6233"/>
                  <a:pt x="1006764" y="1797"/>
                </a:cubicBezTo>
                <a:cubicBezTo>
                  <a:pt x="1083627" y="-2248"/>
                  <a:pt x="1160703" y="1797"/>
                  <a:pt x="1237673" y="1797"/>
                </a:cubicBezTo>
              </a:path>
            </a:pathLst>
          </a:custGeom>
          <a:ln w="57150"/>
        </p:spPr>
        <p:style>
          <a:lnRef idx="1">
            <a:schemeClr val="dk1"/>
          </a:lnRef>
          <a:fillRef idx="0">
            <a:schemeClr val="dk1"/>
          </a:fillRef>
          <a:effectRef idx="0">
            <a:schemeClr val="dk1"/>
          </a:effectRef>
          <a:fontRef idx="minor">
            <a:schemeClr val="tx1"/>
          </a:fontRef>
        </p:style>
        <p:txBody>
          <a:bodyPr rtlCol="0" anchor="ctr"/>
          <a:lstStyle/>
          <a:p>
            <a:pPr algn="ctr"/>
            <a:endParaRPr kumimoji="1" lang="ja-JP" altLang="en-US"/>
          </a:p>
        </p:txBody>
      </p:sp>
      <p:sp>
        <p:nvSpPr>
          <p:cNvPr id="16" name="フリーフォーム: 図形 15">
            <a:extLst>
              <a:ext uri="{FF2B5EF4-FFF2-40B4-BE49-F238E27FC236}">
                <a16:creationId xmlns:a16="http://schemas.microsoft.com/office/drawing/2014/main" id="{E97792E7-5D76-7FA4-8F49-93ED7270B8CE}"/>
              </a:ext>
            </a:extLst>
          </p:cNvPr>
          <p:cNvSpPr/>
          <p:nvPr/>
        </p:nvSpPr>
        <p:spPr>
          <a:xfrm>
            <a:off x="6096000" y="2198255"/>
            <a:ext cx="92364" cy="591127"/>
          </a:xfrm>
          <a:custGeom>
            <a:avLst/>
            <a:gdLst>
              <a:gd name="connsiteX0" fmla="*/ 0 w 92364"/>
              <a:gd name="connsiteY0" fmla="*/ 591127 h 591127"/>
              <a:gd name="connsiteX1" fmla="*/ 64655 w 92364"/>
              <a:gd name="connsiteY1" fmla="*/ 46181 h 591127"/>
              <a:gd name="connsiteX2" fmla="*/ 92364 w 92364"/>
              <a:gd name="connsiteY2" fmla="*/ 0 h 591127"/>
            </a:gdLst>
            <a:ahLst/>
            <a:cxnLst>
              <a:cxn ang="0">
                <a:pos x="connsiteX0" y="connsiteY0"/>
              </a:cxn>
              <a:cxn ang="0">
                <a:pos x="connsiteX1" y="connsiteY1"/>
              </a:cxn>
              <a:cxn ang="0">
                <a:pos x="connsiteX2" y="connsiteY2"/>
              </a:cxn>
            </a:cxnLst>
            <a:rect l="l" t="t" r="r" b="b"/>
            <a:pathLst>
              <a:path w="92364" h="591127">
                <a:moveTo>
                  <a:pt x="0" y="591127"/>
                </a:moveTo>
                <a:cubicBezTo>
                  <a:pt x="2026" y="552628"/>
                  <a:pt x="2649" y="139193"/>
                  <a:pt x="64655" y="46181"/>
                </a:cubicBezTo>
                <a:cubicBezTo>
                  <a:pt x="86946" y="12744"/>
                  <a:pt x="78162" y="28400"/>
                  <a:pt x="92364" y="0"/>
                </a:cubicBezTo>
              </a:path>
            </a:pathLst>
          </a:custGeom>
          <a:ln w="57150"/>
        </p:spPr>
        <p:style>
          <a:lnRef idx="1">
            <a:schemeClr val="dk1"/>
          </a:lnRef>
          <a:fillRef idx="0">
            <a:schemeClr val="dk1"/>
          </a:fillRef>
          <a:effectRef idx="0">
            <a:schemeClr val="dk1"/>
          </a:effectRef>
          <a:fontRef idx="minor">
            <a:schemeClr val="tx1"/>
          </a:fontRef>
        </p:style>
        <p:txBody>
          <a:bodyPr rtlCol="0" anchor="ctr"/>
          <a:lstStyle/>
          <a:p>
            <a:pPr algn="ctr"/>
            <a:endParaRPr kumimoji="1" lang="ja-JP" altLang="en-US"/>
          </a:p>
        </p:txBody>
      </p:sp>
      <p:sp>
        <p:nvSpPr>
          <p:cNvPr id="18" name="フリーフォーム: 図形 17">
            <a:extLst>
              <a:ext uri="{FF2B5EF4-FFF2-40B4-BE49-F238E27FC236}">
                <a16:creationId xmlns:a16="http://schemas.microsoft.com/office/drawing/2014/main" id="{2CE229C7-1666-58D5-08C5-1D6853464BE8}"/>
              </a:ext>
            </a:extLst>
          </p:cNvPr>
          <p:cNvSpPr/>
          <p:nvPr/>
        </p:nvSpPr>
        <p:spPr>
          <a:xfrm>
            <a:off x="6068291" y="4904509"/>
            <a:ext cx="258618" cy="803638"/>
          </a:xfrm>
          <a:custGeom>
            <a:avLst/>
            <a:gdLst>
              <a:gd name="connsiteX0" fmla="*/ 18473 w 258618"/>
              <a:gd name="connsiteY0" fmla="*/ 0 h 803638"/>
              <a:gd name="connsiteX1" fmla="*/ 9236 w 258618"/>
              <a:gd name="connsiteY1" fmla="*/ 193964 h 803638"/>
              <a:gd name="connsiteX2" fmla="*/ 0 w 258618"/>
              <a:gd name="connsiteY2" fmla="*/ 286327 h 803638"/>
              <a:gd name="connsiteX3" fmla="*/ 18473 w 258618"/>
              <a:gd name="connsiteY3" fmla="*/ 554182 h 803638"/>
              <a:gd name="connsiteX4" fmla="*/ 46182 w 258618"/>
              <a:gd name="connsiteY4" fmla="*/ 646546 h 803638"/>
              <a:gd name="connsiteX5" fmla="*/ 157018 w 258618"/>
              <a:gd name="connsiteY5" fmla="*/ 766618 h 803638"/>
              <a:gd name="connsiteX6" fmla="*/ 193964 w 258618"/>
              <a:gd name="connsiteY6" fmla="*/ 785091 h 803638"/>
              <a:gd name="connsiteX7" fmla="*/ 258618 w 258618"/>
              <a:gd name="connsiteY7" fmla="*/ 803564 h 803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8618" h="803638">
                <a:moveTo>
                  <a:pt x="18473" y="0"/>
                </a:moveTo>
                <a:cubicBezTo>
                  <a:pt x="15394" y="64655"/>
                  <a:pt x="13403" y="129370"/>
                  <a:pt x="9236" y="193964"/>
                </a:cubicBezTo>
                <a:cubicBezTo>
                  <a:pt x="7244" y="224841"/>
                  <a:pt x="0" y="255386"/>
                  <a:pt x="0" y="286327"/>
                </a:cubicBezTo>
                <a:cubicBezTo>
                  <a:pt x="0" y="422698"/>
                  <a:pt x="238" y="453891"/>
                  <a:pt x="18473" y="554182"/>
                </a:cubicBezTo>
                <a:cubicBezTo>
                  <a:pt x="23647" y="582641"/>
                  <a:pt x="29602" y="621676"/>
                  <a:pt x="46182" y="646546"/>
                </a:cubicBezTo>
                <a:cubicBezTo>
                  <a:pt x="80770" y="698427"/>
                  <a:pt x="107631" y="735751"/>
                  <a:pt x="157018" y="766618"/>
                </a:cubicBezTo>
                <a:cubicBezTo>
                  <a:pt x="168694" y="773916"/>
                  <a:pt x="181382" y="779499"/>
                  <a:pt x="193964" y="785091"/>
                </a:cubicBezTo>
                <a:cubicBezTo>
                  <a:pt x="240673" y="805851"/>
                  <a:pt x="225493" y="803564"/>
                  <a:pt x="258618" y="803564"/>
                </a:cubicBezTo>
              </a:path>
            </a:pathLst>
          </a:cu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A3DFAD9C-D8A6-383E-1C4B-81F85C8A5EB9}"/>
              </a:ext>
            </a:extLst>
          </p:cNvPr>
          <p:cNvSpPr txBox="1"/>
          <p:nvPr/>
        </p:nvSpPr>
        <p:spPr>
          <a:xfrm>
            <a:off x="1824181" y="2213766"/>
            <a:ext cx="683491" cy="707886"/>
          </a:xfrm>
          <a:prstGeom prst="rect">
            <a:avLst/>
          </a:prstGeom>
          <a:noFill/>
        </p:spPr>
        <p:txBody>
          <a:bodyPr wrap="square" rtlCol="0">
            <a:spAutoFit/>
          </a:bodyPr>
          <a:lstStyle/>
          <a:p>
            <a:pPr algn="ctr"/>
            <a:r>
              <a:rPr kumimoji="1" lang="en-US" altLang="ja-JP" sz="4000" dirty="0"/>
              <a:t>D</a:t>
            </a:r>
            <a:endParaRPr kumimoji="1" lang="ja-JP" altLang="en-US" sz="4000" dirty="0"/>
          </a:p>
        </p:txBody>
      </p:sp>
      <p:sp>
        <p:nvSpPr>
          <p:cNvPr id="20" name="テキスト ボックス 19">
            <a:extLst>
              <a:ext uri="{FF2B5EF4-FFF2-40B4-BE49-F238E27FC236}">
                <a16:creationId xmlns:a16="http://schemas.microsoft.com/office/drawing/2014/main" id="{AAA0A5BD-28E9-EB65-CE04-CDF521EE3B1C}"/>
              </a:ext>
            </a:extLst>
          </p:cNvPr>
          <p:cNvSpPr txBox="1"/>
          <p:nvPr/>
        </p:nvSpPr>
        <p:spPr>
          <a:xfrm>
            <a:off x="5298211" y="1564661"/>
            <a:ext cx="2243277" cy="707886"/>
          </a:xfrm>
          <a:prstGeom prst="rect">
            <a:avLst/>
          </a:prstGeom>
          <a:noFill/>
        </p:spPr>
        <p:txBody>
          <a:bodyPr wrap="square" rtlCol="0">
            <a:spAutoFit/>
          </a:bodyPr>
          <a:lstStyle/>
          <a:p>
            <a:pPr algn="ctr"/>
            <a:r>
              <a:rPr kumimoji="1" lang="en-US" altLang="ja-JP" sz="4000" dirty="0"/>
              <a:t>G &gt;&gt; 0V</a:t>
            </a:r>
            <a:endParaRPr kumimoji="1" lang="ja-JP" altLang="en-US" sz="4000" dirty="0"/>
          </a:p>
        </p:txBody>
      </p:sp>
      <p:sp>
        <p:nvSpPr>
          <p:cNvPr id="21" name="テキスト ボックス 20">
            <a:extLst>
              <a:ext uri="{FF2B5EF4-FFF2-40B4-BE49-F238E27FC236}">
                <a16:creationId xmlns:a16="http://schemas.microsoft.com/office/drawing/2014/main" id="{29D699EE-617A-46B2-5752-D087DF78F1FA}"/>
              </a:ext>
            </a:extLst>
          </p:cNvPr>
          <p:cNvSpPr txBox="1"/>
          <p:nvPr/>
        </p:nvSpPr>
        <p:spPr>
          <a:xfrm>
            <a:off x="9397999" y="2091896"/>
            <a:ext cx="2378365" cy="707886"/>
          </a:xfrm>
          <a:prstGeom prst="rect">
            <a:avLst/>
          </a:prstGeom>
          <a:noFill/>
        </p:spPr>
        <p:txBody>
          <a:bodyPr wrap="square" rtlCol="0">
            <a:spAutoFit/>
          </a:bodyPr>
          <a:lstStyle/>
          <a:p>
            <a:r>
              <a:rPr kumimoji="1" lang="en-US" altLang="ja-JP" sz="4000" dirty="0"/>
              <a:t>S = 0V</a:t>
            </a:r>
            <a:endParaRPr kumimoji="1" lang="ja-JP" altLang="en-US" sz="4000" dirty="0"/>
          </a:p>
        </p:txBody>
      </p:sp>
      <p:sp>
        <p:nvSpPr>
          <p:cNvPr id="25" name="四角形: 角を丸くする 24">
            <a:extLst>
              <a:ext uri="{FF2B5EF4-FFF2-40B4-BE49-F238E27FC236}">
                <a16:creationId xmlns:a16="http://schemas.microsoft.com/office/drawing/2014/main" id="{AFF4DE93-E0EF-5509-F5A4-71BA5D812BA6}"/>
              </a:ext>
            </a:extLst>
          </p:cNvPr>
          <p:cNvSpPr/>
          <p:nvPr/>
        </p:nvSpPr>
        <p:spPr>
          <a:xfrm>
            <a:off x="7160483" y="3262783"/>
            <a:ext cx="1623298" cy="761174"/>
          </a:xfrm>
          <a:prstGeom prst="roundRect">
            <a:avLst/>
          </a:prstGeom>
          <a:solidFill>
            <a:schemeClr val="accent1"/>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sz="3200" dirty="0">
                <a:solidFill>
                  <a:schemeClr val="bg1"/>
                </a:solidFill>
              </a:rPr>
              <a:t>n</a:t>
            </a:r>
            <a:endParaRPr kumimoji="1" lang="ja-JP" altLang="en-US" sz="3200" dirty="0">
              <a:solidFill>
                <a:schemeClr val="bg1"/>
              </a:solidFill>
            </a:endParaRPr>
          </a:p>
        </p:txBody>
      </p:sp>
      <p:sp>
        <p:nvSpPr>
          <p:cNvPr id="26" name="テキスト ボックス 25">
            <a:extLst>
              <a:ext uri="{FF2B5EF4-FFF2-40B4-BE49-F238E27FC236}">
                <a16:creationId xmlns:a16="http://schemas.microsoft.com/office/drawing/2014/main" id="{94BC92DB-F6B4-087D-8496-CC2119050A76}"/>
              </a:ext>
            </a:extLst>
          </p:cNvPr>
          <p:cNvSpPr txBox="1"/>
          <p:nvPr/>
        </p:nvSpPr>
        <p:spPr>
          <a:xfrm>
            <a:off x="6216071" y="5354204"/>
            <a:ext cx="2253674" cy="707886"/>
          </a:xfrm>
          <a:prstGeom prst="rect">
            <a:avLst/>
          </a:prstGeom>
          <a:noFill/>
        </p:spPr>
        <p:txBody>
          <a:bodyPr wrap="square" rtlCol="0">
            <a:spAutoFit/>
          </a:bodyPr>
          <a:lstStyle/>
          <a:p>
            <a:r>
              <a:rPr kumimoji="1" lang="en-US" altLang="ja-JP" sz="4000" dirty="0"/>
              <a:t>B = 0V</a:t>
            </a:r>
            <a:endParaRPr kumimoji="1" lang="ja-JP" altLang="en-US" sz="4000" dirty="0"/>
          </a:p>
        </p:txBody>
      </p:sp>
      <p:sp>
        <p:nvSpPr>
          <p:cNvPr id="27" name="テキスト ボックス 26">
            <a:extLst>
              <a:ext uri="{FF2B5EF4-FFF2-40B4-BE49-F238E27FC236}">
                <a16:creationId xmlns:a16="http://schemas.microsoft.com/office/drawing/2014/main" id="{14C7D4CA-203D-9315-BD94-A7A3847DB044}"/>
              </a:ext>
            </a:extLst>
          </p:cNvPr>
          <p:cNvSpPr txBox="1"/>
          <p:nvPr/>
        </p:nvSpPr>
        <p:spPr>
          <a:xfrm>
            <a:off x="7758543" y="4399823"/>
            <a:ext cx="803563" cy="707886"/>
          </a:xfrm>
          <a:prstGeom prst="rect">
            <a:avLst/>
          </a:prstGeom>
          <a:noFill/>
        </p:spPr>
        <p:txBody>
          <a:bodyPr wrap="square" rtlCol="0">
            <a:spAutoFit/>
          </a:bodyPr>
          <a:lstStyle/>
          <a:p>
            <a:pPr algn="ctr"/>
            <a:r>
              <a:rPr kumimoji="1" lang="en-US" altLang="ja-JP" sz="4000" dirty="0">
                <a:solidFill>
                  <a:schemeClr val="bg1"/>
                </a:solidFill>
              </a:rPr>
              <a:t>p</a:t>
            </a:r>
            <a:endParaRPr kumimoji="1" lang="ja-JP" altLang="en-US" sz="4000" dirty="0">
              <a:solidFill>
                <a:schemeClr val="bg1"/>
              </a:solidFill>
            </a:endParaRPr>
          </a:p>
        </p:txBody>
      </p:sp>
      <p:sp>
        <p:nvSpPr>
          <p:cNvPr id="29" name="テキスト ボックス 28">
            <a:extLst>
              <a:ext uri="{FF2B5EF4-FFF2-40B4-BE49-F238E27FC236}">
                <a16:creationId xmlns:a16="http://schemas.microsoft.com/office/drawing/2014/main" id="{A754202A-8031-84A8-48A0-AAB3D321E2AB}"/>
              </a:ext>
            </a:extLst>
          </p:cNvPr>
          <p:cNvSpPr txBox="1"/>
          <p:nvPr/>
        </p:nvSpPr>
        <p:spPr>
          <a:xfrm>
            <a:off x="7958295" y="5233743"/>
            <a:ext cx="4233705" cy="923330"/>
          </a:xfrm>
          <a:prstGeom prst="rect">
            <a:avLst/>
          </a:prstGeom>
          <a:noFill/>
        </p:spPr>
        <p:txBody>
          <a:bodyPr wrap="square" rtlCol="0">
            <a:spAutoFit/>
          </a:bodyPr>
          <a:lstStyle/>
          <a:p>
            <a:pPr algn="ctr"/>
            <a:endParaRPr kumimoji="1" lang="en-US" altLang="ja-JP" dirty="0">
              <a:solidFill>
                <a:schemeClr val="accent1"/>
              </a:solidFill>
            </a:endParaRPr>
          </a:p>
          <a:p>
            <a:pPr algn="ctr"/>
            <a:r>
              <a:rPr kumimoji="1" lang="ja-JP" altLang="en-US" sz="3600" dirty="0">
                <a:solidFill>
                  <a:schemeClr val="accent1"/>
                </a:solidFill>
              </a:rPr>
              <a:t>電流が流れる</a:t>
            </a:r>
            <a:endParaRPr kumimoji="1" lang="ja-JP" altLang="en-US" sz="3600" dirty="0"/>
          </a:p>
        </p:txBody>
      </p:sp>
      <p:sp>
        <p:nvSpPr>
          <p:cNvPr id="3" name="正方形/長方形 2">
            <a:extLst>
              <a:ext uri="{FF2B5EF4-FFF2-40B4-BE49-F238E27FC236}">
                <a16:creationId xmlns:a16="http://schemas.microsoft.com/office/drawing/2014/main" id="{B8A0958B-B082-51E3-1843-020163B6FFA9}"/>
              </a:ext>
            </a:extLst>
          </p:cNvPr>
          <p:cNvSpPr/>
          <p:nvPr/>
        </p:nvSpPr>
        <p:spPr>
          <a:xfrm>
            <a:off x="5358258" y="3269834"/>
            <a:ext cx="1932700" cy="5835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C07BC835-5055-8EBB-0825-2D6CB0ECD3F0}"/>
              </a:ext>
            </a:extLst>
          </p:cNvPr>
          <p:cNvSpPr/>
          <p:nvPr/>
        </p:nvSpPr>
        <p:spPr>
          <a:xfrm rot="21012582">
            <a:off x="5292697" y="3647787"/>
            <a:ext cx="1904648" cy="52736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76CA67CF-0823-76D6-E0DA-9A17CDF1F3F9}"/>
              </a:ext>
            </a:extLst>
          </p:cNvPr>
          <p:cNvSpPr txBox="1"/>
          <p:nvPr/>
        </p:nvSpPr>
        <p:spPr>
          <a:xfrm>
            <a:off x="461819" y="3400998"/>
            <a:ext cx="2789382" cy="923330"/>
          </a:xfrm>
          <a:prstGeom prst="rect">
            <a:avLst/>
          </a:prstGeom>
          <a:noFill/>
        </p:spPr>
        <p:txBody>
          <a:bodyPr wrap="square" rtlCol="0">
            <a:spAutoFit/>
          </a:bodyPr>
          <a:lstStyle/>
          <a:p>
            <a:r>
              <a:rPr kumimoji="1" lang="ja-JP" altLang="en-US" dirty="0"/>
              <a:t>反転層は空乏層が</a:t>
            </a:r>
            <a:endParaRPr kumimoji="1" lang="en-US" altLang="ja-JP" dirty="0"/>
          </a:p>
          <a:p>
            <a:r>
              <a:rPr kumimoji="1" lang="ja-JP" altLang="en-US" dirty="0"/>
              <a:t>薄いと形成されやすく、</a:t>
            </a:r>
            <a:endParaRPr kumimoji="1" lang="en-US" altLang="ja-JP" dirty="0"/>
          </a:p>
          <a:p>
            <a:r>
              <a:rPr kumimoji="1" lang="ja-JP" altLang="en-US" dirty="0"/>
              <a:t>厚いと形成されにくい</a:t>
            </a:r>
          </a:p>
        </p:txBody>
      </p:sp>
      <p:sp>
        <p:nvSpPr>
          <p:cNvPr id="31" name="テキスト ボックス 30">
            <a:extLst>
              <a:ext uri="{FF2B5EF4-FFF2-40B4-BE49-F238E27FC236}">
                <a16:creationId xmlns:a16="http://schemas.microsoft.com/office/drawing/2014/main" id="{9552966F-556C-D2B1-A2AC-D41D9288B831}"/>
              </a:ext>
            </a:extLst>
          </p:cNvPr>
          <p:cNvSpPr txBox="1"/>
          <p:nvPr/>
        </p:nvSpPr>
        <p:spPr>
          <a:xfrm>
            <a:off x="1762430" y="1338359"/>
            <a:ext cx="6123708" cy="646331"/>
          </a:xfrm>
          <a:prstGeom prst="rect">
            <a:avLst/>
          </a:prstGeom>
          <a:noFill/>
        </p:spPr>
        <p:txBody>
          <a:bodyPr wrap="square">
            <a:spAutoFit/>
          </a:bodyPr>
          <a:lstStyle/>
          <a:p>
            <a:r>
              <a:rPr kumimoji="1" lang="en-US" altLang="ja-JP" dirty="0" err="1"/>
              <a:t>Vgs</a:t>
            </a:r>
            <a:r>
              <a:rPr kumimoji="1" lang="en-US" altLang="ja-JP" dirty="0"/>
              <a:t> &gt;&gt; 0 </a:t>
            </a:r>
            <a:r>
              <a:rPr kumimoji="1" lang="ja-JP" altLang="en-US" dirty="0"/>
              <a:t>で伝導電子が多数キャリアとなる</a:t>
            </a:r>
            <a:endParaRPr kumimoji="1" lang="en-US" altLang="ja-JP" dirty="0"/>
          </a:p>
          <a:p>
            <a:r>
              <a:rPr kumimoji="1" lang="ja-JP" altLang="en-US" dirty="0"/>
              <a:t>→</a:t>
            </a:r>
            <a:r>
              <a:rPr kumimoji="1" lang="ja-JP" altLang="en-US" dirty="0">
                <a:solidFill>
                  <a:schemeClr val="accent1"/>
                </a:solidFill>
              </a:rPr>
              <a:t>反転層（チャネル）</a:t>
            </a:r>
            <a:r>
              <a:rPr kumimoji="1" lang="ja-JP" altLang="en-US" dirty="0"/>
              <a:t>の形成 </a:t>
            </a:r>
            <a:r>
              <a:rPr kumimoji="1" lang="en-US" altLang="ja-JP" dirty="0"/>
              <a:t>(Vth)</a:t>
            </a:r>
          </a:p>
        </p:txBody>
      </p:sp>
      <p:sp>
        <p:nvSpPr>
          <p:cNvPr id="10" name="四角形: 角を丸くする 9">
            <a:extLst>
              <a:ext uri="{FF2B5EF4-FFF2-40B4-BE49-F238E27FC236}">
                <a16:creationId xmlns:a16="http://schemas.microsoft.com/office/drawing/2014/main" id="{F7FE900C-3EFD-02BC-74E3-08F95E353DEE}"/>
              </a:ext>
            </a:extLst>
          </p:cNvPr>
          <p:cNvSpPr/>
          <p:nvPr/>
        </p:nvSpPr>
        <p:spPr>
          <a:xfrm>
            <a:off x="3385126" y="3267487"/>
            <a:ext cx="2144447" cy="1074240"/>
          </a:xfrm>
          <a:prstGeom prst="roundRect">
            <a:avLst/>
          </a:prstGeom>
          <a:solidFill>
            <a:schemeClr val="accent1"/>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sz="3200" dirty="0">
              <a:solidFill>
                <a:schemeClr val="bg1"/>
              </a:solidFill>
            </a:endParaRPr>
          </a:p>
        </p:txBody>
      </p:sp>
      <p:sp>
        <p:nvSpPr>
          <p:cNvPr id="30" name="四角形: 角を丸くする 29">
            <a:extLst>
              <a:ext uri="{FF2B5EF4-FFF2-40B4-BE49-F238E27FC236}">
                <a16:creationId xmlns:a16="http://schemas.microsoft.com/office/drawing/2014/main" id="{2E7F1C9B-278B-E759-02AC-048FF39B1FEF}"/>
              </a:ext>
            </a:extLst>
          </p:cNvPr>
          <p:cNvSpPr/>
          <p:nvPr/>
        </p:nvSpPr>
        <p:spPr>
          <a:xfrm>
            <a:off x="7235942" y="3258433"/>
            <a:ext cx="1550848" cy="184026"/>
          </a:xfrm>
          <a:prstGeom prst="roundRect">
            <a:avLst/>
          </a:prstGeom>
          <a:solidFill>
            <a:srgbClr val="002060"/>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sz="3200" dirty="0">
              <a:solidFill>
                <a:schemeClr val="bg1"/>
              </a:solidFill>
            </a:endParaRPr>
          </a:p>
        </p:txBody>
      </p:sp>
      <p:sp>
        <p:nvSpPr>
          <p:cNvPr id="33" name="四角形: 角を丸くする 32">
            <a:extLst>
              <a:ext uri="{FF2B5EF4-FFF2-40B4-BE49-F238E27FC236}">
                <a16:creationId xmlns:a16="http://schemas.microsoft.com/office/drawing/2014/main" id="{895FA01C-095A-A384-2469-70254F668D31}"/>
              </a:ext>
            </a:extLst>
          </p:cNvPr>
          <p:cNvSpPr/>
          <p:nvPr/>
        </p:nvSpPr>
        <p:spPr>
          <a:xfrm>
            <a:off x="7541489" y="3257615"/>
            <a:ext cx="1242292" cy="600364"/>
          </a:xfrm>
          <a:prstGeom prst="roundRect">
            <a:avLst/>
          </a:prstGeom>
          <a:solidFill>
            <a:srgbClr val="00206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kumimoji="1" lang="en-US" altLang="ja-JP" sz="3200" dirty="0">
                <a:solidFill>
                  <a:schemeClr val="bg1"/>
                </a:solidFill>
              </a:rPr>
              <a:t>n+</a:t>
            </a:r>
            <a:endParaRPr kumimoji="1" lang="ja-JP" altLang="en-US" sz="3200" dirty="0">
              <a:solidFill>
                <a:schemeClr val="bg1"/>
              </a:solidFill>
            </a:endParaRPr>
          </a:p>
        </p:txBody>
      </p:sp>
      <p:sp>
        <p:nvSpPr>
          <p:cNvPr id="34" name="四角形: 角を丸くする 33">
            <a:extLst>
              <a:ext uri="{FF2B5EF4-FFF2-40B4-BE49-F238E27FC236}">
                <a16:creationId xmlns:a16="http://schemas.microsoft.com/office/drawing/2014/main" id="{165D67DC-3F68-BE0C-FF76-5291408B3996}"/>
              </a:ext>
            </a:extLst>
          </p:cNvPr>
          <p:cNvSpPr/>
          <p:nvPr/>
        </p:nvSpPr>
        <p:spPr>
          <a:xfrm>
            <a:off x="3888212" y="3262778"/>
            <a:ext cx="1550848" cy="87668"/>
          </a:xfrm>
          <a:prstGeom prst="roundRect">
            <a:avLst>
              <a:gd name="adj" fmla="val 0"/>
            </a:avLst>
          </a:prstGeom>
          <a:solidFill>
            <a:srgbClr val="002060"/>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sz="3200" dirty="0">
              <a:solidFill>
                <a:schemeClr val="bg1"/>
              </a:solidFill>
            </a:endParaRPr>
          </a:p>
        </p:txBody>
      </p:sp>
      <p:sp>
        <p:nvSpPr>
          <p:cNvPr id="35" name="四角形: 角を丸くする 34">
            <a:extLst>
              <a:ext uri="{FF2B5EF4-FFF2-40B4-BE49-F238E27FC236}">
                <a16:creationId xmlns:a16="http://schemas.microsoft.com/office/drawing/2014/main" id="{81EA126F-4542-9E17-8C49-601CC0E7B4AF}"/>
              </a:ext>
            </a:extLst>
          </p:cNvPr>
          <p:cNvSpPr/>
          <p:nvPr/>
        </p:nvSpPr>
        <p:spPr>
          <a:xfrm>
            <a:off x="3385127" y="3260436"/>
            <a:ext cx="1237673" cy="600364"/>
          </a:xfrm>
          <a:prstGeom prst="roundRect">
            <a:avLst/>
          </a:prstGeom>
          <a:solidFill>
            <a:srgbClr val="00206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kumimoji="1" lang="en-US" altLang="ja-JP" sz="3200" dirty="0">
                <a:solidFill>
                  <a:schemeClr val="bg1"/>
                </a:solidFill>
              </a:rPr>
              <a:t>n+</a:t>
            </a:r>
            <a:endParaRPr kumimoji="1" lang="ja-JP" altLang="en-US" sz="3200" dirty="0">
              <a:solidFill>
                <a:schemeClr val="bg1"/>
              </a:solidFill>
            </a:endParaRPr>
          </a:p>
        </p:txBody>
      </p:sp>
      <p:sp>
        <p:nvSpPr>
          <p:cNvPr id="36" name="二等辺三角形 35">
            <a:extLst>
              <a:ext uri="{FF2B5EF4-FFF2-40B4-BE49-F238E27FC236}">
                <a16:creationId xmlns:a16="http://schemas.microsoft.com/office/drawing/2014/main" id="{F1B49686-DA38-4918-1F96-F1EE31FF887B}"/>
              </a:ext>
            </a:extLst>
          </p:cNvPr>
          <p:cNvSpPr/>
          <p:nvPr/>
        </p:nvSpPr>
        <p:spPr>
          <a:xfrm rot="10800000">
            <a:off x="3728209" y="3262776"/>
            <a:ext cx="3562747" cy="179257"/>
          </a:xfrm>
          <a:prstGeom prst="triangle">
            <a:avLst>
              <a:gd name="adj" fmla="val 0"/>
            </a:avLst>
          </a:prstGeom>
          <a:solidFill>
            <a:srgbClr val="00206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C00F034A-9C1B-595B-8BF7-7F9973D86E41}"/>
              </a:ext>
            </a:extLst>
          </p:cNvPr>
          <p:cNvSpPr/>
          <p:nvPr/>
        </p:nvSpPr>
        <p:spPr>
          <a:xfrm>
            <a:off x="4371703" y="2752436"/>
            <a:ext cx="3386840" cy="286328"/>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26097245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D4F97D-B112-38D5-BE50-DBB81716333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5938010C-A0F9-8B43-AD41-50CD5A0E006B}"/>
              </a:ext>
            </a:extLst>
          </p:cNvPr>
          <p:cNvSpPr>
            <a:spLocks noGrp="1"/>
          </p:cNvSpPr>
          <p:nvPr>
            <p:ph type="title"/>
          </p:nvPr>
        </p:nvSpPr>
        <p:spPr/>
        <p:txBody>
          <a:bodyPr/>
          <a:lstStyle/>
          <a:p>
            <a:r>
              <a:rPr kumimoji="1" lang="en-US" altLang="ja-JP" dirty="0"/>
              <a:t>NMOS </a:t>
            </a:r>
            <a:r>
              <a:rPr kumimoji="1" lang="ja-JP" altLang="en-US" dirty="0"/>
              <a:t>簡単な模式図</a:t>
            </a:r>
          </a:p>
        </p:txBody>
      </p:sp>
      <p:sp>
        <p:nvSpPr>
          <p:cNvPr id="4" name="日付プレースホルダー 3">
            <a:extLst>
              <a:ext uri="{FF2B5EF4-FFF2-40B4-BE49-F238E27FC236}">
                <a16:creationId xmlns:a16="http://schemas.microsoft.com/office/drawing/2014/main" id="{397656D1-7B80-4520-0008-94F966382978}"/>
              </a:ext>
            </a:extLst>
          </p:cNvPr>
          <p:cNvSpPr>
            <a:spLocks noGrp="1"/>
          </p:cNvSpPr>
          <p:nvPr>
            <p:ph type="dt" sz="half" idx="10"/>
          </p:nvPr>
        </p:nvSpPr>
        <p:spPr/>
        <p:txBody>
          <a:bodyPr/>
          <a:lstStyle/>
          <a:p>
            <a:fld id="{C8D55FC4-4FBB-4061-B0B6-96F0050D7C51}"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2A5C2D6C-A208-72EA-37AF-1B2488D46E83}"/>
              </a:ext>
            </a:extLst>
          </p:cNvPr>
          <p:cNvSpPr>
            <a:spLocks noGrp="1"/>
          </p:cNvSpPr>
          <p:nvPr>
            <p:ph type="sldNum" sz="quarter" idx="12"/>
          </p:nvPr>
        </p:nvSpPr>
        <p:spPr>
          <a:prstGeom prst="rect">
            <a:avLst/>
          </a:prstGeom>
        </p:spPr>
        <p:txBody>
          <a:bodyPr vert="horz" lIns="91440" tIns="45720" rIns="91440" bIns="45720" rtlCol="0" anchor="ctr"/>
          <a:lstStyle>
            <a:defPPr>
              <a:defRPr lang="en-US"/>
            </a:defPPr>
            <a:lvl1pPr marL="0" algn="ctr" defTabSz="457200" rtl="0" eaLnBrk="1" latinLnBrk="0" hangingPunct="1">
              <a:defRPr sz="1200" b="1"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66E89953-8AEA-4BDF-A508-664B12926AB4}" type="slidenum">
              <a:rPr kumimoji="1" lang="ja-JP" altLang="en-US" sz="1400" smtClean="0">
                <a:latin typeface="Meiryo UI" panose="020B0604030504040204" pitchFamily="50" charset="-128"/>
                <a:ea typeface="Meiryo UI" panose="020B0604030504040204" pitchFamily="50" charset="-128"/>
              </a:rPr>
              <a:pPr/>
              <a:t>16</a:t>
            </a:fld>
            <a:endParaRPr kumimoji="1" lang="ja-JP" altLang="en-US" dirty="0">
              <a:latin typeface="Meiryo UI" panose="020B0604030504040204" pitchFamily="50" charset="-128"/>
              <a:ea typeface="Meiryo UI" panose="020B0604030504040204" pitchFamily="50" charset="-128"/>
            </a:endParaRPr>
          </a:p>
        </p:txBody>
      </p:sp>
      <p:sp>
        <p:nvSpPr>
          <p:cNvPr id="7" name="正方形/長方形 6">
            <a:extLst>
              <a:ext uri="{FF2B5EF4-FFF2-40B4-BE49-F238E27FC236}">
                <a16:creationId xmlns:a16="http://schemas.microsoft.com/office/drawing/2014/main" id="{32906A66-2FB4-09E9-E6B4-CA1F8A918C1B}"/>
              </a:ext>
            </a:extLst>
          </p:cNvPr>
          <p:cNvSpPr/>
          <p:nvPr/>
        </p:nvSpPr>
        <p:spPr>
          <a:xfrm>
            <a:off x="3385127" y="3260436"/>
            <a:ext cx="5421745" cy="1902691"/>
          </a:xfrm>
          <a:prstGeom prst="rect">
            <a:avLst/>
          </a:prstGeom>
          <a:solidFill>
            <a:srgbClr val="FF7C80"/>
          </a:solid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正方形/長方形 11">
            <a:extLst>
              <a:ext uri="{FF2B5EF4-FFF2-40B4-BE49-F238E27FC236}">
                <a16:creationId xmlns:a16="http://schemas.microsoft.com/office/drawing/2014/main" id="{9ABBEF24-AD12-71FD-E5F0-E7DBDB74F3EB}"/>
              </a:ext>
            </a:extLst>
          </p:cNvPr>
          <p:cNvSpPr/>
          <p:nvPr/>
        </p:nvSpPr>
        <p:spPr>
          <a:xfrm>
            <a:off x="4650508" y="2752436"/>
            <a:ext cx="2890982" cy="286328"/>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kumimoji="1" lang="ja-JP" altLang="en-US"/>
          </a:p>
        </p:txBody>
      </p:sp>
      <p:sp>
        <p:nvSpPr>
          <p:cNvPr id="13" name="フリーフォーム: 図形 12">
            <a:extLst>
              <a:ext uri="{FF2B5EF4-FFF2-40B4-BE49-F238E27FC236}">
                <a16:creationId xmlns:a16="http://schemas.microsoft.com/office/drawing/2014/main" id="{CA11E10E-D4F7-30B8-68F7-45A913CA0C6E}"/>
              </a:ext>
            </a:extLst>
          </p:cNvPr>
          <p:cNvSpPr/>
          <p:nvPr/>
        </p:nvSpPr>
        <p:spPr>
          <a:xfrm>
            <a:off x="2540000" y="2567709"/>
            <a:ext cx="1357745" cy="674255"/>
          </a:xfrm>
          <a:custGeom>
            <a:avLst/>
            <a:gdLst>
              <a:gd name="connsiteX0" fmla="*/ 1357745 w 1357745"/>
              <a:gd name="connsiteY0" fmla="*/ 674255 h 674255"/>
              <a:gd name="connsiteX1" fmla="*/ 1320800 w 1357745"/>
              <a:gd name="connsiteY1" fmla="*/ 535709 h 674255"/>
              <a:gd name="connsiteX2" fmla="*/ 1209964 w 1357745"/>
              <a:gd name="connsiteY2" fmla="*/ 350982 h 674255"/>
              <a:gd name="connsiteX3" fmla="*/ 942109 w 1357745"/>
              <a:gd name="connsiteY3" fmla="*/ 147782 h 674255"/>
              <a:gd name="connsiteX4" fmla="*/ 785091 w 1357745"/>
              <a:gd name="connsiteY4" fmla="*/ 73891 h 674255"/>
              <a:gd name="connsiteX5" fmla="*/ 535709 w 1357745"/>
              <a:gd name="connsiteY5" fmla="*/ 18473 h 674255"/>
              <a:gd name="connsiteX6" fmla="*/ 267855 w 1357745"/>
              <a:gd name="connsiteY6" fmla="*/ 0 h 674255"/>
              <a:gd name="connsiteX7" fmla="*/ 0 w 1357745"/>
              <a:gd name="connsiteY7" fmla="*/ 18473 h 67425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357745" h="674255">
                <a:moveTo>
                  <a:pt x="1357745" y="674255"/>
                </a:moveTo>
                <a:cubicBezTo>
                  <a:pt x="1347678" y="623920"/>
                  <a:pt x="1341814" y="587076"/>
                  <a:pt x="1320800" y="535709"/>
                </a:cubicBezTo>
                <a:cubicBezTo>
                  <a:pt x="1294534" y="471504"/>
                  <a:pt x="1258174" y="402636"/>
                  <a:pt x="1209964" y="350982"/>
                </a:cubicBezTo>
                <a:cubicBezTo>
                  <a:pt x="1155139" y="292240"/>
                  <a:pt x="971254" y="163974"/>
                  <a:pt x="942109" y="147782"/>
                </a:cubicBezTo>
                <a:cubicBezTo>
                  <a:pt x="872613" y="109173"/>
                  <a:pt x="858267" y="95844"/>
                  <a:pt x="785091" y="73891"/>
                </a:cubicBezTo>
                <a:cubicBezTo>
                  <a:pt x="736467" y="59304"/>
                  <a:pt x="578155" y="23296"/>
                  <a:pt x="535709" y="18473"/>
                </a:cubicBezTo>
                <a:cubicBezTo>
                  <a:pt x="446785" y="8368"/>
                  <a:pt x="267855" y="0"/>
                  <a:pt x="267855" y="0"/>
                </a:cubicBezTo>
                <a:lnTo>
                  <a:pt x="0" y="18473"/>
                </a:lnTo>
              </a:path>
            </a:pathLst>
          </a:custGeom>
          <a:ln w="57150"/>
        </p:spPr>
        <p:style>
          <a:lnRef idx="1">
            <a:schemeClr val="dk1"/>
          </a:lnRef>
          <a:fillRef idx="0">
            <a:schemeClr val="dk1"/>
          </a:fillRef>
          <a:effectRef idx="0">
            <a:schemeClr val="dk1"/>
          </a:effectRef>
          <a:fontRef idx="minor">
            <a:schemeClr val="tx1"/>
          </a:fontRef>
        </p:style>
        <p:txBody>
          <a:bodyPr rtlCol="0" anchor="ctr"/>
          <a:lstStyle/>
          <a:p>
            <a:pPr algn="ctr"/>
            <a:endParaRPr kumimoji="1" lang="ja-JP" altLang="en-US"/>
          </a:p>
        </p:txBody>
      </p:sp>
      <p:sp>
        <p:nvSpPr>
          <p:cNvPr id="15" name="フリーフォーム: 図形 14">
            <a:extLst>
              <a:ext uri="{FF2B5EF4-FFF2-40B4-BE49-F238E27FC236}">
                <a16:creationId xmlns:a16="http://schemas.microsoft.com/office/drawing/2014/main" id="{90D6734B-956C-6AC3-72AF-CE82DE20801B}"/>
              </a:ext>
            </a:extLst>
          </p:cNvPr>
          <p:cNvSpPr/>
          <p:nvPr/>
        </p:nvSpPr>
        <p:spPr>
          <a:xfrm>
            <a:off x="8229600" y="2445839"/>
            <a:ext cx="1237673" cy="814597"/>
          </a:xfrm>
          <a:custGeom>
            <a:avLst/>
            <a:gdLst>
              <a:gd name="connsiteX0" fmla="*/ 0 w 1237673"/>
              <a:gd name="connsiteY0" fmla="*/ 814597 h 814597"/>
              <a:gd name="connsiteX1" fmla="*/ 18473 w 1237673"/>
              <a:gd name="connsiteY1" fmla="*/ 676052 h 814597"/>
              <a:gd name="connsiteX2" fmla="*/ 73891 w 1237673"/>
              <a:gd name="connsiteY2" fmla="*/ 519034 h 814597"/>
              <a:gd name="connsiteX3" fmla="*/ 120073 w 1237673"/>
              <a:gd name="connsiteY3" fmla="*/ 445143 h 814597"/>
              <a:gd name="connsiteX4" fmla="*/ 295564 w 1237673"/>
              <a:gd name="connsiteY4" fmla="*/ 251179 h 814597"/>
              <a:gd name="connsiteX5" fmla="*/ 711200 w 1237673"/>
              <a:gd name="connsiteY5" fmla="*/ 66452 h 814597"/>
              <a:gd name="connsiteX6" fmla="*/ 1006764 w 1237673"/>
              <a:gd name="connsiteY6" fmla="*/ 1797 h 814597"/>
              <a:gd name="connsiteX7" fmla="*/ 1237673 w 1237673"/>
              <a:gd name="connsiteY7" fmla="*/ 1797 h 8145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237673" h="814597">
                <a:moveTo>
                  <a:pt x="0" y="814597"/>
                </a:moveTo>
                <a:cubicBezTo>
                  <a:pt x="6158" y="768415"/>
                  <a:pt x="8971" y="721663"/>
                  <a:pt x="18473" y="676052"/>
                </a:cubicBezTo>
                <a:cubicBezTo>
                  <a:pt x="21303" y="662467"/>
                  <a:pt x="65825" y="535167"/>
                  <a:pt x="73891" y="519034"/>
                </a:cubicBezTo>
                <a:cubicBezTo>
                  <a:pt x="86880" y="493055"/>
                  <a:pt x="103962" y="469310"/>
                  <a:pt x="120073" y="445143"/>
                </a:cubicBezTo>
                <a:cubicBezTo>
                  <a:pt x="169818" y="370526"/>
                  <a:pt x="215237" y="299749"/>
                  <a:pt x="295564" y="251179"/>
                </a:cubicBezTo>
                <a:cubicBezTo>
                  <a:pt x="396694" y="190031"/>
                  <a:pt x="579769" y="106280"/>
                  <a:pt x="711200" y="66452"/>
                </a:cubicBezTo>
                <a:cubicBezTo>
                  <a:pt x="783076" y="44671"/>
                  <a:pt x="922490" y="6233"/>
                  <a:pt x="1006764" y="1797"/>
                </a:cubicBezTo>
                <a:cubicBezTo>
                  <a:pt x="1083627" y="-2248"/>
                  <a:pt x="1160703" y="1797"/>
                  <a:pt x="1237673" y="1797"/>
                </a:cubicBezTo>
              </a:path>
            </a:pathLst>
          </a:custGeom>
          <a:ln w="57150"/>
        </p:spPr>
        <p:style>
          <a:lnRef idx="1">
            <a:schemeClr val="dk1"/>
          </a:lnRef>
          <a:fillRef idx="0">
            <a:schemeClr val="dk1"/>
          </a:fillRef>
          <a:effectRef idx="0">
            <a:schemeClr val="dk1"/>
          </a:effectRef>
          <a:fontRef idx="minor">
            <a:schemeClr val="tx1"/>
          </a:fontRef>
        </p:style>
        <p:txBody>
          <a:bodyPr rtlCol="0" anchor="ctr"/>
          <a:lstStyle/>
          <a:p>
            <a:pPr algn="ctr"/>
            <a:endParaRPr kumimoji="1" lang="ja-JP" altLang="en-US"/>
          </a:p>
        </p:txBody>
      </p:sp>
      <p:sp>
        <p:nvSpPr>
          <p:cNvPr id="16" name="フリーフォーム: 図形 15">
            <a:extLst>
              <a:ext uri="{FF2B5EF4-FFF2-40B4-BE49-F238E27FC236}">
                <a16:creationId xmlns:a16="http://schemas.microsoft.com/office/drawing/2014/main" id="{A5DA0C00-9C0C-EF09-4895-6D96F2765B43}"/>
              </a:ext>
            </a:extLst>
          </p:cNvPr>
          <p:cNvSpPr/>
          <p:nvPr/>
        </p:nvSpPr>
        <p:spPr>
          <a:xfrm>
            <a:off x="6096000" y="2198255"/>
            <a:ext cx="92364" cy="591127"/>
          </a:xfrm>
          <a:custGeom>
            <a:avLst/>
            <a:gdLst>
              <a:gd name="connsiteX0" fmla="*/ 0 w 92364"/>
              <a:gd name="connsiteY0" fmla="*/ 591127 h 591127"/>
              <a:gd name="connsiteX1" fmla="*/ 64655 w 92364"/>
              <a:gd name="connsiteY1" fmla="*/ 46181 h 591127"/>
              <a:gd name="connsiteX2" fmla="*/ 92364 w 92364"/>
              <a:gd name="connsiteY2" fmla="*/ 0 h 591127"/>
            </a:gdLst>
            <a:ahLst/>
            <a:cxnLst>
              <a:cxn ang="0">
                <a:pos x="connsiteX0" y="connsiteY0"/>
              </a:cxn>
              <a:cxn ang="0">
                <a:pos x="connsiteX1" y="connsiteY1"/>
              </a:cxn>
              <a:cxn ang="0">
                <a:pos x="connsiteX2" y="connsiteY2"/>
              </a:cxn>
            </a:cxnLst>
            <a:rect l="l" t="t" r="r" b="b"/>
            <a:pathLst>
              <a:path w="92364" h="591127">
                <a:moveTo>
                  <a:pt x="0" y="591127"/>
                </a:moveTo>
                <a:cubicBezTo>
                  <a:pt x="2026" y="552628"/>
                  <a:pt x="2649" y="139193"/>
                  <a:pt x="64655" y="46181"/>
                </a:cubicBezTo>
                <a:cubicBezTo>
                  <a:pt x="86946" y="12744"/>
                  <a:pt x="78162" y="28400"/>
                  <a:pt x="92364" y="0"/>
                </a:cubicBezTo>
              </a:path>
            </a:pathLst>
          </a:custGeom>
          <a:ln w="57150"/>
        </p:spPr>
        <p:style>
          <a:lnRef idx="1">
            <a:schemeClr val="dk1"/>
          </a:lnRef>
          <a:fillRef idx="0">
            <a:schemeClr val="dk1"/>
          </a:fillRef>
          <a:effectRef idx="0">
            <a:schemeClr val="dk1"/>
          </a:effectRef>
          <a:fontRef idx="minor">
            <a:schemeClr val="tx1"/>
          </a:fontRef>
        </p:style>
        <p:txBody>
          <a:bodyPr rtlCol="0" anchor="ctr"/>
          <a:lstStyle/>
          <a:p>
            <a:pPr algn="ctr"/>
            <a:endParaRPr kumimoji="1" lang="ja-JP" altLang="en-US"/>
          </a:p>
        </p:txBody>
      </p:sp>
      <p:sp>
        <p:nvSpPr>
          <p:cNvPr id="18" name="フリーフォーム: 図形 17">
            <a:extLst>
              <a:ext uri="{FF2B5EF4-FFF2-40B4-BE49-F238E27FC236}">
                <a16:creationId xmlns:a16="http://schemas.microsoft.com/office/drawing/2014/main" id="{A8D4AE92-1873-1E3A-3022-8B97631B2553}"/>
              </a:ext>
            </a:extLst>
          </p:cNvPr>
          <p:cNvSpPr/>
          <p:nvPr/>
        </p:nvSpPr>
        <p:spPr>
          <a:xfrm>
            <a:off x="6068291" y="4904509"/>
            <a:ext cx="258618" cy="803638"/>
          </a:xfrm>
          <a:custGeom>
            <a:avLst/>
            <a:gdLst>
              <a:gd name="connsiteX0" fmla="*/ 18473 w 258618"/>
              <a:gd name="connsiteY0" fmla="*/ 0 h 803638"/>
              <a:gd name="connsiteX1" fmla="*/ 9236 w 258618"/>
              <a:gd name="connsiteY1" fmla="*/ 193964 h 803638"/>
              <a:gd name="connsiteX2" fmla="*/ 0 w 258618"/>
              <a:gd name="connsiteY2" fmla="*/ 286327 h 803638"/>
              <a:gd name="connsiteX3" fmla="*/ 18473 w 258618"/>
              <a:gd name="connsiteY3" fmla="*/ 554182 h 803638"/>
              <a:gd name="connsiteX4" fmla="*/ 46182 w 258618"/>
              <a:gd name="connsiteY4" fmla="*/ 646546 h 803638"/>
              <a:gd name="connsiteX5" fmla="*/ 157018 w 258618"/>
              <a:gd name="connsiteY5" fmla="*/ 766618 h 803638"/>
              <a:gd name="connsiteX6" fmla="*/ 193964 w 258618"/>
              <a:gd name="connsiteY6" fmla="*/ 785091 h 803638"/>
              <a:gd name="connsiteX7" fmla="*/ 258618 w 258618"/>
              <a:gd name="connsiteY7" fmla="*/ 803564 h 8036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258618" h="803638">
                <a:moveTo>
                  <a:pt x="18473" y="0"/>
                </a:moveTo>
                <a:cubicBezTo>
                  <a:pt x="15394" y="64655"/>
                  <a:pt x="13403" y="129370"/>
                  <a:pt x="9236" y="193964"/>
                </a:cubicBezTo>
                <a:cubicBezTo>
                  <a:pt x="7244" y="224841"/>
                  <a:pt x="0" y="255386"/>
                  <a:pt x="0" y="286327"/>
                </a:cubicBezTo>
                <a:cubicBezTo>
                  <a:pt x="0" y="422698"/>
                  <a:pt x="238" y="453891"/>
                  <a:pt x="18473" y="554182"/>
                </a:cubicBezTo>
                <a:cubicBezTo>
                  <a:pt x="23647" y="582641"/>
                  <a:pt x="29602" y="621676"/>
                  <a:pt x="46182" y="646546"/>
                </a:cubicBezTo>
                <a:cubicBezTo>
                  <a:pt x="80770" y="698427"/>
                  <a:pt x="107631" y="735751"/>
                  <a:pt x="157018" y="766618"/>
                </a:cubicBezTo>
                <a:cubicBezTo>
                  <a:pt x="168694" y="773916"/>
                  <a:pt x="181382" y="779499"/>
                  <a:pt x="193964" y="785091"/>
                </a:cubicBezTo>
                <a:cubicBezTo>
                  <a:pt x="240673" y="805851"/>
                  <a:pt x="225493" y="803564"/>
                  <a:pt x="258618" y="803564"/>
                </a:cubicBezTo>
              </a:path>
            </a:pathLst>
          </a:custGeom>
          <a:noFill/>
          <a:ln w="571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1A0A58C1-73A3-6C26-90F8-CE9323842171}"/>
              </a:ext>
            </a:extLst>
          </p:cNvPr>
          <p:cNvSpPr txBox="1"/>
          <p:nvPr/>
        </p:nvSpPr>
        <p:spPr>
          <a:xfrm>
            <a:off x="1824181" y="2213766"/>
            <a:ext cx="683491" cy="707886"/>
          </a:xfrm>
          <a:prstGeom prst="rect">
            <a:avLst/>
          </a:prstGeom>
          <a:noFill/>
        </p:spPr>
        <p:txBody>
          <a:bodyPr wrap="square" rtlCol="0">
            <a:spAutoFit/>
          </a:bodyPr>
          <a:lstStyle/>
          <a:p>
            <a:pPr algn="ctr"/>
            <a:r>
              <a:rPr kumimoji="1" lang="en-US" altLang="ja-JP" sz="4000" dirty="0"/>
              <a:t>D</a:t>
            </a:r>
            <a:endParaRPr kumimoji="1" lang="ja-JP" altLang="en-US" sz="4000" dirty="0"/>
          </a:p>
        </p:txBody>
      </p:sp>
      <p:sp>
        <p:nvSpPr>
          <p:cNvPr id="20" name="テキスト ボックス 19">
            <a:extLst>
              <a:ext uri="{FF2B5EF4-FFF2-40B4-BE49-F238E27FC236}">
                <a16:creationId xmlns:a16="http://schemas.microsoft.com/office/drawing/2014/main" id="{8E3879CA-71C5-5803-51B9-69ACEF4374D3}"/>
              </a:ext>
            </a:extLst>
          </p:cNvPr>
          <p:cNvSpPr txBox="1"/>
          <p:nvPr/>
        </p:nvSpPr>
        <p:spPr>
          <a:xfrm>
            <a:off x="5298211" y="1564661"/>
            <a:ext cx="2243277" cy="707886"/>
          </a:xfrm>
          <a:prstGeom prst="rect">
            <a:avLst/>
          </a:prstGeom>
          <a:noFill/>
        </p:spPr>
        <p:txBody>
          <a:bodyPr wrap="square" rtlCol="0">
            <a:spAutoFit/>
          </a:bodyPr>
          <a:lstStyle/>
          <a:p>
            <a:pPr algn="ctr"/>
            <a:r>
              <a:rPr kumimoji="1" lang="en-US" altLang="ja-JP" sz="4000" dirty="0"/>
              <a:t>G &gt;&gt; 0V</a:t>
            </a:r>
            <a:endParaRPr kumimoji="1" lang="ja-JP" altLang="en-US" sz="4000" dirty="0"/>
          </a:p>
        </p:txBody>
      </p:sp>
      <p:sp>
        <p:nvSpPr>
          <p:cNvPr id="21" name="テキスト ボックス 20">
            <a:extLst>
              <a:ext uri="{FF2B5EF4-FFF2-40B4-BE49-F238E27FC236}">
                <a16:creationId xmlns:a16="http://schemas.microsoft.com/office/drawing/2014/main" id="{66E94353-9C11-EF39-4EE5-F561FD57E1A7}"/>
              </a:ext>
            </a:extLst>
          </p:cNvPr>
          <p:cNvSpPr txBox="1"/>
          <p:nvPr/>
        </p:nvSpPr>
        <p:spPr>
          <a:xfrm>
            <a:off x="9397999" y="2091896"/>
            <a:ext cx="2378365" cy="707886"/>
          </a:xfrm>
          <a:prstGeom prst="rect">
            <a:avLst/>
          </a:prstGeom>
          <a:noFill/>
        </p:spPr>
        <p:txBody>
          <a:bodyPr wrap="square" rtlCol="0">
            <a:spAutoFit/>
          </a:bodyPr>
          <a:lstStyle/>
          <a:p>
            <a:r>
              <a:rPr kumimoji="1" lang="en-US" altLang="ja-JP" sz="4000" dirty="0"/>
              <a:t>S = 0V</a:t>
            </a:r>
            <a:endParaRPr kumimoji="1" lang="ja-JP" altLang="en-US" sz="4000" dirty="0"/>
          </a:p>
        </p:txBody>
      </p:sp>
      <p:sp>
        <p:nvSpPr>
          <p:cNvPr id="25" name="四角形: 角を丸くする 24">
            <a:extLst>
              <a:ext uri="{FF2B5EF4-FFF2-40B4-BE49-F238E27FC236}">
                <a16:creationId xmlns:a16="http://schemas.microsoft.com/office/drawing/2014/main" id="{C4B4F9D7-9604-CC64-11C7-099F9D9E6CFD}"/>
              </a:ext>
            </a:extLst>
          </p:cNvPr>
          <p:cNvSpPr/>
          <p:nvPr/>
        </p:nvSpPr>
        <p:spPr>
          <a:xfrm>
            <a:off x="7160483" y="3262783"/>
            <a:ext cx="1623298" cy="761174"/>
          </a:xfrm>
          <a:prstGeom prst="roundRect">
            <a:avLst/>
          </a:prstGeom>
          <a:solidFill>
            <a:schemeClr val="accent1"/>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sz="3200" dirty="0">
                <a:solidFill>
                  <a:schemeClr val="bg1"/>
                </a:solidFill>
              </a:rPr>
              <a:t>n</a:t>
            </a:r>
            <a:endParaRPr kumimoji="1" lang="ja-JP" altLang="en-US" sz="3200" dirty="0">
              <a:solidFill>
                <a:schemeClr val="bg1"/>
              </a:solidFill>
            </a:endParaRPr>
          </a:p>
        </p:txBody>
      </p:sp>
      <p:sp>
        <p:nvSpPr>
          <p:cNvPr id="26" name="テキスト ボックス 25">
            <a:extLst>
              <a:ext uri="{FF2B5EF4-FFF2-40B4-BE49-F238E27FC236}">
                <a16:creationId xmlns:a16="http://schemas.microsoft.com/office/drawing/2014/main" id="{C1D910E3-6ECF-7D21-3B43-0FD869D911A6}"/>
              </a:ext>
            </a:extLst>
          </p:cNvPr>
          <p:cNvSpPr txBox="1"/>
          <p:nvPr/>
        </p:nvSpPr>
        <p:spPr>
          <a:xfrm>
            <a:off x="6216071" y="5354204"/>
            <a:ext cx="2253674" cy="707886"/>
          </a:xfrm>
          <a:prstGeom prst="rect">
            <a:avLst/>
          </a:prstGeom>
          <a:noFill/>
        </p:spPr>
        <p:txBody>
          <a:bodyPr wrap="square" rtlCol="0">
            <a:spAutoFit/>
          </a:bodyPr>
          <a:lstStyle/>
          <a:p>
            <a:r>
              <a:rPr kumimoji="1" lang="en-US" altLang="ja-JP" sz="4000" dirty="0"/>
              <a:t>B = 0V</a:t>
            </a:r>
            <a:endParaRPr kumimoji="1" lang="ja-JP" altLang="en-US" sz="4000" dirty="0"/>
          </a:p>
        </p:txBody>
      </p:sp>
      <p:sp>
        <p:nvSpPr>
          <p:cNvPr id="27" name="テキスト ボックス 26">
            <a:extLst>
              <a:ext uri="{FF2B5EF4-FFF2-40B4-BE49-F238E27FC236}">
                <a16:creationId xmlns:a16="http://schemas.microsoft.com/office/drawing/2014/main" id="{19A9526F-1CF8-B56E-55DF-AC0A10CE9638}"/>
              </a:ext>
            </a:extLst>
          </p:cNvPr>
          <p:cNvSpPr txBox="1"/>
          <p:nvPr/>
        </p:nvSpPr>
        <p:spPr>
          <a:xfrm>
            <a:off x="7758543" y="4399823"/>
            <a:ext cx="803563" cy="707886"/>
          </a:xfrm>
          <a:prstGeom prst="rect">
            <a:avLst/>
          </a:prstGeom>
          <a:noFill/>
        </p:spPr>
        <p:txBody>
          <a:bodyPr wrap="square" rtlCol="0">
            <a:spAutoFit/>
          </a:bodyPr>
          <a:lstStyle/>
          <a:p>
            <a:pPr algn="ctr"/>
            <a:r>
              <a:rPr kumimoji="1" lang="en-US" altLang="ja-JP" sz="4000" dirty="0">
                <a:solidFill>
                  <a:schemeClr val="bg1"/>
                </a:solidFill>
              </a:rPr>
              <a:t>p</a:t>
            </a:r>
            <a:endParaRPr kumimoji="1" lang="ja-JP" altLang="en-US" sz="4000" dirty="0">
              <a:solidFill>
                <a:schemeClr val="bg1"/>
              </a:solidFill>
            </a:endParaRPr>
          </a:p>
        </p:txBody>
      </p:sp>
      <p:sp>
        <p:nvSpPr>
          <p:cNvPr id="29" name="テキスト ボックス 28">
            <a:extLst>
              <a:ext uri="{FF2B5EF4-FFF2-40B4-BE49-F238E27FC236}">
                <a16:creationId xmlns:a16="http://schemas.microsoft.com/office/drawing/2014/main" id="{5ABBD640-A50B-7FC1-6015-8C98160B9BD1}"/>
              </a:ext>
            </a:extLst>
          </p:cNvPr>
          <p:cNvSpPr txBox="1"/>
          <p:nvPr/>
        </p:nvSpPr>
        <p:spPr>
          <a:xfrm>
            <a:off x="7958295" y="5233743"/>
            <a:ext cx="4233705" cy="923330"/>
          </a:xfrm>
          <a:prstGeom prst="rect">
            <a:avLst/>
          </a:prstGeom>
          <a:noFill/>
        </p:spPr>
        <p:txBody>
          <a:bodyPr wrap="square" rtlCol="0">
            <a:spAutoFit/>
          </a:bodyPr>
          <a:lstStyle/>
          <a:p>
            <a:pPr algn="ctr"/>
            <a:endParaRPr kumimoji="1" lang="en-US" altLang="ja-JP" dirty="0">
              <a:solidFill>
                <a:schemeClr val="accent1"/>
              </a:solidFill>
            </a:endParaRPr>
          </a:p>
          <a:p>
            <a:pPr algn="ctr"/>
            <a:r>
              <a:rPr kumimoji="1" lang="ja-JP" altLang="en-US" sz="3600" dirty="0">
                <a:solidFill>
                  <a:schemeClr val="accent1"/>
                </a:solidFill>
              </a:rPr>
              <a:t>電流が流れる</a:t>
            </a:r>
            <a:endParaRPr kumimoji="1" lang="ja-JP" altLang="en-US" sz="3600" dirty="0"/>
          </a:p>
        </p:txBody>
      </p:sp>
      <p:sp>
        <p:nvSpPr>
          <p:cNvPr id="3" name="正方形/長方形 2">
            <a:extLst>
              <a:ext uri="{FF2B5EF4-FFF2-40B4-BE49-F238E27FC236}">
                <a16:creationId xmlns:a16="http://schemas.microsoft.com/office/drawing/2014/main" id="{10319A28-FF8A-9C5A-E01D-4412322DF2BD}"/>
              </a:ext>
            </a:extLst>
          </p:cNvPr>
          <p:cNvSpPr/>
          <p:nvPr/>
        </p:nvSpPr>
        <p:spPr>
          <a:xfrm>
            <a:off x="5358258" y="3269834"/>
            <a:ext cx="1932700" cy="58352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8F8993E4-27B0-A748-39D1-E0CF2E820E1B}"/>
              </a:ext>
            </a:extLst>
          </p:cNvPr>
          <p:cNvSpPr/>
          <p:nvPr/>
        </p:nvSpPr>
        <p:spPr>
          <a:xfrm rot="21012582">
            <a:off x="5292697" y="3647787"/>
            <a:ext cx="1904648" cy="527367"/>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4CB2280F-7CF2-475C-8079-62237F758DEF}"/>
              </a:ext>
            </a:extLst>
          </p:cNvPr>
          <p:cNvSpPr txBox="1"/>
          <p:nvPr/>
        </p:nvSpPr>
        <p:spPr>
          <a:xfrm>
            <a:off x="461819" y="3400998"/>
            <a:ext cx="2789382" cy="923330"/>
          </a:xfrm>
          <a:prstGeom prst="rect">
            <a:avLst/>
          </a:prstGeom>
          <a:noFill/>
        </p:spPr>
        <p:txBody>
          <a:bodyPr wrap="square" rtlCol="0">
            <a:spAutoFit/>
          </a:bodyPr>
          <a:lstStyle/>
          <a:p>
            <a:r>
              <a:rPr kumimoji="1" lang="ja-JP" altLang="en-US" dirty="0"/>
              <a:t>反転層は空乏層が</a:t>
            </a:r>
            <a:endParaRPr kumimoji="1" lang="en-US" altLang="ja-JP" dirty="0"/>
          </a:p>
          <a:p>
            <a:r>
              <a:rPr kumimoji="1" lang="ja-JP" altLang="en-US" dirty="0"/>
              <a:t>薄いと形成されやすく、</a:t>
            </a:r>
            <a:endParaRPr kumimoji="1" lang="en-US" altLang="ja-JP" dirty="0"/>
          </a:p>
          <a:p>
            <a:r>
              <a:rPr kumimoji="1" lang="ja-JP" altLang="en-US" dirty="0"/>
              <a:t>厚いと形成されにくい</a:t>
            </a:r>
          </a:p>
        </p:txBody>
      </p:sp>
      <p:sp>
        <p:nvSpPr>
          <p:cNvPr id="10" name="四角形: 角を丸くする 9">
            <a:extLst>
              <a:ext uri="{FF2B5EF4-FFF2-40B4-BE49-F238E27FC236}">
                <a16:creationId xmlns:a16="http://schemas.microsoft.com/office/drawing/2014/main" id="{2210BC26-9BC7-9899-2A1D-A412922545C3}"/>
              </a:ext>
            </a:extLst>
          </p:cNvPr>
          <p:cNvSpPr/>
          <p:nvPr/>
        </p:nvSpPr>
        <p:spPr>
          <a:xfrm>
            <a:off x="3385124" y="3267487"/>
            <a:ext cx="2144449" cy="1074240"/>
          </a:xfrm>
          <a:prstGeom prst="roundRect">
            <a:avLst/>
          </a:prstGeom>
          <a:solidFill>
            <a:schemeClr val="accent1"/>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sz="3200" dirty="0">
              <a:solidFill>
                <a:schemeClr val="bg1"/>
              </a:solidFill>
            </a:endParaRPr>
          </a:p>
        </p:txBody>
      </p:sp>
      <p:sp>
        <p:nvSpPr>
          <p:cNvPr id="30" name="四角形: 角を丸くする 29">
            <a:extLst>
              <a:ext uri="{FF2B5EF4-FFF2-40B4-BE49-F238E27FC236}">
                <a16:creationId xmlns:a16="http://schemas.microsoft.com/office/drawing/2014/main" id="{15FC2559-1E34-968C-FADE-A6629518FF8D}"/>
              </a:ext>
            </a:extLst>
          </p:cNvPr>
          <p:cNvSpPr/>
          <p:nvPr/>
        </p:nvSpPr>
        <p:spPr>
          <a:xfrm>
            <a:off x="7235942" y="3262777"/>
            <a:ext cx="1326164" cy="179258"/>
          </a:xfrm>
          <a:prstGeom prst="roundRect">
            <a:avLst/>
          </a:prstGeom>
          <a:solidFill>
            <a:srgbClr val="FF0000"/>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sz="3200" dirty="0">
              <a:solidFill>
                <a:schemeClr val="bg1"/>
              </a:solidFill>
            </a:endParaRPr>
          </a:p>
        </p:txBody>
      </p:sp>
      <p:sp>
        <p:nvSpPr>
          <p:cNvPr id="33" name="四角形: 角を丸くする 32">
            <a:extLst>
              <a:ext uri="{FF2B5EF4-FFF2-40B4-BE49-F238E27FC236}">
                <a16:creationId xmlns:a16="http://schemas.microsoft.com/office/drawing/2014/main" id="{B1275C2E-D6A4-BC83-A6EE-9D446D495A0C}"/>
              </a:ext>
            </a:extLst>
          </p:cNvPr>
          <p:cNvSpPr/>
          <p:nvPr/>
        </p:nvSpPr>
        <p:spPr>
          <a:xfrm>
            <a:off x="7541489" y="3257615"/>
            <a:ext cx="1242292" cy="600364"/>
          </a:xfrm>
          <a:prstGeom prst="roundRect">
            <a:avLst/>
          </a:prstGeom>
          <a:solidFill>
            <a:srgbClr val="00206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kumimoji="1" lang="en-US" altLang="ja-JP" sz="3200" dirty="0">
                <a:solidFill>
                  <a:schemeClr val="bg1"/>
                </a:solidFill>
              </a:rPr>
              <a:t>n+</a:t>
            </a:r>
            <a:endParaRPr kumimoji="1" lang="ja-JP" altLang="en-US" sz="3200" dirty="0">
              <a:solidFill>
                <a:schemeClr val="bg1"/>
              </a:solidFill>
            </a:endParaRPr>
          </a:p>
        </p:txBody>
      </p:sp>
      <p:sp>
        <p:nvSpPr>
          <p:cNvPr id="34" name="四角形: 角を丸くする 33">
            <a:extLst>
              <a:ext uri="{FF2B5EF4-FFF2-40B4-BE49-F238E27FC236}">
                <a16:creationId xmlns:a16="http://schemas.microsoft.com/office/drawing/2014/main" id="{B8F9FEE5-83F1-1AD4-A964-0D9BB0EE10E4}"/>
              </a:ext>
            </a:extLst>
          </p:cNvPr>
          <p:cNvSpPr/>
          <p:nvPr/>
        </p:nvSpPr>
        <p:spPr>
          <a:xfrm>
            <a:off x="3888212" y="3262778"/>
            <a:ext cx="1550848" cy="87668"/>
          </a:xfrm>
          <a:prstGeom prst="roundRect">
            <a:avLst>
              <a:gd name="adj" fmla="val 0"/>
            </a:avLst>
          </a:prstGeom>
          <a:solidFill>
            <a:srgbClr val="FF0000"/>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endParaRPr kumimoji="1" lang="ja-JP" altLang="en-US" sz="3200" dirty="0">
              <a:solidFill>
                <a:schemeClr val="bg1"/>
              </a:solidFill>
            </a:endParaRPr>
          </a:p>
        </p:txBody>
      </p:sp>
      <p:sp>
        <p:nvSpPr>
          <p:cNvPr id="36" name="二等辺三角形 35">
            <a:extLst>
              <a:ext uri="{FF2B5EF4-FFF2-40B4-BE49-F238E27FC236}">
                <a16:creationId xmlns:a16="http://schemas.microsoft.com/office/drawing/2014/main" id="{1DAF7FFD-8DA3-55BA-180F-43D6D41CA6E8}"/>
              </a:ext>
            </a:extLst>
          </p:cNvPr>
          <p:cNvSpPr/>
          <p:nvPr/>
        </p:nvSpPr>
        <p:spPr>
          <a:xfrm rot="10800000">
            <a:off x="3728209" y="3262776"/>
            <a:ext cx="3562747" cy="179257"/>
          </a:xfrm>
          <a:prstGeom prst="triangle">
            <a:avLst>
              <a:gd name="adj" fmla="val 0"/>
            </a:avLst>
          </a:prstGeom>
          <a:solidFill>
            <a:srgbClr val="FF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5" name="四角形: 角を丸くする 34">
            <a:extLst>
              <a:ext uri="{FF2B5EF4-FFF2-40B4-BE49-F238E27FC236}">
                <a16:creationId xmlns:a16="http://schemas.microsoft.com/office/drawing/2014/main" id="{18EA53D5-B1DB-3765-13FB-30C79DD17D9F}"/>
              </a:ext>
            </a:extLst>
          </p:cNvPr>
          <p:cNvSpPr/>
          <p:nvPr/>
        </p:nvSpPr>
        <p:spPr>
          <a:xfrm>
            <a:off x="3385127" y="3260436"/>
            <a:ext cx="1237673" cy="600364"/>
          </a:xfrm>
          <a:prstGeom prst="roundRect">
            <a:avLst/>
          </a:prstGeom>
          <a:solidFill>
            <a:srgbClr val="002060"/>
          </a:solidFill>
          <a:ln>
            <a:no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kumimoji="1" lang="en-US" altLang="ja-JP" sz="3200" dirty="0">
                <a:solidFill>
                  <a:schemeClr val="bg1"/>
                </a:solidFill>
              </a:rPr>
              <a:t>n+</a:t>
            </a:r>
            <a:endParaRPr kumimoji="1" lang="ja-JP" altLang="en-US" sz="3200" dirty="0">
              <a:solidFill>
                <a:schemeClr val="bg1"/>
              </a:solidFill>
            </a:endParaRPr>
          </a:p>
        </p:txBody>
      </p:sp>
      <p:sp>
        <p:nvSpPr>
          <p:cNvPr id="5" name="正方形/長方形 4">
            <a:extLst>
              <a:ext uri="{FF2B5EF4-FFF2-40B4-BE49-F238E27FC236}">
                <a16:creationId xmlns:a16="http://schemas.microsoft.com/office/drawing/2014/main" id="{F8A6E350-2FE5-0AC9-A38C-FABC5CEEE0BF}"/>
              </a:ext>
            </a:extLst>
          </p:cNvPr>
          <p:cNvSpPr/>
          <p:nvPr/>
        </p:nvSpPr>
        <p:spPr>
          <a:xfrm>
            <a:off x="4371703" y="2752436"/>
            <a:ext cx="3386840" cy="286328"/>
          </a:xfrm>
          <a:prstGeom prst="rect">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kumimoji="1" lang="ja-JP" altLang="en-US"/>
          </a:p>
        </p:txBody>
      </p:sp>
      <p:cxnSp>
        <p:nvCxnSpPr>
          <p:cNvPr id="9" name="直線矢印コネクタ 8">
            <a:extLst>
              <a:ext uri="{FF2B5EF4-FFF2-40B4-BE49-F238E27FC236}">
                <a16:creationId xmlns:a16="http://schemas.microsoft.com/office/drawing/2014/main" id="{73293783-3B3C-0131-45A4-0DE543431AE4}"/>
              </a:ext>
            </a:extLst>
          </p:cNvPr>
          <p:cNvCxnSpPr/>
          <p:nvPr/>
        </p:nvCxnSpPr>
        <p:spPr>
          <a:xfrm>
            <a:off x="4636654" y="3479888"/>
            <a:ext cx="2890980" cy="13034"/>
          </a:xfrm>
          <a:prstGeom prst="straightConnector1">
            <a:avLst/>
          </a:prstGeom>
          <a:ln>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1" name="テキスト ボックス 10">
            <a:extLst>
              <a:ext uri="{FF2B5EF4-FFF2-40B4-BE49-F238E27FC236}">
                <a16:creationId xmlns:a16="http://schemas.microsoft.com/office/drawing/2014/main" id="{742A7EFE-7B36-CCB0-8D37-A5831B6A1264}"/>
              </a:ext>
            </a:extLst>
          </p:cNvPr>
          <p:cNvSpPr txBox="1"/>
          <p:nvPr/>
        </p:nvSpPr>
        <p:spPr>
          <a:xfrm>
            <a:off x="5141457" y="3458704"/>
            <a:ext cx="1898755" cy="369332"/>
          </a:xfrm>
          <a:prstGeom prst="rect">
            <a:avLst/>
          </a:prstGeom>
          <a:noFill/>
        </p:spPr>
        <p:txBody>
          <a:bodyPr wrap="square" rtlCol="0">
            <a:spAutoFit/>
          </a:bodyPr>
          <a:lstStyle/>
          <a:p>
            <a:pPr algn="ctr"/>
            <a:r>
              <a:rPr kumimoji="1" lang="ja-JP" altLang="en-US" b="1" dirty="0">
                <a:solidFill>
                  <a:srgbClr val="FF0000"/>
                </a:solidFill>
              </a:rPr>
              <a:t>実効チャネル長</a:t>
            </a:r>
          </a:p>
        </p:txBody>
      </p:sp>
      <p:cxnSp>
        <p:nvCxnSpPr>
          <p:cNvPr id="23" name="直線コネクタ 22">
            <a:extLst>
              <a:ext uri="{FF2B5EF4-FFF2-40B4-BE49-F238E27FC236}">
                <a16:creationId xmlns:a16="http://schemas.microsoft.com/office/drawing/2014/main" id="{8E5543D7-D5AB-5FA9-327A-AA07DE45C1F8}"/>
              </a:ext>
            </a:extLst>
          </p:cNvPr>
          <p:cNvCxnSpPr/>
          <p:nvPr/>
        </p:nvCxnSpPr>
        <p:spPr>
          <a:xfrm>
            <a:off x="4371703" y="3038764"/>
            <a:ext cx="0" cy="2124363"/>
          </a:xfrm>
          <a:prstGeom prst="line">
            <a:avLst/>
          </a:prstGeom>
          <a:ln w="12700">
            <a:prstDash val="dash"/>
          </a:ln>
        </p:spPr>
        <p:style>
          <a:lnRef idx="1">
            <a:schemeClr val="dk1"/>
          </a:lnRef>
          <a:fillRef idx="0">
            <a:schemeClr val="dk1"/>
          </a:fillRef>
          <a:effectRef idx="0">
            <a:schemeClr val="dk1"/>
          </a:effectRef>
          <a:fontRef idx="minor">
            <a:schemeClr val="tx1"/>
          </a:fontRef>
        </p:style>
      </p:cxnSp>
      <p:cxnSp>
        <p:nvCxnSpPr>
          <p:cNvPr id="28" name="直線コネクタ 27">
            <a:extLst>
              <a:ext uri="{FF2B5EF4-FFF2-40B4-BE49-F238E27FC236}">
                <a16:creationId xmlns:a16="http://schemas.microsoft.com/office/drawing/2014/main" id="{B0A306D7-A659-379A-7B06-D03FBCE7A61A}"/>
              </a:ext>
            </a:extLst>
          </p:cNvPr>
          <p:cNvCxnSpPr/>
          <p:nvPr/>
        </p:nvCxnSpPr>
        <p:spPr>
          <a:xfrm>
            <a:off x="7748353" y="3038764"/>
            <a:ext cx="0" cy="2124363"/>
          </a:xfrm>
          <a:prstGeom prst="line">
            <a:avLst/>
          </a:prstGeom>
          <a:ln w="12700">
            <a:prstDash val="dash"/>
          </a:ln>
        </p:spPr>
        <p:style>
          <a:lnRef idx="1">
            <a:schemeClr val="dk1"/>
          </a:lnRef>
          <a:fillRef idx="0">
            <a:schemeClr val="dk1"/>
          </a:fillRef>
          <a:effectRef idx="0">
            <a:schemeClr val="dk1"/>
          </a:effectRef>
          <a:fontRef idx="minor">
            <a:schemeClr val="tx1"/>
          </a:fontRef>
        </p:style>
      </p:cxnSp>
      <p:sp>
        <p:nvSpPr>
          <p:cNvPr id="32" name="テキスト ボックス 31">
            <a:extLst>
              <a:ext uri="{FF2B5EF4-FFF2-40B4-BE49-F238E27FC236}">
                <a16:creationId xmlns:a16="http://schemas.microsoft.com/office/drawing/2014/main" id="{79D8A2C4-8A57-A3EB-7E6F-D2F56E4D431C}"/>
              </a:ext>
            </a:extLst>
          </p:cNvPr>
          <p:cNvSpPr txBox="1"/>
          <p:nvPr/>
        </p:nvSpPr>
        <p:spPr>
          <a:xfrm>
            <a:off x="5118913" y="4462188"/>
            <a:ext cx="1898755" cy="369332"/>
          </a:xfrm>
          <a:prstGeom prst="rect">
            <a:avLst/>
          </a:prstGeom>
          <a:noFill/>
        </p:spPr>
        <p:txBody>
          <a:bodyPr wrap="square" rtlCol="0">
            <a:spAutoFit/>
          </a:bodyPr>
          <a:lstStyle/>
          <a:p>
            <a:pPr algn="ctr"/>
            <a:r>
              <a:rPr kumimoji="1" lang="ja-JP" altLang="en-US" b="1" dirty="0"/>
              <a:t>チャネル長</a:t>
            </a:r>
          </a:p>
        </p:txBody>
      </p:sp>
      <p:cxnSp>
        <p:nvCxnSpPr>
          <p:cNvPr id="37" name="直線矢印コネクタ 36">
            <a:extLst>
              <a:ext uri="{FF2B5EF4-FFF2-40B4-BE49-F238E27FC236}">
                <a16:creationId xmlns:a16="http://schemas.microsoft.com/office/drawing/2014/main" id="{25B1FFB7-DC57-968F-7863-FAFE5F48495B}"/>
              </a:ext>
            </a:extLst>
          </p:cNvPr>
          <p:cNvCxnSpPr>
            <a:cxnSpLocks/>
          </p:cNvCxnSpPr>
          <p:nvPr/>
        </p:nvCxnSpPr>
        <p:spPr>
          <a:xfrm>
            <a:off x="4371703" y="4462188"/>
            <a:ext cx="337665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9" name="テキスト ボックス 38">
            <a:extLst>
              <a:ext uri="{FF2B5EF4-FFF2-40B4-BE49-F238E27FC236}">
                <a16:creationId xmlns:a16="http://schemas.microsoft.com/office/drawing/2014/main" id="{A4934E83-5B37-A844-3EAF-089BE46B9681}"/>
              </a:ext>
            </a:extLst>
          </p:cNvPr>
          <p:cNvSpPr txBox="1"/>
          <p:nvPr/>
        </p:nvSpPr>
        <p:spPr>
          <a:xfrm>
            <a:off x="1762430" y="1338359"/>
            <a:ext cx="6123708" cy="646331"/>
          </a:xfrm>
          <a:prstGeom prst="rect">
            <a:avLst/>
          </a:prstGeom>
          <a:noFill/>
        </p:spPr>
        <p:txBody>
          <a:bodyPr wrap="square">
            <a:spAutoFit/>
          </a:bodyPr>
          <a:lstStyle/>
          <a:p>
            <a:r>
              <a:rPr kumimoji="1" lang="en-US" altLang="ja-JP" dirty="0" err="1"/>
              <a:t>Vgs</a:t>
            </a:r>
            <a:r>
              <a:rPr kumimoji="1" lang="en-US" altLang="ja-JP" dirty="0"/>
              <a:t> &gt;&gt; 0 </a:t>
            </a:r>
            <a:r>
              <a:rPr kumimoji="1" lang="ja-JP" altLang="en-US" dirty="0"/>
              <a:t>で伝導電子が多数キャリアとなる</a:t>
            </a:r>
            <a:endParaRPr kumimoji="1" lang="en-US" altLang="ja-JP" dirty="0"/>
          </a:p>
          <a:p>
            <a:r>
              <a:rPr kumimoji="1" lang="ja-JP" altLang="en-US" dirty="0"/>
              <a:t>→</a:t>
            </a:r>
            <a:r>
              <a:rPr kumimoji="1" lang="ja-JP" altLang="en-US" dirty="0">
                <a:solidFill>
                  <a:schemeClr val="accent1"/>
                </a:solidFill>
              </a:rPr>
              <a:t>反転層（チャネル）</a:t>
            </a:r>
            <a:r>
              <a:rPr kumimoji="1" lang="ja-JP" altLang="en-US" dirty="0"/>
              <a:t>の形成 </a:t>
            </a:r>
            <a:r>
              <a:rPr kumimoji="1" lang="en-US" altLang="ja-JP" dirty="0"/>
              <a:t>(Vth)</a:t>
            </a:r>
          </a:p>
        </p:txBody>
      </p:sp>
    </p:spTree>
    <p:extLst>
      <p:ext uri="{BB962C8B-B14F-4D97-AF65-F5344CB8AC3E}">
        <p14:creationId xmlns:p14="http://schemas.microsoft.com/office/powerpoint/2010/main" val="141607621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F8324AB-109E-62BC-B44A-BB3D1C1C6849}"/>
              </a:ext>
            </a:extLst>
          </p:cNvPr>
          <p:cNvSpPr>
            <a:spLocks noGrp="1"/>
          </p:cNvSpPr>
          <p:nvPr>
            <p:ph type="title"/>
          </p:nvPr>
        </p:nvSpPr>
        <p:spPr/>
        <p:txBody>
          <a:bodyPr/>
          <a:lstStyle/>
          <a:p>
            <a:r>
              <a:rPr kumimoji="1" lang="en-US" altLang="ja-JP" dirty="0"/>
              <a:t>PMOS, NMOS</a:t>
            </a:r>
            <a:r>
              <a:rPr lang="ja-JP" altLang="en-US" dirty="0"/>
              <a:t>とは</a:t>
            </a:r>
            <a:endParaRPr kumimoji="1" lang="ja-JP" altLang="en-US" dirty="0"/>
          </a:p>
        </p:txBody>
      </p:sp>
      <p:sp>
        <p:nvSpPr>
          <p:cNvPr id="3" name="日付プレースホルダー 2">
            <a:extLst>
              <a:ext uri="{FF2B5EF4-FFF2-40B4-BE49-F238E27FC236}">
                <a16:creationId xmlns:a16="http://schemas.microsoft.com/office/drawing/2014/main" id="{B17F9F4B-05EE-D638-141D-2E805C70F100}"/>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E7F3AEA3-2538-A296-7414-59B5F2FB1914}"/>
              </a:ext>
            </a:extLst>
          </p:cNvPr>
          <p:cNvSpPr>
            <a:spLocks noGrp="1"/>
          </p:cNvSpPr>
          <p:nvPr>
            <p:ph type="sldNum" sz="quarter" idx="12"/>
          </p:nvPr>
        </p:nvSpPr>
        <p:spPr/>
        <p:txBody>
          <a:bodyPr/>
          <a:lstStyle/>
          <a:p>
            <a:pPr rtl="0"/>
            <a:fld id="{9860EDB8-5305-433F-BE41-D7A86D811DB3}" type="slidenum">
              <a:rPr lang="en-US" altLang="ja-JP" noProof="0" smtClean="0"/>
              <a:pPr rtl="0"/>
              <a:t>17</a:t>
            </a:fld>
            <a:endParaRPr lang="ja-JP" altLang="en-US" noProof="0"/>
          </a:p>
        </p:txBody>
      </p:sp>
      <p:sp>
        <p:nvSpPr>
          <p:cNvPr id="5" name="コンテンツ プレースホルダー 4">
            <a:extLst>
              <a:ext uri="{FF2B5EF4-FFF2-40B4-BE49-F238E27FC236}">
                <a16:creationId xmlns:a16="http://schemas.microsoft.com/office/drawing/2014/main" id="{4A26C06E-4AC0-2A1C-73DE-56C4A126F44D}"/>
              </a:ext>
            </a:extLst>
          </p:cNvPr>
          <p:cNvSpPr>
            <a:spLocks noGrp="1"/>
          </p:cNvSpPr>
          <p:nvPr>
            <p:ph sz="quarter" idx="13"/>
          </p:nvPr>
        </p:nvSpPr>
        <p:spPr/>
        <p:txBody>
          <a:bodyPr>
            <a:normAutofit/>
          </a:bodyPr>
          <a:lstStyle/>
          <a:p>
            <a:pPr marL="342900" indent="-342900">
              <a:buFont typeface="Arial" panose="020B0604020202020204" pitchFamily="34" charset="0"/>
              <a:buChar char="•"/>
            </a:pPr>
            <a:r>
              <a:rPr lang="ja-JP" altLang="en-US" sz="2000" dirty="0"/>
              <a:t>右図の等価回路は「</a:t>
            </a:r>
            <a:r>
              <a:rPr lang="en-US" altLang="ja-JP" sz="2000" dirty="0"/>
              <a:t>MOSFET</a:t>
            </a:r>
            <a:r>
              <a:rPr lang="ja-JP" altLang="en-US" sz="2000" dirty="0"/>
              <a:t>を敢えて</a:t>
            </a:r>
            <a:r>
              <a:rPr lang="en-US" altLang="ja-JP" sz="2000" dirty="0"/>
              <a:t>RLC</a:t>
            </a:r>
            <a:r>
              <a:rPr lang="ja-JP" altLang="en-US" sz="2000" dirty="0"/>
              <a:t>で表すならこうだろう」というもの</a:t>
            </a:r>
            <a:endParaRPr lang="en-US" altLang="ja-JP" sz="2000" dirty="0"/>
          </a:p>
          <a:p>
            <a:pPr marL="626364" lvl="1" indent="-342900"/>
            <a:r>
              <a:rPr lang="ja-JP" altLang="en-US" sz="2000" dirty="0"/>
              <a:t>ドレイン・ソース間は「電流源」を置くのが正しいと思われるが、</a:t>
            </a:r>
            <a:br>
              <a:rPr lang="en-US" altLang="ja-JP" sz="2000" dirty="0"/>
            </a:br>
            <a:r>
              <a:rPr lang="ja-JP" altLang="en-US" sz="2000" dirty="0"/>
              <a:t>初心者にはあまり馴染みがないので可変抵抗とした</a:t>
            </a:r>
            <a:endParaRPr lang="en-US" altLang="ja-JP" sz="2000" dirty="0"/>
          </a:p>
          <a:p>
            <a:pPr marL="626364" lvl="1" indent="-342900"/>
            <a:r>
              <a:rPr lang="en-US" altLang="ja-JP" sz="2000" dirty="0"/>
              <a:t>MOSFET</a:t>
            </a:r>
            <a:r>
              <a:rPr lang="ja-JP" altLang="en-US" sz="2000" dirty="0"/>
              <a:t>の重要な特性は　</a:t>
            </a:r>
            <a:r>
              <a:rPr lang="ja-JP" altLang="en-US" sz="2000" dirty="0">
                <a:solidFill>
                  <a:srgbClr val="FF0000"/>
                </a:solidFill>
              </a:rPr>
              <a:t>トランスコンダクタンス</a:t>
            </a:r>
            <a:r>
              <a:rPr lang="ja-JP" altLang="en-US" sz="2000" dirty="0"/>
              <a:t>とよばれるもの</a:t>
            </a:r>
            <a:endParaRPr lang="en-US" altLang="ja-JP" sz="2000" b="1" i="1" dirty="0">
              <a:solidFill>
                <a:srgbClr val="FF0000"/>
              </a:solidFill>
              <a:latin typeface="Cambria Math" panose="02040503050406030204" pitchFamily="18" charset="0"/>
            </a:endParaRPr>
          </a:p>
          <a:p>
            <a:pPr marL="626364" lvl="1" indent="-342900"/>
            <a:r>
              <a:rPr lang="ja-JP" altLang="en-US" sz="2000" dirty="0"/>
              <a:t>また特定のドレインソース間電圧領域において、電流源として動作する</a:t>
            </a:r>
            <a:br>
              <a:rPr lang="en-US" altLang="ja-JP" sz="2000" dirty="0"/>
            </a:br>
            <a:r>
              <a:rPr lang="ja-JP" altLang="en-US" sz="2000" dirty="0">
                <a:solidFill>
                  <a:srgbClr val="FF0000"/>
                </a:solidFill>
              </a:rPr>
              <a:t>飽和</a:t>
            </a:r>
            <a:r>
              <a:rPr lang="en-US" altLang="ja-JP" sz="2000" dirty="0">
                <a:solidFill>
                  <a:srgbClr val="FF0000"/>
                </a:solidFill>
              </a:rPr>
              <a:t>(saturation)</a:t>
            </a:r>
            <a:r>
              <a:rPr lang="ja-JP" altLang="en-US" sz="2000" dirty="0"/>
              <a:t>とよばれる特性も非常に重要。</a:t>
            </a:r>
            <a:endParaRPr lang="en-US" altLang="ja-JP" sz="2000" dirty="0"/>
          </a:p>
          <a:p>
            <a:pPr marL="626364" lvl="1" indent="-342900"/>
            <a:r>
              <a:rPr lang="ja-JP" altLang="en-US" sz="2000" dirty="0"/>
              <a:t>ゲート容量は</a:t>
            </a:r>
            <a:r>
              <a:rPr lang="ja-JP" altLang="en-US" sz="2000" dirty="0">
                <a:solidFill>
                  <a:srgbClr val="FF0000"/>
                </a:solidFill>
              </a:rPr>
              <a:t>ゲート・ドレイン間とゲート・ボディ間にも存在する</a:t>
            </a:r>
            <a:r>
              <a:rPr lang="ja-JP" altLang="en-US" sz="2000" dirty="0"/>
              <a:t>が、</a:t>
            </a:r>
            <a:br>
              <a:rPr lang="en-US" altLang="ja-JP" sz="2000" dirty="0"/>
            </a:br>
            <a:r>
              <a:rPr lang="ja-JP" altLang="en-US" sz="2000" dirty="0"/>
              <a:t>単純に見映えの問題でゲートソース間のみの記載とした</a:t>
            </a:r>
            <a:endParaRPr lang="en-US" altLang="ja-JP" sz="2000" dirty="0"/>
          </a:p>
        </p:txBody>
      </p:sp>
      <p:pic>
        <p:nvPicPr>
          <p:cNvPr id="7" name="図 6">
            <a:extLst>
              <a:ext uri="{FF2B5EF4-FFF2-40B4-BE49-F238E27FC236}">
                <a16:creationId xmlns:a16="http://schemas.microsoft.com/office/drawing/2014/main" id="{59BF4A9D-93B7-7D75-094E-BDBBBFD3A005}"/>
              </a:ext>
            </a:extLst>
          </p:cNvPr>
          <p:cNvPicPr>
            <a:picLocks noChangeAspect="1"/>
          </p:cNvPicPr>
          <p:nvPr/>
        </p:nvPicPr>
        <p:blipFill>
          <a:blip r:embed="rId2"/>
          <a:stretch>
            <a:fillRect/>
          </a:stretch>
        </p:blipFill>
        <p:spPr>
          <a:xfrm>
            <a:off x="8981315" y="1874617"/>
            <a:ext cx="2228571" cy="3152381"/>
          </a:xfrm>
          <a:prstGeom prst="rect">
            <a:avLst/>
          </a:prstGeom>
        </p:spPr>
      </p:pic>
    </p:spTree>
    <p:extLst>
      <p:ext uri="{BB962C8B-B14F-4D97-AF65-F5344CB8AC3E}">
        <p14:creationId xmlns:p14="http://schemas.microsoft.com/office/powerpoint/2010/main" val="12487935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33F23B7-7412-EEE8-EF23-C981CAB69F8E}"/>
              </a:ext>
            </a:extLst>
          </p:cNvPr>
          <p:cNvSpPr>
            <a:spLocks noGrp="1"/>
          </p:cNvSpPr>
          <p:nvPr>
            <p:ph type="title"/>
          </p:nvPr>
        </p:nvSpPr>
        <p:spPr/>
        <p:txBody>
          <a:bodyPr/>
          <a:lstStyle/>
          <a:p>
            <a:r>
              <a:rPr lang="ja-JP" altLang="en-US" dirty="0"/>
              <a:t>可変抵抗 </a:t>
            </a:r>
            <a:r>
              <a:rPr lang="en-US" altLang="ja-JP" dirty="0"/>
              <a:t>vs NMOS</a:t>
            </a:r>
            <a:endParaRPr kumimoji="1" lang="ja-JP" altLang="en-US" dirty="0"/>
          </a:p>
        </p:txBody>
      </p:sp>
      <p:sp>
        <p:nvSpPr>
          <p:cNvPr id="3" name="日付プレースホルダー 2">
            <a:extLst>
              <a:ext uri="{FF2B5EF4-FFF2-40B4-BE49-F238E27FC236}">
                <a16:creationId xmlns:a16="http://schemas.microsoft.com/office/drawing/2014/main" id="{5F634804-0821-5406-0FE3-62E2A79397FB}"/>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B893F47C-24F6-9DF9-BDC8-A9180C64DDFC}"/>
              </a:ext>
            </a:extLst>
          </p:cNvPr>
          <p:cNvSpPr>
            <a:spLocks noGrp="1"/>
          </p:cNvSpPr>
          <p:nvPr>
            <p:ph type="sldNum" sz="quarter" idx="12"/>
          </p:nvPr>
        </p:nvSpPr>
        <p:spPr/>
        <p:txBody>
          <a:bodyPr/>
          <a:lstStyle/>
          <a:p>
            <a:pPr rtl="0"/>
            <a:fld id="{9860EDB8-5305-433F-BE41-D7A86D811DB3}" type="slidenum">
              <a:rPr lang="en-US" altLang="ja-JP" noProof="0" smtClean="0"/>
              <a:pPr rtl="0"/>
              <a:t>18</a:t>
            </a:fld>
            <a:endParaRPr lang="ja-JP" altLang="en-US" noProof="0"/>
          </a:p>
        </p:txBody>
      </p:sp>
      <p:pic>
        <p:nvPicPr>
          <p:cNvPr id="8" name="図 7">
            <a:extLst>
              <a:ext uri="{FF2B5EF4-FFF2-40B4-BE49-F238E27FC236}">
                <a16:creationId xmlns:a16="http://schemas.microsoft.com/office/drawing/2014/main" id="{7085A0CD-E5AA-2C90-DF0B-8108C28050DB}"/>
              </a:ext>
            </a:extLst>
          </p:cNvPr>
          <p:cNvPicPr>
            <a:picLocks noChangeAspect="1"/>
          </p:cNvPicPr>
          <p:nvPr/>
        </p:nvPicPr>
        <p:blipFill>
          <a:blip r:embed="rId2"/>
          <a:stretch>
            <a:fillRect/>
          </a:stretch>
        </p:blipFill>
        <p:spPr>
          <a:xfrm>
            <a:off x="3987980" y="1579251"/>
            <a:ext cx="3740406" cy="3267481"/>
          </a:xfrm>
          <a:prstGeom prst="rect">
            <a:avLst/>
          </a:prstGeom>
        </p:spPr>
      </p:pic>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E6EB62A5-B461-3646-647E-4C565B3BCD59}"/>
                  </a:ext>
                </a:extLst>
              </p:cNvPr>
              <p:cNvSpPr txBox="1"/>
              <p:nvPr/>
            </p:nvSpPr>
            <p:spPr>
              <a:xfrm rot="5400000">
                <a:off x="2169575" y="3028324"/>
                <a:ext cx="3267478" cy="369332"/>
              </a:xfrm>
              <a:prstGeom prst="rect">
                <a:avLst/>
              </a:prstGeom>
              <a:noFill/>
            </p:spPr>
            <p:txBody>
              <a:bodyPr wrap="square" rtlCol="0">
                <a:spAutoFit/>
              </a:bodyPr>
              <a:lstStyle/>
              <a:p>
                <a:pPr algn="ctr"/>
                <a14:m>
                  <m:oMath xmlns:m="http://schemas.openxmlformats.org/officeDocument/2006/math">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𝑅</m:t>
                        </m:r>
                      </m:e>
                      <m:sub>
                        <m:r>
                          <a:rPr kumimoji="1" lang="en-US" altLang="ja-JP" b="0" i="1" smtClean="0">
                            <a:latin typeface="Cambria Math" panose="02040503050406030204" pitchFamily="18" charset="0"/>
                          </a:rPr>
                          <m:t>𝐷𝑆</m:t>
                        </m:r>
                      </m:sub>
                    </m:sSub>
                  </m:oMath>
                </a14:m>
                <a:r>
                  <a:rPr kumimoji="1" lang="ja-JP" altLang="en-US" dirty="0"/>
                  <a:t>（</a:t>
                </a:r>
                <a:r>
                  <a:rPr kumimoji="1" lang="en-US" altLang="ja-JP" b="1" dirty="0">
                    <a:solidFill>
                      <a:srgbClr val="FF0000"/>
                    </a:solidFill>
                  </a:rPr>
                  <a:t>GΩ</a:t>
                </a:r>
                <a:r>
                  <a:rPr kumimoji="1" lang="ja-JP" altLang="en-US" dirty="0"/>
                  <a:t>）</a:t>
                </a:r>
              </a:p>
            </p:txBody>
          </p:sp>
        </mc:Choice>
        <mc:Fallback xmlns="">
          <p:sp>
            <p:nvSpPr>
              <p:cNvPr id="9" name="テキスト ボックス 8">
                <a:extLst>
                  <a:ext uri="{FF2B5EF4-FFF2-40B4-BE49-F238E27FC236}">
                    <a16:creationId xmlns:a16="http://schemas.microsoft.com/office/drawing/2014/main" id="{E6EB62A5-B461-3646-647E-4C565B3BCD59}"/>
                  </a:ext>
                </a:extLst>
              </p:cNvPr>
              <p:cNvSpPr txBox="1">
                <a:spLocks noRot="1" noChangeAspect="1" noMove="1" noResize="1" noEditPoints="1" noAdjustHandles="1" noChangeArrowheads="1" noChangeShapeType="1" noTextEdit="1"/>
              </p:cNvSpPr>
              <p:nvPr/>
            </p:nvSpPr>
            <p:spPr>
              <a:xfrm rot="5400000">
                <a:off x="2169575" y="3028324"/>
                <a:ext cx="3267478" cy="369332"/>
              </a:xfrm>
              <a:prstGeom prst="rect">
                <a:avLst/>
              </a:prstGeom>
              <a:blipFill>
                <a:blip r:embed="rId4"/>
                <a:stretch>
                  <a:fillRect l="-28333" r="-13333"/>
                </a:stretch>
              </a:blipFill>
            </p:spPr>
            <p:txBody>
              <a:bodyPr/>
              <a:lstStyle/>
              <a:p>
                <a:r>
                  <a:rPr lang="ja-JP" altLang="en-US">
                    <a:noFill/>
                  </a:rPr>
                  <a:t> </a:t>
                </a:r>
              </a:p>
            </p:txBody>
          </p:sp>
        </mc:Fallback>
      </mc:AlternateContent>
      <p:pic>
        <p:nvPicPr>
          <p:cNvPr id="11" name="図 10">
            <a:extLst>
              <a:ext uri="{FF2B5EF4-FFF2-40B4-BE49-F238E27FC236}">
                <a16:creationId xmlns:a16="http://schemas.microsoft.com/office/drawing/2014/main" id="{37034658-9AE2-6FCF-C53E-42C37A554BD3}"/>
              </a:ext>
            </a:extLst>
          </p:cNvPr>
          <p:cNvPicPr>
            <a:picLocks noChangeAspect="1"/>
          </p:cNvPicPr>
          <p:nvPr/>
        </p:nvPicPr>
        <p:blipFill>
          <a:blip r:embed="rId5"/>
          <a:stretch>
            <a:fillRect/>
          </a:stretch>
        </p:blipFill>
        <p:spPr>
          <a:xfrm>
            <a:off x="8288775" y="1579251"/>
            <a:ext cx="3742361" cy="3267478"/>
          </a:xfrm>
          <a:prstGeom prst="rect">
            <a:avLst/>
          </a:prstGeom>
        </p:spPr>
      </p:pic>
      <mc:AlternateContent xmlns:mc="http://schemas.openxmlformats.org/markup-compatibility/2006" xmlns:a14="http://schemas.microsoft.com/office/drawing/2010/main">
        <mc:Choice Requires="a14">
          <p:sp>
            <p:nvSpPr>
              <p:cNvPr id="12" name="テキスト ボックス 11">
                <a:extLst>
                  <a:ext uri="{FF2B5EF4-FFF2-40B4-BE49-F238E27FC236}">
                    <a16:creationId xmlns:a16="http://schemas.microsoft.com/office/drawing/2014/main" id="{3C9C1D29-80AE-9A0A-C82F-D1A27C15F7BE}"/>
                  </a:ext>
                </a:extLst>
              </p:cNvPr>
              <p:cNvSpPr txBox="1"/>
              <p:nvPr/>
            </p:nvSpPr>
            <p:spPr>
              <a:xfrm rot="5400000">
                <a:off x="6470370" y="3028324"/>
                <a:ext cx="3267478" cy="369332"/>
              </a:xfrm>
              <a:prstGeom prst="rect">
                <a:avLst/>
              </a:prstGeom>
              <a:noFill/>
            </p:spPr>
            <p:txBody>
              <a:bodyPr wrap="square" rtlCol="0">
                <a:spAutoFit/>
              </a:bodyPr>
              <a:lstStyle/>
              <a:p>
                <a:pPr algn="ctr"/>
                <a14:m>
                  <m:oMath xmlns:m="http://schemas.openxmlformats.org/officeDocument/2006/math">
                    <m:sSub>
                      <m:sSubPr>
                        <m:ctrlPr>
                          <a:rPr kumimoji="1" lang="en-US" altLang="ja-JP" i="1" dirty="0" smtClean="0">
                            <a:latin typeface="Cambria Math" panose="02040503050406030204" pitchFamily="18" charset="0"/>
                          </a:rPr>
                        </m:ctrlPr>
                      </m:sSubPr>
                      <m:e>
                        <m:r>
                          <a:rPr kumimoji="1" lang="en-US" altLang="ja-JP" i="1" dirty="0" smtClean="0">
                            <a:latin typeface="Cambria Math" panose="02040503050406030204" pitchFamily="18" charset="0"/>
                          </a:rPr>
                          <m:t>𝐼</m:t>
                        </m:r>
                      </m:e>
                      <m:sub>
                        <m:r>
                          <a:rPr kumimoji="1" lang="en-US" altLang="ja-JP" b="0" i="1" dirty="0" smtClean="0">
                            <a:latin typeface="Cambria Math" panose="02040503050406030204" pitchFamily="18" charset="0"/>
                          </a:rPr>
                          <m:t>𝐷𝑆</m:t>
                        </m:r>
                      </m:sub>
                    </m:sSub>
                  </m:oMath>
                </a14:m>
                <a:r>
                  <a:rPr kumimoji="1" lang="ja-JP" altLang="en-US" dirty="0"/>
                  <a:t>（</a:t>
                </a:r>
                <a:r>
                  <a:rPr kumimoji="1" lang="en-US" altLang="ja-JP" dirty="0" err="1"/>
                  <a:t>μA</a:t>
                </a:r>
                <a:r>
                  <a:rPr kumimoji="1" lang="ja-JP" altLang="en-US" dirty="0"/>
                  <a:t>）</a:t>
                </a:r>
              </a:p>
            </p:txBody>
          </p:sp>
        </mc:Choice>
        <mc:Fallback xmlns="">
          <p:sp>
            <p:nvSpPr>
              <p:cNvPr id="12" name="テキスト ボックス 11">
                <a:extLst>
                  <a:ext uri="{FF2B5EF4-FFF2-40B4-BE49-F238E27FC236}">
                    <a16:creationId xmlns:a16="http://schemas.microsoft.com/office/drawing/2014/main" id="{3C9C1D29-80AE-9A0A-C82F-D1A27C15F7BE}"/>
                  </a:ext>
                </a:extLst>
              </p:cNvPr>
              <p:cNvSpPr txBox="1">
                <a:spLocks noRot="1" noChangeAspect="1" noMove="1" noResize="1" noEditPoints="1" noAdjustHandles="1" noChangeArrowheads="1" noChangeShapeType="1" noTextEdit="1"/>
              </p:cNvSpPr>
              <p:nvPr/>
            </p:nvSpPr>
            <p:spPr>
              <a:xfrm rot="5400000">
                <a:off x="6470370" y="3028324"/>
                <a:ext cx="3267478" cy="369332"/>
              </a:xfrm>
              <a:prstGeom prst="rect">
                <a:avLst/>
              </a:prstGeom>
              <a:blipFill>
                <a:blip r:embed="rId6"/>
                <a:stretch>
                  <a:fillRect l="-26230" r="-1147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3" name="テキスト ボックス 12">
                <a:extLst>
                  <a:ext uri="{FF2B5EF4-FFF2-40B4-BE49-F238E27FC236}">
                    <a16:creationId xmlns:a16="http://schemas.microsoft.com/office/drawing/2014/main" id="{FB7BD52B-226B-3740-7411-77212E9019B8}"/>
                  </a:ext>
                </a:extLst>
              </p:cNvPr>
              <p:cNvSpPr txBox="1"/>
              <p:nvPr/>
            </p:nvSpPr>
            <p:spPr>
              <a:xfrm>
                <a:off x="4464948" y="4846729"/>
                <a:ext cx="3263438" cy="369332"/>
              </a:xfrm>
              <a:prstGeom prst="rect">
                <a:avLst/>
              </a:prstGeom>
              <a:noFill/>
            </p:spPr>
            <p:txBody>
              <a:bodyPr wrap="square" rtlCol="0">
                <a:spAutoFit/>
              </a:bodyPr>
              <a:lstStyle/>
              <a:p>
                <a:pPr algn="ctr"/>
                <a14:m>
                  <m:oMath xmlns:m="http://schemas.openxmlformats.org/officeDocument/2006/math">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𝑉</m:t>
                        </m:r>
                      </m:e>
                      <m:sub>
                        <m:r>
                          <a:rPr kumimoji="1" lang="en-US" altLang="ja-JP" b="0" i="1" smtClean="0">
                            <a:latin typeface="Cambria Math" panose="02040503050406030204" pitchFamily="18" charset="0"/>
                          </a:rPr>
                          <m:t>𝐺𝑆</m:t>
                        </m:r>
                      </m:sub>
                    </m:sSub>
                  </m:oMath>
                </a14:m>
                <a:r>
                  <a:rPr kumimoji="1" lang="ja-JP" altLang="en-US" dirty="0"/>
                  <a:t>（</a:t>
                </a:r>
                <a:r>
                  <a:rPr kumimoji="1" lang="en-US" altLang="ja-JP" dirty="0"/>
                  <a:t>V</a:t>
                </a:r>
                <a:r>
                  <a:rPr kumimoji="1" lang="ja-JP" altLang="en-US" dirty="0"/>
                  <a:t>）</a:t>
                </a:r>
              </a:p>
            </p:txBody>
          </p:sp>
        </mc:Choice>
        <mc:Fallback xmlns="">
          <p:sp>
            <p:nvSpPr>
              <p:cNvPr id="13" name="テキスト ボックス 12">
                <a:extLst>
                  <a:ext uri="{FF2B5EF4-FFF2-40B4-BE49-F238E27FC236}">
                    <a16:creationId xmlns:a16="http://schemas.microsoft.com/office/drawing/2014/main" id="{FB7BD52B-226B-3740-7411-77212E9019B8}"/>
                  </a:ext>
                </a:extLst>
              </p:cNvPr>
              <p:cNvSpPr txBox="1">
                <a:spLocks noRot="1" noChangeAspect="1" noMove="1" noResize="1" noEditPoints="1" noAdjustHandles="1" noChangeArrowheads="1" noChangeShapeType="1" noTextEdit="1"/>
              </p:cNvSpPr>
              <p:nvPr/>
            </p:nvSpPr>
            <p:spPr>
              <a:xfrm>
                <a:off x="4464948" y="4846729"/>
                <a:ext cx="3263438" cy="369332"/>
              </a:xfrm>
              <a:prstGeom prst="rect">
                <a:avLst/>
              </a:prstGeom>
              <a:blipFill>
                <a:blip r:embed="rId7"/>
                <a:stretch>
                  <a:fillRect t="-11475" b="-2623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7117B19F-15E9-4026-CF25-172415362214}"/>
                  </a:ext>
                </a:extLst>
              </p:cNvPr>
              <p:cNvSpPr txBox="1"/>
              <p:nvPr/>
            </p:nvSpPr>
            <p:spPr>
              <a:xfrm>
                <a:off x="8767697" y="4846729"/>
                <a:ext cx="3263438" cy="369332"/>
              </a:xfrm>
              <a:prstGeom prst="rect">
                <a:avLst/>
              </a:prstGeom>
              <a:noFill/>
            </p:spPr>
            <p:txBody>
              <a:bodyPr wrap="square" rtlCol="0">
                <a:spAutoFit/>
              </a:bodyPr>
              <a:lstStyle/>
              <a:p>
                <a:pPr algn="ctr"/>
                <a14:m>
                  <m:oMath xmlns:m="http://schemas.openxmlformats.org/officeDocument/2006/math">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𝑉</m:t>
                        </m:r>
                      </m:e>
                      <m:sub>
                        <m:r>
                          <a:rPr kumimoji="1" lang="en-US" altLang="ja-JP" b="0" i="1" smtClean="0">
                            <a:latin typeface="Cambria Math" panose="02040503050406030204" pitchFamily="18" charset="0"/>
                          </a:rPr>
                          <m:t>𝐺𝑆</m:t>
                        </m:r>
                      </m:sub>
                    </m:sSub>
                  </m:oMath>
                </a14:m>
                <a:r>
                  <a:rPr kumimoji="1" lang="ja-JP" altLang="en-US" dirty="0"/>
                  <a:t>（</a:t>
                </a:r>
                <a:r>
                  <a:rPr kumimoji="1" lang="en-US" altLang="ja-JP" dirty="0"/>
                  <a:t>V</a:t>
                </a:r>
                <a:r>
                  <a:rPr kumimoji="1" lang="ja-JP" altLang="en-US" dirty="0"/>
                  <a:t>）</a:t>
                </a:r>
              </a:p>
            </p:txBody>
          </p:sp>
        </mc:Choice>
        <mc:Fallback xmlns="">
          <p:sp>
            <p:nvSpPr>
              <p:cNvPr id="14" name="テキスト ボックス 13">
                <a:extLst>
                  <a:ext uri="{FF2B5EF4-FFF2-40B4-BE49-F238E27FC236}">
                    <a16:creationId xmlns:a16="http://schemas.microsoft.com/office/drawing/2014/main" id="{7117B19F-15E9-4026-CF25-172415362214}"/>
                  </a:ext>
                </a:extLst>
              </p:cNvPr>
              <p:cNvSpPr txBox="1">
                <a:spLocks noRot="1" noChangeAspect="1" noMove="1" noResize="1" noEditPoints="1" noAdjustHandles="1" noChangeArrowheads="1" noChangeShapeType="1" noTextEdit="1"/>
              </p:cNvSpPr>
              <p:nvPr/>
            </p:nvSpPr>
            <p:spPr>
              <a:xfrm>
                <a:off x="8767697" y="4846729"/>
                <a:ext cx="3263438" cy="369332"/>
              </a:xfrm>
              <a:prstGeom prst="rect">
                <a:avLst/>
              </a:prstGeom>
              <a:blipFill>
                <a:blip r:embed="rId8"/>
                <a:stretch>
                  <a:fillRect t="-11475" b="-26230"/>
                </a:stretch>
              </a:blipFill>
            </p:spPr>
            <p:txBody>
              <a:bodyPr/>
              <a:lstStyle/>
              <a:p>
                <a:r>
                  <a:rPr lang="ja-JP" altLang="en-US">
                    <a:noFill/>
                  </a:rPr>
                  <a:t> </a:t>
                </a:r>
              </a:p>
            </p:txBody>
          </p:sp>
        </mc:Fallback>
      </mc:AlternateContent>
      <p:cxnSp>
        <p:nvCxnSpPr>
          <p:cNvPr id="7" name="直線矢印コネクタ 6">
            <a:extLst>
              <a:ext uri="{FF2B5EF4-FFF2-40B4-BE49-F238E27FC236}">
                <a16:creationId xmlns:a16="http://schemas.microsoft.com/office/drawing/2014/main" id="{22E51E8C-A147-EB3C-14F8-D0FAB3FC7EB8}"/>
              </a:ext>
            </a:extLst>
          </p:cNvPr>
          <p:cNvCxnSpPr/>
          <p:nvPr/>
        </p:nvCxnSpPr>
        <p:spPr>
          <a:xfrm>
            <a:off x="5225143" y="4345577"/>
            <a:ext cx="2072640" cy="0"/>
          </a:xfrm>
          <a:prstGeom prst="straightConnector1">
            <a:avLst/>
          </a:prstGeom>
          <a:ln>
            <a:solidFill>
              <a:srgbClr val="FFFF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 name="テキスト ボックス 9">
            <a:extLst>
              <a:ext uri="{FF2B5EF4-FFF2-40B4-BE49-F238E27FC236}">
                <a16:creationId xmlns:a16="http://schemas.microsoft.com/office/drawing/2014/main" id="{D0988019-AB91-EAE2-3932-07311AC81B9D}"/>
              </a:ext>
            </a:extLst>
          </p:cNvPr>
          <p:cNvSpPr txBox="1"/>
          <p:nvPr/>
        </p:nvSpPr>
        <p:spPr>
          <a:xfrm>
            <a:off x="4985657" y="3055542"/>
            <a:ext cx="2551611" cy="1200329"/>
          </a:xfrm>
          <a:prstGeom prst="rect">
            <a:avLst/>
          </a:prstGeom>
          <a:noFill/>
        </p:spPr>
        <p:txBody>
          <a:bodyPr wrap="square" rtlCol="0">
            <a:spAutoFit/>
          </a:bodyPr>
          <a:lstStyle/>
          <a:p>
            <a:r>
              <a:rPr kumimoji="1" lang="ja-JP" altLang="en-US" dirty="0">
                <a:solidFill>
                  <a:srgbClr val="FFFF00"/>
                </a:solidFill>
              </a:rPr>
              <a:t>縦軸が</a:t>
            </a:r>
            <a:r>
              <a:rPr kumimoji="1" lang="en-US" altLang="ja-JP" dirty="0">
                <a:solidFill>
                  <a:srgbClr val="FFFF00"/>
                </a:solidFill>
              </a:rPr>
              <a:t>Ω</a:t>
            </a:r>
            <a:r>
              <a:rPr kumimoji="1" lang="ja-JP" altLang="en-US" dirty="0">
                <a:solidFill>
                  <a:srgbClr val="FFFF00"/>
                </a:solidFill>
              </a:rPr>
              <a:t>だと見づらい</a:t>
            </a:r>
            <a:endParaRPr kumimoji="1" lang="en-US" altLang="ja-JP" dirty="0">
              <a:solidFill>
                <a:srgbClr val="FFFF00"/>
              </a:solidFill>
            </a:endParaRPr>
          </a:p>
          <a:p>
            <a:endParaRPr kumimoji="1" lang="en-US" altLang="ja-JP" dirty="0">
              <a:solidFill>
                <a:srgbClr val="FFFF00"/>
              </a:solidFill>
            </a:endParaRPr>
          </a:p>
          <a:p>
            <a:r>
              <a:rPr kumimoji="1" lang="ja-JP" altLang="en-US" dirty="0">
                <a:solidFill>
                  <a:srgbClr val="FFFF00"/>
                </a:solidFill>
              </a:rPr>
              <a:t>エンジニアはこの区間に興味がある</a:t>
            </a:r>
          </a:p>
        </p:txBody>
      </p:sp>
      <p:pic>
        <p:nvPicPr>
          <p:cNvPr id="6" name="図 5">
            <a:extLst>
              <a:ext uri="{FF2B5EF4-FFF2-40B4-BE49-F238E27FC236}">
                <a16:creationId xmlns:a16="http://schemas.microsoft.com/office/drawing/2014/main" id="{62FC4DAB-8EF2-E090-BA63-90EB26547447}"/>
              </a:ext>
            </a:extLst>
          </p:cNvPr>
          <p:cNvPicPr>
            <a:picLocks noChangeAspect="1"/>
          </p:cNvPicPr>
          <p:nvPr/>
        </p:nvPicPr>
        <p:blipFill>
          <a:blip r:embed="rId9"/>
          <a:stretch>
            <a:fillRect/>
          </a:stretch>
        </p:blipFill>
        <p:spPr>
          <a:xfrm>
            <a:off x="5261" y="1579251"/>
            <a:ext cx="3552512" cy="3267477"/>
          </a:xfrm>
          <a:prstGeom prst="rect">
            <a:avLst/>
          </a:prstGeom>
        </p:spPr>
      </p:pic>
    </p:spTree>
    <p:extLst>
      <p:ext uri="{BB962C8B-B14F-4D97-AF65-F5344CB8AC3E}">
        <p14:creationId xmlns:p14="http://schemas.microsoft.com/office/powerpoint/2010/main" val="249522365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33F23B7-7412-EEE8-EF23-C981CAB69F8E}"/>
              </a:ext>
            </a:extLst>
          </p:cNvPr>
          <p:cNvSpPr>
            <a:spLocks noGrp="1"/>
          </p:cNvSpPr>
          <p:nvPr>
            <p:ph type="title"/>
          </p:nvPr>
        </p:nvSpPr>
        <p:spPr/>
        <p:txBody>
          <a:bodyPr/>
          <a:lstStyle/>
          <a:p>
            <a:r>
              <a:rPr kumimoji="1" lang="en-US" altLang="ja-JP" dirty="0"/>
              <a:t>NMOS</a:t>
            </a:r>
            <a:r>
              <a:rPr kumimoji="1" lang="ja-JP" altLang="en-US" dirty="0"/>
              <a:t>の特性</a:t>
            </a:r>
          </a:p>
        </p:txBody>
      </p:sp>
      <p:sp>
        <p:nvSpPr>
          <p:cNvPr id="3" name="日付プレースホルダー 2">
            <a:extLst>
              <a:ext uri="{FF2B5EF4-FFF2-40B4-BE49-F238E27FC236}">
                <a16:creationId xmlns:a16="http://schemas.microsoft.com/office/drawing/2014/main" id="{5F634804-0821-5406-0FE3-62E2A79397FB}"/>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B893F47C-24F6-9DF9-BDC8-A9180C64DDFC}"/>
              </a:ext>
            </a:extLst>
          </p:cNvPr>
          <p:cNvSpPr>
            <a:spLocks noGrp="1"/>
          </p:cNvSpPr>
          <p:nvPr>
            <p:ph type="sldNum" sz="quarter" idx="12"/>
          </p:nvPr>
        </p:nvSpPr>
        <p:spPr/>
        <p:txBody>
          <a:bodyPr/>
          <a:lstStyle/>
          <a:p>
            <a:pPr rtl="0"/>
            <a:fld id="{9860EDB8-5305-433F-BE41-D7A86D811DB3}" type="slidenum">
              <a:rPr lang="en-US" altLang="ja-JP" noProof="0" smtClean="0"/>
              <a:pPr rtl="0"/>
              <a:t>19</a:t>
            </a:fld>
            <a:endParaRPr lang="ja-JP" altLang="en-US" noProof="0"/>
          </a:p>
        </p:txBody>
      </p:sp>
      <p:pic>
        <p:nvPicPr>
          <p:cNvPr id="11" name="図 10">
            <a:extLst>
              <a:ext uri="{FF2B5EF4-FFF2-40B4-BE49-F238E27FC236}">
                <a16:creationId xmlns:a16="http://schemas.microsoft.com/office/drawing/2014/main" id="{37034658-9AE2-6FCF-C53E-42C37A554BD3}"/>
              </a:ext>
            </a:extLst>
          </p:cNvPr>
          <p:cNvPicPr>
            <a:picLocks noChangeAspect="1"/>
          </p:cNvPicPr>
          <p:nvPr/>
        </p:nvPicPr>
        <p:blipFill>
          <a:blip r:embed="rId2"/>
          <a:stretch>
            <a:fillRect/>
          </a:stretch>
        </p:blipFill>
        <p:spPr>
          <a:xfrm>
            <a:off x="1461255" y="1579251"/>
            <a:ext cx="3742361" cy="3267478"/>
          </a:xfrm>
          <a:prstGeom prst="rect">
            <a:avLst/>
          </a:prstGeom>
        </p:spPr>
      </p:pic>
      <mc:AlternateContent xmlns:mc="http://schemas.openxmlformats.org/markup-compatibility/2006" xmlns:a14="http://schemas.microsoft.com/office/drawing/2010/main">
        <mc:Choice Requires="a14">
          <p:sp>
            <p:nvSpPr>
              <p:cNvPr id="12" name="テキスト ボックス 11">
                <a:extLst>
                  <a:ext uri="{FF2B5EF4-FFF2-40B4-BE49-F238E27FC236}">
                    <a16:creationId xmlns:a16="http://schemas.microsoft.com/office/drawing/2014/main" id="{3C9C1D29-80AE-9A0A-C82F-D1A27C15F7BE}"/>
                  </a:ext>
                </a:extLst>
              </p:cNvPr>
              <p:cNvSpPr txBox="1"/>
              <p:nvPr/>
            </p:nvSpPr>
            <p:spPr>
              <a:xfrm rot="5400000">
                <a:off x="-357150" y="3028324"/>
                <a:ext cx="3267478" cy="369332"/>
              </a:xfrm>
              <a:prstGeom prst="rect">
                <a:avLst/>
              </a:prstGeom>
              <a:noFill/>
            </p:spPr>
            <p:txBody>
              <a:bodyPr wrap="square" rtlCol="0">
                <a:spAutoFit/>
              </a:bodyPr>
              <a:lstStyle/>
              <a:p>
                <a:pPr algn="ctr"/>
                <a14:m>
                  <m:oMath xmlns:m="http://schemas.openxmlformats.org/officeDocument/2006/math">
                    <m:sSub>
                      <m:sSubPr>
                        <m:ctrlPr>
                          <a:rPr kumimoji="1" lang="en-US" altLang="ja-JP" i="1" dirty="0" smtClean="0">
                            <a:latin typeface="Cambria Math" panose="02040503050406030204" pitchFamily="18" charset="0"/>
                          </a:rPr>
                        </m:ctrlPr>
                      </m:sSubPr>
                      <m:e>
                        <m:r>
                          <a:rPr kumimoji="1" lang="en-US" altLang="ja-JP" i="1" dirty="0" smtClean="0">
                            <a:latin typeface="Cambria Math" panose="02040503050406030204" pitchFamily="18" charset="0"/>
                          </a:rPr>
                          <m:t>𝐼</m:t>
                        </m:r>
                      </m:e>
                      <m:sub>
                        <m:r>
                          <a:rPr kumimoji="1" lang="en-US" altLang="ja-JP" b="0" i="1" dirty="0" smtClean="0">
                            <a:latin typeface="Cambria Math" panose="02040503050406030204" pitchFamily="18" charset="0"/>
                          </a:rPr>
                          <m:t>𝐷𝑆</m:t>
                        </m:r>
                      </m:sub>
                    </m:sSub>
                  </m:oMath>
                </a14:m>
                <a:r>
                  <a:rPr kumimoji="1" lang="ja-JP" altLang="en-US" dirty="0"/>
                  <a:t>（</a:t>
                </a:r>
                <a:r>
                  <a:rPr kumimoji="1" lang="en-US" altLang="ja-JP" dirty="0" err="1"/>
                  <a:t>μA</a:t>
                </a:r>
                <a:r>
                  <a:rPr kumimoji="1" lang="ja-JP" altLang="en-US" dirty="0"/>
                  <a:t>）</a:t>
                </a:r>
              </a:p>
            </p:txBody>
          </p:sp>
        </mc:Choice>
        <mc:Fallback xmlns="">
          <p:sp>
            <p:nvSpPr>
              <p:cNvPr id="12" name="テキスト ボックス 11">
                <a:extLst>
                  <a:ext uri="{FF2B5EF4-FFF2-40B4-BE49-F238E27FC236}">
                    <a16:creationId xmlns:a16="http://schemas.microsoft.com/office/drawing/2014/main" id="{3C9C1D29-80AE-9A0A-C82F-D1A27C15F7BE}"/>
                  </a:ext>
                </a:extLst>
              </p:cNvPr>
              <p:cNvSpPr txBox="1">
                <a:spLocks noRot="1" noChangeAspect="1" noMove="1" noResize="1" noEditPoints="1" noAdjustHandles="1" noChangeArrowheads="1" noChangeShapeType="1" noTextEdit="1"/>
              </p:cNvSpPr>
              <p:nvPr/>
            </p:nvSpPr>
            <p:spPr>
              <a:xfrm rot="5400000">
                <a:off x="-357150" y="3028324"/>
                <a:ext cx="3267478" cy="369332"/>
              </a:xfrm>
              <a:prstGeom prst="rect">
                <a:avLst/>
              </a:prstGeom>
              <a:blipFill>
                <a:blip r:embed="rId3"/>
                <a:stretch>
                  <a:fillRect l="-26230" r="-11475"/>
                </a:stretch>
              </a:blipFill>
            </p:spPr>
            <p:txBody>
              <a:bodyPr/>
              <a:lstStyle/>
              <a:p>
                <a:r>
                  <a:rPr lang="ja-JP" altLang="en-US">
                    <a:noFill/>
                  </a:rPr>
                  <a:t> </a:t>
                </a:r>
              </a:p>
            </p:txBody>
          </p:sp>
        </mc:Fallback>
      </mc:AlternateContent>
      <p:cxnSp>
        <p:nvCxnSpPr>
          <p:cNvPr id="7" name="直線矢印コネクタ 6">
            <a:extLst>
              <a:ext uri="{FF2B5EF4-FFF2-40B4-BE49-F238E27FC236}">
                <a16:creationId xmlns:a16="http://schemas.microsoft.com/office/drawing/2014/main" id="{5D514270-BA8B-4D3A-D5DA-4329835C30A5}"/>
              </a:ext>
            </a:extLst>
          </p:cNvPr>
          <p:cNvCxnSpPr/>
          <p:nvPr/>
        </p:nvCxnSpPr>
        <p:spPr>
          <a:xfrm>
            <a:off x="2917372" y="3718560"/>
            <a:ext cx="0" cy="740228"/>
          </a:xfrm>
          <a:prstGeom prst="straightConnector1">
            <a:avLst/>
          </a:prstGeom>
          <a:ln>
            <a:solidFill>
              <a:srgbClr val="FFFF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 name="テキスト ボックス 9">
                <a:extLst>
                  <a:ext uri="{FF2B5EF4-FFF2-40B4-BE49-F238E27FC236}">
                    <a16:creationId xmlns:a16="http://schemas.microsoft.com/office/drawing/2014/main" id="{9795BF1D-7E0D-AEFD-C9CD-ECDAAC2730E6}"/>
                  </a:ext>
                </a:extLst>
              </p:cNvPr>
              <p:cNvSpPr txBox="1"/>
              <p:nvPr/>
            </p:nvSpPr>
            <p:spPr>
              <a:xfrm>
                <a:off x="2634343" y="3244334"/>
                <a:ext cx="566057" cy="369332"/>
              </a:xfrm>
              <a:prstGeom prst="rect">
                <a:avLst/>
              </a:prstGeom>
              <a:noFill/>
            </p:spPr>
            <p:txBody>
              <a:bodyPr wrap="square" rtlCol="0">
                <a:spAutoFit/>
              </a:bodyPr>
              <a:lstStyle/>
              <a:p>
                <a:pPr/>
                <a14:m>
                  <m:oMathPara xmlns:m="http://schemas.openxmlformats.org/officeDocument/2006/math">
                    <m:oMath>
                      <m:sSub>
                        <m:sSubPr>
                          <m:ctrlPr>
                            <a:rPr kumimoji="1" lang="en-US" altLang="ja-JP" b="0" i="1" smtClean="0">
                              <a:solidFill>
                                <a:srgbClr val="FFFF00"/>
                              </a:solidFill>
                              <a:latin typeface="Cambria Math" panose="02040503050406030204" pitchFamily="18" charset="0"/>
                            </a:rPr>
                          </m:ctrlPr>
                        </m:sSubPr>
                        <m:e>
                          <m:r>
                            <a:rPr kumimoji="1" lang="en-US" altLang="ja-JP" b="0" i="1" smtClean="0">
                              <a:solidFill>
                                <a:srgbClr val="FFFF00"/>
                              </a:solidFill>
                              <a:latin typeface="Cambria Math" panose="02040503050406030204" pitchFamily="18" charset="0"/>
                            </a:rPr>
                            <m:t>𝑉</m:t>
                          </m:r>
                        </m:e>
                        <m:sub>
                          <m:r>
                            <a:rPr kumimoji="1" lang="en-US" altLang="ja-JP" b="0" i="1" smtClean="0">
                              <a:solidFill>
                                <a:srgbClr val="FFFF00"/>
                              </a:solidFill>
                              <a:latin typeface="Cambria Math" panose="02040503050406030204" pitchFamily="18" charset="0"/>
                            </a:rPr>
                            <m:t>𝑡ℎ</m:t>
                          </m:r>
                        </m:sub>
                      </m:sSub>
                    </m:oMath>
                  </m:oMathPara>
                </a14:m>
                <a:endParaRPr kumimoji="1" lang="ja-JP" altLang="en-US" dirty="0">
                  <a:solidFill>
                    <a:srgbClr val="FFFF00"/>
                  </a:solidFill>
                </a:endParaRPr>
              </a:p>
            </p:txBody>
          </p:sp>
        </mc:Choice>
        <mc:Fallback xmlns="">
          <p:sp>
            <p:nvSpPr>
              <p:cNvPr id="10" name="テキスト ボックス 9">
                <a:extLst>
                  <a:ext uri="{FF2B5EF4-FFF2-40B4-BE49-F238E27FC236}">
                    <a16:creationId xmlns:a16="http://schemas.microsoft.com/office/drawing/2014/main" id="{9795BF1D-7E0D-AEFD-C9CD-ECDAAC2730E6}"/>
                  </a:ext>
                </a:extLst>
              </p:cNvPr>
              <p:cNvSpPr txBox="1">
                <a:spLocks noRot="1" noChangeAspect="1" noMove="1" noResize="1" noEditPoints="1" noAdjustHandles="1" noChangeArrowheads="1" noChangeShapeType="1" noTextEdit="1"/>
              </p:cNvSpPr>
              <p:nvPr/>
            </p:nvSpPr>
            <p:spPr>
              <a:xfrm>
                <a:off x="2634343" y="3244334"/>
                <a:ext cx="566057" cy="369332"/>
              </a:xfrm>
              <a:prstGeom prst="rect">
                <a:avLst/>
              </a:prstGeom>
              <a:blipFill>
                <a:blip r:embed="rId4"/>
                <a:stretch>
                  <a:fillRect b="-3279"/>
                </a:stretch>
              </a:blipFill>
            </p:spPr>
            <p:txBody>
              <a:bodyPr/>
              <a:lstStyle/>
              <a:p>
                <a:r>
                  <a:rPr lang="ja-JP" altLang="en-US">
                    <a:noFill/>
                  </a:rPr>
                  <a:t> </a:t>
                </a:r>
              </a:p>
            </p:txBody>
          </p:sp>
        </mc:Fallback>
      </mc:AlternateContent>
      <p:sp>
        <p:nvSpPr>
          <p:cNvPr id="13" name="二等辺三角形 12">
            <a:extLst>
              <a:ext uri="{FF2B5EF4-FFF2-40B4-BE49-F238E27FC236}">
                <a16:creationId xmlns:a16="http://schemas.microsoft.com/office/drawing/2014/main" id="{CED64547-EBB8-64C2-63E4-FFD4CEFACD70}"/>
              </a:ext>
            </a:extLst>
          </p:cNvPr>
          <p:cNvSpPr/>
          <p:nvPr/>
        </p:nvSpPr>
        <p:spPr>
          <a:xfrm>
            <a:off x="3927567" y="2390112"/>
            <a:ext cx="738318" cy="1223554"/>
          </a:xfrm>
          <a:prstGeom prst="triangle">
            <a:avLst>
              <a:gd name="adj" fmla="val 100000"/>
            </a:avLst>
          </a:prstGeom>
          <a:solidFill>
            <a:srgbClr val="FFFF00"/>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1774ED82-D8A2-C36F-4529-0B8DB441FC78}"/>
                  </a:ext>
                </a:extLst>
              </p:cNvPr>
              <p:cNvSpPr txBox="1"/>
              <p:nvPr/>
            </p:nvSpPr>
            <p:spPr>
              <a:xfrm>
                <a:off x="4023363" y="3635837"/>
                <a:ext cx="642522" cy="369332"/>
              </a:xfrm>
              <a:prstGeom prst="rect">
                <a:avLst/>
              </a:prstGeom>
              <a:noFill/>
            </p:spPr>
            <p:txBody>
              <a:bodyPr wrap="square" rtlCol="0">
                <a:spAutoFit/>
              </a:bodyPr>
              <a:lstStyle/>
              <a:p>
                <a:pPr/>
                <a14:m>
                  <m:oMathPara xmlns:m="http://schemas.openxmlformats.org/officeDocument/2006/math">
                    <m:oMathParaPr>
                      <m:jc m:val="center"/>
                    </m:oMathParaPr>
                    <m:oMath>
                      <m:r>
                        <m:rPr>
                          <m:sty m:val="p"/>
                        </m:rPr>
                        <a:rPr kumimoji="1" lang="en-US" altLang="ja-JP" i="1" dirty="0">
                          <a:solidFill>
                            <a:srgbClr val="FFFF00"/>
                          </a:solidFill>
                          <a:latin typeface="Cambria Math" panose="02040503050406030204" pitchFamily="18" charset="0"/>
                        </a:rPr>
                        <m:t>Δ</m:t>
                      </m:r>
                      <m:sSub>
                        <m:sSubPr>
                          <m:ctrlPr>
                            <a:rPr kumimoji="1" lang="en-US" altLang="ja-JP" i="1" dirty="0" smtClean="0">
                              <a:solidFill>
                                <a:srgbClr val="FFFF00"/>
                              </a:solidFill>
                              <a:latin typeface="Cambria Math" panose="02040503050406030204" pitchFamily="18" charset="0"/>
                            </a:rPr>
                          </m:ctrlPr>
                        </m:sSubPr>
                        <m:e>
                          <m:r>
                            <a:rPr kumimoji="1" lang="en-US" altLang="ja-JP" i="1" dirty="0" smtClean="0">
                              <a:solidFill>
                                <a:srgbClr val="FFFF00"/>
                              </a:solidFill>
                              <a:latin typeface="Cambria Math" panose="02040503050406030204" pitchFamily="18" charset="0"/>
                            </a:rPr>
                            <m:t>𝑉</m:t>
                          </m:r>
                        </m:e>
                        <m:sub>
                          <m:r>
                            <a:rPr kumimoji="1" lang="en-US" altLang="ja-JP" b="0" i="1" dirty="0" smtClean="0">
                              <a:solidFill>
                                <a:srgbClr val="FFFF00"/>
                              </a:solidFill>
                              <a:latin typeface="Cambria Math" panose="02040503050406030204" pitchFamily="18" charset="0"/>
                            </a:rPr>
                            <m:t>𝐺𝑆</m:t>
                          </m:r>
                        </m:sub>
                      </m:sSub>
                    </m:oMath>
                  </m:oMathPara>
                </a14:m>
                <a:endParaRPr kumimoji="1" lang="ja-JP" altLang="en-US" dirty="0">
                  <a:solidFill>
                    <a:srgbClr val="FFFF00"/>
                  </a:solidFill>
                </a:endParaRPr>
              </a:p>
            </p:txBody>
          </p:sp>
        </mc:Choice>
        <mc:Fallback xmlns="">
          <p:sp>
            <p:nvSpPr>
              <p:cNvPr id="14" name="テキスト ボックス 13">
                <a:extLst>
                  <a:ext uri="{FF2B5EF4-FFF2-40B4-BE49-F238E27FC236}">
                    <a16:creationId xmlns:a16="http://schemas.microsoft.com/office/drawing/2014/main" id="{1774ED82-D8A2-C36F-4529-0B8DB441FC78}"/>
                  </a:ext>
                </a:extLst>
              </p:cNvPr>
              <p:cNvSpPr txBox="1">
                <a:spLocks noRot="1" noChangeAspect="1" noMove="1" noResize="1" noEditPoints="1" noAdjustHandles="1" noChangeArrowheads="1" noChangeShapeType="1" noTextEdit="1"/>
              </p:cNvSpPr>
              <p:nvPr/>
            </p:nvSpPr>
            <p:spPr>
              <a:xfrm>
                <a:off x="4023363" y="3635837"/>
                <a:ext cx="642522" cy="369332"/>
              </a:xfrm>
              <a:prstGeom prst="rect">
                <a:avLst/>
              </a:prstGeom>
              <a:blipFill>
                <a:blip r:embed="rId5"/>
                <a:stretch>
                  <a:fillRect b="-1639"/>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5" name="テキスト ボックス 14">
                <a:extLst>
                  <a:ext uri="{FF2B5EF4-FFF2-40B4-BE49-F238E27FC236}">
                    <a16:creationId xmlns:a16="http://schemas.microsoft.com/office/drawing/2014/main" id="{48FCC22D-8176-2FCD-EB20-6E4E67DE4A82}"/>
                  </a:ext>
                </a:extLst>
              </p:cNvPr>
              <p:cNvSpPr txBox="1"/>
              <p:nvPr/>
            </p:nvSpPr>
            <p:spPr>
              <a:xfrm>
                <a:off x="4613490" y="2908120"/>
                <a:ext cx="642522" cy="369332"/>
              </a:xfrm>
              <a:prstGeom prst="rect">
                <a:avLst/>
              </a:prstGeom>
              <a:noFill/>
            </p:spPr>
            <p:txBody>
              <a:bodyPr wrap="square" rtlCol="0">
                <a:spAutoFit/>
              </a:bodyPr>
              <a:lstStyle/>
              <a:p>
                <a:pPr/>
                <a14:m>
                  <m:oMathPara xmlns:m="http://schemas.openxmlformats.org/officeDocument/2006/math">
                    <m:oMathParaPr>
                      <m:jc m:val="center"/>
                    </m:oMathParaPr>
                    <m:oMath>
                      <m:r>
                        <m:rPr>
                          <m:sty m:val="p"/>
                        </m:rPr>
                        <a:rPr kumimoji="1" lang="en-US" altLang="ja-JP" i="1" dirty="0">
                          <a:solidFill>
                            <a:srgbClr val="FFFF00"/>
                          </a:solidFill>
                          <a:latin typeface="Cambria Math" panose="02040503050406030204" pitchFamily="18" charset="0"/>
                        </a:rPr>
                        <m:t>Δ</m:t>
                      </m:r>
                      <m:sSub>
                        <m:sSubPr>
                          <m:ctrlPr>
                            <a:rPr kumimoji="1" lang="en-US" altLang="ja-JP" b="0" i="1" dirty="0" smtClean="0">
                              <a:solidFill>
                                <a:srgbClr val="FFFF00"/>
                              </a:solidFill>
                              <a:latin typeface="Cambria Math" panose="02040503050406030204" pitchFamily="18" charset="0"/>
                            </a:rPr>
                          </m:ctrlPr>
                        </m:sSubPr>
                        <m:e>
                          <m:r>
                            <a:rPr kumimoji="1" lang="en-US" altLang="ja-JP" b="0" i="1" dirty="0" smtClean="0">
                              <a:solidFill>
                                <a:srgbClr val="FFFF00"/>
                              </a:solidFill>
                              <a:latin typeface="Cambria Math" panose="02040503050406030204" pitchFamily="18" charset="0"/>
                            </a:rPr>
                            <m:t>𝐼</m:t>
                          </m:r>
                        </m:e>
                        <m:sub>
                          <m:r>
                            <a:rPr kumimoji="1" lang="en-US" altLang="ja-JP" b="0" i="1" dirty="0" smtClean="0">
                              <a:solidFill>
                                <a:srgbClr val="FFFF00"/>
                              </a:solidFill>
                              <a:latin typeface="Cambria Math" panose="02040503050406030204" pitchFamily="18" charset="0"/>
                            </a:rPr>
                            <m:t>𝐷𝑆</m:t>
                          </m:r>
                        </m:sub>
                      </m:sSub>
                    </m:oMath>
                  </m:oMathPara>
                </a14:m>
                <a:endParaRPr kumimoji="1" lang="ja-JP" altLang="en-US" dirty="0">
                  <a:solidFill>
                    <a:srgbClr val="FFFF00"/>
                  </a:solidFill>
                </a:endParaRPr>
              </a:p>
            </p:txBody>
          </p:sp>
        </mc:Choice>
        <mc:Fallback xmlns="">
          <p:sp>
            <p:nvSpPr>
              <p:cNvPr id="15" name="テキスト ボックス 14">
                <a:extLst>
                  <a:ext uri="{FF2B5EF4-FFF2-40B4-BE49-F238E27FC236}">
                    <a16:creationId xmlns:a16="http://schemas.microsoft.com/office/drawing/2014/main" id="{48FCC22D-8176-2FCD-EB20-6E4E67DE4A82}"/>
                  </a:ext>
                </a:extLst>
              </p:cNvPr>
              <p:cNvSpPr txBox="1">
                <a:spLocks noRot="1" noChangeAspect="1" noMove="1" noResize="1" noEditPoints="1" noAdjustHandles="1" noChangeArrowheads="1" noChangeShapeType="1" noTextEdit="1"/>
              </p:cNvSpPr>
              <p:nvPr/>
            </p:nvSpPr>
            <p:spPr>
              <a:xfrm>
                <a:off x="4613490" y="2908120"/>
                <a:ext cx="642522" cy="369332"/>
              </a:xfrm>
              <a:prstGeom prst="rect">
                <a:avLst/>
              </a:prstGeom>
              <a:blipFill>
                <a:blip r:embed="rId6"/>
                <a:stretch>
                  <a:fillRect b="-1639"/>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6" name="テキスト ボックス 15">
                <a:extLst>
                  <a:ext uri="{FF2B5EF4-FFF2-40B4-BE49-F238E27FC236}">
                    <a16:creationId xmlns:a16="http://schemas.microsoft.com/office/drawing/2014/main" id="{A6D258FA-D626-8ACD-67BC-53674A296E90}"/>
                  </a:ext>
                </a:extLst>
              </p:cNvPr>
              <p:cNvSpPr txBox="1"/>
              <p:nvPr/>
            </p:nvSpPr>
            <p:spPr>
              <a:xfrm>
                <a:off x="3654204" y="2708605"/>
                <a:ext cx="642522" cy="369332"/>
              </a:xfrm>
              <a:prstGeom prst="rect">
                <a:avLst/>
              </a:prstGeom>
              <a:noFill/>
            </p:spPr>
            <p:txBody>
              <a:bodyPr wrap="square" rtlCol="0">
                <a:spAutoFit/>
              </a:bodyPr>
              <a:lstStyle/>
              <a:p>
                <a:pPr/>
                <a14:m>
                  <m:oMathPara xmlns:m="http://schemas.openxmlformats.org/officeDocument/2006/math">
                    <m:oMathParaPr>
                      <m:jc m:val="center"/>
                    </m:oMathParaPr>
                    <m:oMath>
                      <m:sSub>
                        <m:sSubPr>
                          <m:ctrlPr>
                            <a:rPr kumimoji="1" lang="en-US" altLang="ja-JP" b="0" i="1" dirty="0" smtClean="0">
                              <a:solidFill>
                                <a:srgbClr val="FFFF00"/>
                              </a:solidFill>
                              <a:latin typeface="Cambria Math" panose="02040503050406030204" pitchFamily="18" charset="0"/>
                            </a:rPr>
                          </m:ctrlPr>
                        </m:sSubPr>
                        <m:e>
                          <m:r>
                            <a:rPr kumimoji="1" lang="en-US" altLang="ja-JP" b="0" i="1" dirty="0" smtClean="0">
                              <a:solidFill>
                                <a:srgbClr val="FFFF00"/>
                              </a:solidFill>
                              <a:latin typeface="Cambria Math" panose="02040503050406030204" pitchFamily="18" charset="0"/>
                            </a:rPr>
                            <m:t>𝑔</m:t>
                          </m:r>
                        </m:e>
                        <m:sub>
                          <m:r>
                            <a:rPr kumimoji="1" lang="en-US" altLang="ja-JP" b="0" i="1" dirty="0" smtClean="0">
                              <a:solidFill>
                                <a:srgbClr val="FFFF00"/>
                              </a:solidFill>
                              <a:latin typeface="Cambria Math" panose="02040503050406030204" pitchFamily="18" charset="0"/>
                            </a:rPr>
                            <m:t>𝑚</m:t>
                          </m:r>
                        </m:sub>
                      </m:sSub>
                    </m:oMath>
                  </m:oMathPara>
                </a14:m>
                <a:endParaRPr kumimoji="1" lang="ja-JP" altLang="en-US" dirty="0">
                  <a:solidFill>
                    <a:srgbClr val="FFFF00"/>
                  </a:solidFill>
                </a:endParaRPr>
              </a:p>
            </p:txBody>
          </p:sp>
        </mc:Choice>
        <mc:Fallback xmlns="">
          <p:sp>
            <p:nvSpPr>
              <p:cNvPr id="16" name="テキスト ボックス 15">
                <a:extLst>
                  <a:ext uri="{FF2B5EF4-FFF2-40B4-BE49-F238E27FC236}">
                    <a16:creationId xmlns:a16="http://schemas.microsoft.com/office/drawing/2014/main" id="{A6D258FA-D626-8ACD-67BC-53674A296E90}"/>
                  </a:ext>
                </a:extLst>
              </p:cNvPr>
              <p:cNvSpPr txBox="1">
                <a:spLocks noRot="1" noChangeAspect="1" noMove="1" noResize="1" noEditPoints="1" noAdjustHandles="1" noChangeArrowheads="1" noChangeShapeType="1" noTextEdit="1"/>
              </p:cNvSpPr>
              <p:nvPr/>
            </p:nvSpPr>
            <p:spPr>
              <a:xfrm>
                <a:off x="3654204" y="2708605"/>
                <a:ext cx="642522" cy="369332"/>
              </a:xfrm>
              <a:prstGeom prst="rect">
                <a:avLst/>
              </a:prstGeom>
              <a:blipFill>
                <a:blip r:embed="rId7"/>
                <a:stretch>
                  <a:fillRect b="-983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7" name="テキスト ボックス 16">
                <a:extLst>
                  <a:ext uri="{FF2B5EF4-FFF2-40B4-BE49-F238E27FC236}">
                    <a16:creationId xmlns:a16="http://schemas.microsoft.com/office/drawing/2014/main" id="{99020F2D-D27E-B319-CAF4-99AB70C8255F}"/>
                  </a:ext>
                </a:extLst>
              </p:cNvPr>
              <p:cNvSpPr txBox="1"/>
              <p:nvPr/>
            </p:nvSpPr>
            <p:spPr>
              <a:xfrm>
                <a:off x="1942014" y="4841256"/>
                <a:ext cx="3261601" cy="369332"/>
              </a:xfrm>
              <a:prstGeom prst="rect">
                <a:avLst/>
              </a:prstGeom>
              <a:noFill/>
            </p:spPr>
            <p:txBody>
              <a:bodyPr wrap="square" rtlCol="0">
                <a:spAutoFit/>
              </a:bodyPr>
              <a:lstStyle/>
              <a:p>
                <a:pPr algn="ctr"/>
                <a14:m>
                  <m:oMath xmlns:m="http://schemas.openxmlformats.org/officeDocument/2006/math">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𝑉</m:t>
                        </m:r>
                      </m:e>
                      <m:sub>
                        <m:r>
                          <a:rPr kumimoji="1" lang="en-US" altLang="ja-JP" b="0" i="1" smtClean="0">
                            <a:latin typeface="Cambria Math" panose="02040503050406030204" pitchFamily="18" charset="0"/>
                          </a:rPr>
                          <m:t>𝐺𝑆</m:t>
                        </m:r>
                      </m:sub>
                    </m:sSub>
                  </m:oMath>
                </a14:m>
                <a:r>
                  <a:rPr kumimoji="1" lang="ja-JP" altLang="en-US" dirty="0"/>
                  <a:t>（</a:t>
                </a:r>
                <a:r>
                  <a:rPr kumimoji="1" lang="en-US" altLang="ja-JP" dirty="0"/>
                  <a:t>V</a:t>
                </a:r>
                <a:r>
                  <a:rPr kumimoji="1" lang="ja-JP" altLang="en-US" dirty="0"/>
                  <a:t>）</a:t>
                </a:r>
              </a:p>
            </p:txBody>
          </p:sp>
        </mc:Choice>
        <mc:Fallback xmlns="">
          <p:sp>
            <p:nvSpPr>
              <p:cNvPr id="17" name="テキスト ボックス 16">
                <a:extLst>
                  <a:ext uri="{FF2B5EF4-FFF2-40B4-BE49-F238E27FC236}">
                    <a16:creationId xmlns:a16="http://schemas.microsoft.com/office/drawing/2014/main" id="{99020F2D-D27E-B319-CAF4-99AB70C8255F}"/>
                  </a:ext>
                </a:extLst>
              </p:cNvPr>
              <p:cNvSpPr txBox="1">
                <a:spLocks noRot="1" noChangeAspect="1" noMove="1" noResize="1" noEditPoints="1" noAdjustHandles="1" noChangeArrowheads="1" noChangeShapeType="1" noTextEdit="1"/>
              </p:cNvSpPr>
              <p:nvPr/>
            </p:nvSpPr>
            <p:spPr>
              <a:xfrm>
                <a:off x="1942014" y="4841256"/>
                <a:ext cx="3261601" cy="369332"/>
              </a:xfrm>
              <a:prstGeom prst="rect">
                <a:avLst/>
              </a:prstGeom>
              <a:blipFill>
                <a:blip r:embed="rId8"/>
                <a:stretch>
                  <a:fillRect t="-11475" b="-2623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9BF24E90-10F0-9098-2625-3B5F988CEE06}"/>
                  </a:ext>
                </a:extLst>
              </p:cNvPr>
              <p:cNvSpPr txBox="1"/>
              <p:nvPr/>
            </p:nvSpPr>
            <p:spPr>
              <a:xfrm>
                <a:off x="4423522" y="1684566"/>
                <a:ext cx="642522" cy="369332"/>
              </a:xfrm>
              <a:prstGeom prst="rect">
                <a:avLst/>
              </a:prstGeom>
              <a:noFill/>
            </p:spPr>
            <p:txBody>
              <a:bodyPr wrap="square" rtlCol="0">
                <a:spAutoFit/>
              </a:bodyPr>
              <a:lstStyle/>
              <a:p>
                <a:pPr/>
                <a14:m>
                  <m:oMathPara xmlns:m="http://schemas.openxmlformats.org/officeDocument/2006/math">
                    <m:oMathParaPr>
                      <m:jc m:val="center"/>
                    </m:oMathParaPr>
                    <m:oMath>
                      <m:sSub>
                        <m:sSubPr>
                          <m:ctrlPr>
                            <a:rPr kumimoji="1" lang="en-US" altLang="ja-JP" b="0" i="1" dirty="0" smtClean="0">
                              <a:solidFill>
                                <a:srgbClr val="FFFF00"/>
                              </a:solidFill>
                              <a:latin typeface="Cambria Math" panose="02040503050406030204" pitchFamily="18" charset="0"/>
                            </a:rPr>
                          </m:ctrlPr>
                        </m:sSubPr>
                        <m:e>
                          <m:r>
                            <a:rPr kumimoji="1" lang="en-US" altLang="ja-JP" b="0" i="1" dirty="0" smtClean="0">
                              <a:solidFill>
                                <a:srgbClr val="FFFF00"/>
                              </a:solidFill>
                              <a:latin typeface="Cambria Math" panose="02040503050406030204" pitchFamily="18" charset="0"/>
                            </a:rPr>
                            <m:t>𝑅</m:t>
                          </m:r>
                        </m:e>
                        <m:sub>
                          <m:r>
                            <a:rPr kumimoji="1" lang="en-US" altLang="ja-JP" b="0" i="1" dirty="0" smtClean="0">
                              <a:solidFill>
                                <a:srgbClr val="FFFF00"/>
                              </a:solidFill>
                              <a:latin typeface="Cambria Math" panose="02040503050406030204" pitchFamily="18" charset="0"/>
                            </a:rPr>
                            <m:t>𝑜𝑛</m:t>
                          </m:r>
                        </m:sub>
                      </m:sSub>
                    </m:oMath>
                  </m:oMathPara>
                </a14:m>
                <a:endParaRPr kumimoji="1" lang="ja-JP" altLang="en-US" dirty="0">
                  <a:solidFill>
                    <a:srgbClr val="FFFF00"/>
                  </a:solidFill>
                </a:endParaRPr>
              </a:p>
            </p:txBody>
          </p:sp>
        </mc:Choice>
        <mc:Fallback xmlns="">
          <p:sp>
            <p:nvSpPr>
              <p:cNvPr id="18" name="テキスト ボックス 17">
                <a:extLst>
                  <a:ext uri="{FF2B5EF4-FFF2-40B4-BE49-F238E27FC236}">
                    <a16:creationId xmlns:a16="http://schemas.microsoft.com/office/drawing/2014/main" id="{9BF24E90-10F0-9098-2625-3B5F988CEE06}"/>
                  </a:ext>
                </a:extLst>
              </p:cNvPr>
              <p:cNvSpPr txBox="1">
                <a:spLocks noRot="1" noChangeAspect="1" noMove="1" noResize="1" noEditPoints="1" noAdjustHandles="1" noChangeArrowheads="1" noChangeShapeType="1" noTextEdit="1"/>
              </p:cNvSpPr>
              <p:nvPr/>
            </p:nvSpPr>
            <p:spPr>
              <a:xfrm>
                <a:off x="4423522" y="1684566"/>
                <a:ext cx="642522" cy="369332"/>
              </a:xfrm>
              <a:prstGeom prst="rect">
                <a:avLst/>
              </a:prstGeom>
              <a:blipFill>
                <a:blip r:embed="rId9"/>
                <a:stretch>
                  <a:fillRect/>
                </a:stretch>
              </a:blipFill>
            </p:spPr>
            <p:txBody>
              <a:bodyPr/>
              <a:lstStyle/>
              <a:p>
                <a:r>
                  <a:rPr lang="ja-JP" altLang="en-US">
                    <a:noFill/>
                  </a:rPr>
                  <a:t> </a:t>
                </a:r>
              </a:p>
            </p:txBody>
          </p:sp>
        </mc:Fallback>
      </mc:AlternateContent>
      <p:sp>
        <p:nvSpPr>
          <p:cNvPr id="19" name="楕円 18">
            <a:extLst>
              <a:ext uri="{FF2B5EF4-FFF2-40B4-BE49-F238E27FC236}">
                <a16:creationId xmlns:a16="http://schemas.microsoft.com/office/drawing/2014/main" id="{533FD2D7-6319-D744-19EF-2E8E0EC6D30C}"/>
              </a:ext>
            </a:extLst>
          </p:cNvPr>
          <p:cNvSpPr/>
          <p:nvPr/>
        </p:nvSpPr>
        <p:spPr>
          <a:xfrm>
            <a:off x="4666952" y="2086795"/>
            <a:ext cx="155662" cy="155662"/>
          </a:xfrm>
          <a:prstGeom prst="ellipse">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20" name="コンテンツ プレースホルダー 4">
                <a:extLst>
                  <a:ext uri="{FF2B5EF4-FFF2-40B4-BE49-F238E27FC236}">
                    <a16:creationId xmlns:a16="http://schemas.microsoft.com/office/drawing/2014/main" id="{33B437AD-3790-6632-6B36-2A8FC8F977E2}"/>
                  </a:ext>
                </a:extLst>
              </p:cNvPr>
              <p:cNvSpPr>
                <a:spLocks noGrp="1"/>
              </p:cNvSpPr>
              <p:nvPr>
                <p:ph sz="quarter" idx="13"/>
              </p:nvPr>
            </p:nvSpPr>
            <p:spPr>
              <a:xfrm>
                <a:off x="5476978" y="1463040"/>
                <a:ext cx="6178065" cy="4601748"/>
              </a:xfrm>
            </p:spPr>
            <p:txBody>
              <a:bodyPr>
                <a:normAutofit/>
              </a:bodyPr>
              <a:lstStyle/>
              <a:p>
                <a:pPr marL="342900" indent="-342900">
                  <a:buFont typeface="Arial" panose="020B0604020202020204" pitchFamily="34" charset="0"/>
                  <a:buChar char="•"/>
                </a:pP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𝑉</m:t>
                        </m:r>
                      </m:e>
                      <m:sub>
                        <m:r>
                          <a:rPr lang="en-US" altLang="ja-JP" sz="2000" b="0" i="1" smtClean="0">
                            <a:latin typeface="Cambria Math" panose="02040503050406030204" pitchFamily="18" charset="0"/>
                          </a:rPr>
                          <m:t>𝑡ℎ</m:t>
                        </m:r>
                      </m:sub>
                    </m:sSub>
                  </m:oMath>
                </a14:m>
                <a:r>
                  <a:rPr kumimoji="1" lang="en-US" altLang="ja-JP" sz="2000" dirty="0"/>
                  <a:t> </a:t>
                </a:r>
                <a:r>
                  <a:rPr kumimoji="1" lang="ja-JP" altLang="en-US" sz="2000" dirty="0"/>
                  <a:t>閾値電圧</a:t>
                </a:r>
                <a:br>
                  <a:rPr kumimoji="1" lang="en-US" altLang="ja-JP" sz="2000" dirty="0"/>
                </a:br>
                <a:r>
                  <a:rPr kumimoji="1" lang="ja-JP" altLang="en-US" sz="2000" dirty="0"/>
                  <a:t>電流が流れ始めるゲートソース間電圧の閾値</a:t>
                </a:r>
                <a:endParaRPr kumimoji="1" lang="en-US" altLang="ja-JP" sz="2000" dirty="0"/>
              </a:p>
              <a:p>
                <a:pPr marL="342900" indent="-342900">
                  <a:buFont typeface="Arial" panose="020B0604020202020204" pitchFamily="34" charset="0"/>
                  <a:buChar char="•"/>
                </a:pPr>
                <a14:m>
                  <m:oMath xmlns:m="http://schemas.openxmlformats.org/officeDocument/2006/math">
                    <m:sSub>
                      <m:sSubPr>
                        <m:ctrlPr>
                          <a:rPr lang="en-US" altLang="ja-JP" sz="2000" b="0" i="1" smtClean="0">
                            <a:latin typeface="Cambria Math" panose="02040503050406030204" pitchFamily="18" charset="0"/>
                          </a:rPr>
                        </m:ctrlPr>
                      </m:sSubPr>
                      <m:e>
                        <m:r>
                          <a:rPr lang="en-US" altLang="ja-JP" sz="2000" b="0" i="1" smtClean="0">
                            <a:latin typeface="Cambria Math" panose="02040503050406030204" pitchFamily="18" charset="0"/>
                          </a:rPr>
                          <m:t>𝑔</m:t>
                        </m:r>
                      </m:e>
                      <m:sub>
                        <m:r>
                          <a:rPr lang="en-US" altLang="ja-JP" sz="2000" b="0" i="1" smtClean="0">
                            <a:latin typeface="Cambria Math" panose="02040503050406030204" pitchFamily="18" charset="0"/>
                          </a:rPr>
                          <m:t>𝑚</m:t>
                        </m:r>
                      </m:sub>
                    </m:sSub>
                  </m:oMath>
                </a14:m>
                <a:r>
                  <a:rPr kumimoji="1" lang="ja-JP" altLang="en-US" sz="2000" dirty="0"/>
                  <a:t> トランスコンダクタンス</a:t>
                </a:r>
                <a:br>
                  <a:rPr lang="en-US" altLang="ja-JP" sz="2000" dirty="0"/>
                </a:br>
                <a:r>
                  <a:rPr lang="ja-JP" altLang="en-US" sz="2000" dirty="0"/>
                  <a:t>ゲート電圧の変化分 対 ドレインソース間電流の変化分</a:t>
                </a:r>
                <a:endParaRPr lang="en-US" altLang="ja-JP" sz="2000" dirty="0"/>
              </a:p>
              <a:p>
                <a:pPr marL="342900" indent="-342900">
                  <a:buFont typeface="Arial" panose="020B0604020202020204" pitchFamily="34" charset="0"/>
                  <a:buChar char="•"/>
                </a:pPr>
                <a14:m>
                  <m:oMath xmlns:m="http://schemas.openxmlformats.org/officeDocument/2006/math">
                    <m:sSub>
                      <m:sSubPr>
                        <m:ctrlPr>
                          <a:rPr lang="en-US" altLang="ja-JP" sz="2000" b="0" i="1" dirty="0" smtClean="0">
                            <a:latin typeface="Cambria Math" panose="02040503050406030204" pitchFamily="18" charset="0"/>
                          </a:rPr>
                        </m:ctrlPr>
                      </m:sSubPr>
                      <m:e>
                        <m:r>
                          <a:rPr lang="en-US" altLang="ja-JP" sz="2000" b="0" i="1" dirty="0" smtClean="0">
                            <a:latin typeface="Cambria Math" panose="02040503050406030204" pitchFamily="18" charset="0"/>
                          </a:rPr>
                          <m:t>𝑅</m:t>
                        </m:r>
                      </m:e>
                      <m:sub>
                        <m:r>
                          <a:rPr lang="en-US" altLang="ja-JP" sz="2000" b="0" i="1" dirty="0" smtClean="0">
                            <a:latin typeface="Cambria Math" panose="02040503050406030204" pitchFamily="18" charset="0"/>
                          </a:rPr>
                          <m:t>𝑜𝑛</m:t>
                        </m:r>
                      </m:sub>
                    </m:sSub>
                  </m:oMath>
                </a14:m>
                <a:r>
                  <a:rPr kumimoji="1" lang="en-US" altLang="ja-JP" sz="2000" dirty="0"/>
                  <a:t> </a:t>
                </a:r>
                <a:r>
                  <a:rPr kumimoji="1" lang="ja-JP" altLang="en-US" sz="2000" dirty="0"/>
                  <a:t>オン抵抗</a:t>
                </a:r>
                <a:br>
                  <a:rPr lang="en-US" altLang="ja-JP" sz="2000" dirty="0"/>
                </a:br>
                <a:r>
                  <a:rPr lang="ja-JP" altLang="en-US" sz="2000" dirty="0"/>
                  <a:t>オン状態で</a:t>
                </a:r>
                <a:r>
                  <a:rPr kumimoji="1" lang="ja-JP" altLang="en-US" sz="2000" dirty="0"/>
                  <a:t>の抵抗値</a:t>
                </a:r>
                <a:endParaRPr kumimoji="1" lang="en-US" altLang="ja-JP" sz="2000" dirty="0"/>
              </a:p>
            </p:txBody>
          </p:sp>
        </mc:Choice>
        <mc:Fallback xmlns="">
          <p:sp>
            <p:nvSpPr>
              <p:cNvPr id="20" name="コンテンツ プレースホルダー 4">
                <a:extLst>
                  <a:ext uri="{FF2B5EF4-FFF2-40B4-BE49-F238E27FC236}">
                    <a16:creationId xmlns:a16="http://schemas.microsoft.com/office/drawing/2014/main" id="{33B437AD-3790-6632-6B36-2A8FC8F977E2}"/>
                  </a:ext>
                </a:extLst>
              </p:cNvPr>
              <p:cNvSpPr>
                <a:spLocks noGrp="1" noRot="1" noChangeAspect="1" noMove="1" noResize="1" noEditPoints="1" noAdjustHandles="1" noChangeArrowheads="1" noChangeShapeType="1" noTextEdit="1"/>
              </p:cNvSpPr>
              <p:nvPr>
                <p:ph sz="quarter" idx="13"/>
              </p:nvPr>
            </p:nvSpPr>
            <p:spPr>
              <a:xfrm>
                <a:off x="5476978" y="1463040"/>
                <a:ext cx="6178065" cy="4601748"/>
              </a:xfrm>
              <a:blipFill>
                <a:blip r:embed="rId10"/>
                <a:stretch>
                  <a:fillRect l="-888" t="-795"/>
                </a:stretch>
              </a:blipFill>
            </p:spPr>
            <p:txBody>
              <a:bodyPr/>
              <a:lstStyle/>
              <a:p>
                <a:r>
                  <a:rPr lang="ja-JP" altLang="en-US">
                    <a:noFill/>
                  </a:rPr>
                  <a:t> </a:t>
                </a:r>
              </a:p>
            </p:txBody>
          </p:sp>
        </mc:Fallback>
      </mc:AlternateContent>
    </p:spTree>
    <p:extLst>
      <p:ext uri="{BB962C8B-B14F-4D97-AF65-F5344CB8AC3E}">
        <p14:creationId xmlns:p14="http://schemas.microsoft.com/office/powerpoint/2010/main" val="4322596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42313BE-2F6E-A123-EABC-D726C183919D}"/>
              </a:ext>
            </a:extLst>
          </p:cNvPr>
          <p:cNvSpPr>
            <a:spLocks noGrp="1"/>
          </p:cNvSpPr>
          <p:nvPr>
            <p:ph type="title"/>
          </p:nvPr>
        </p:nvSpPr>
        <p:spPr/>
        <p:txBody>
          <a:bodyPr/>
          <a:lstStyle/>
          <a:p>
            <a:r>
              <a:rPr lang="ja-JP" altLang="en-US" dirty="0"/>
              <a:t>設計する前に</a:t>
            </a:r>
            <a:r>
              <a:rPr lang="en-US" altLang="ja-JP" dirty="0"/>
              <a:t>…</a:t>
            </a:r>
            <a:endParaRPr kumimoji="1" lang="ja-JP" altLang="en-US" dirty="0"/>
          </a:p>
        </p:txBody>
      </p:sp>
      <p:sp>
        <p:nvSpPr>
          <p:cNvPr id="3" name="日付プレースホルダー 2">
            <a:extLst>
              <a:ext uri="{FF2B5EF4-FFF2-40B4-BE49-F238E27FC236}">
                <a16:creationId xmlns:a16="http://schemas.microsoft.com/office/drawing/2014/main" id="{CE6F2859-A6C3-6CF4-EE28-BDE36373123A}"/>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681892DF-9538-D5C4-F8F1-7AECA804FA85}"/>
              </a:ext>
            </a:extLst>
          </p:cNvPr>
          <p:cNvSpPr>
            <a:spLocks noGrp="1"/>
          </p:cNvSpPr>
          <p:nvPr>
            <p:ph type="sldNum" sz="quarter" idx="12"/>
          </p:nvPr>
        </p:nvSpPr>
        <p:spPr/>
        <p:txBody>
          <a:bodyPr/>
          <a:lstStyle/>
          <a:p>
            <a:pPr rtl="0"/>
            <a:fld id="{9860EDB8-5305-433F-BE41-D7A86D811DB3}" type="slidenum">
              <a:rPr lang="en-US" altLang="ja-JP" noProof="0" smtClean="0"/>
              <a:pPr rtl="0"/>
              <a:t>20</a:t>
            </a:fld>
            <a:endParaRPr lang="ja-JP" altLang="en-US" noProof="0" dirty="0"/>
          </a:p>
        </p:txBody>
      </p:sp>
      <p:sp>
        <p:nvSpPr>
          <p:cNvPr id="5" name="コンテンツ プレースホルダー 4">
            <a:extLst>
              <a:ext uri="{FF2B5EF4-FFF2-40B4-BE49-F238E27FC236}">
                <a16:creationId xmlns:a16="http://schemas.microsoft.com/office/drawing/2014/main" id="{3797C1CD-E546-85D0-C800-40CA183C39CB}"/>
              </a:ext>
            </a:extLst>
          </p:cNvPr>
          <p:cNvSpPr>
            <a:spLocks noGrp="1"/>
          </p:cNvSpPr>
          <p:nvPr>
            <p:ph sz="quarter" idx="13"/>
          </p:nvPr>
        </p:nvSpPr>
        <p:spPr/>
        <p:txBody>
          <a:bodyPr>
            <a:normAutofit/>
          </a:bodyPr>
          <a:lstStyle/>
          <a:p>
            <a:pPr marL="285750" indent="-285750">
              <a:buFont typeface="Arial" panose="020B0604020202020204" pitchFamily="34" charset="0"/>
              <a:buChar char="•"/>
            </a:pPr>
            <a:r>
              <a:rPr kumimoji="1" lang="en-US" altLang="ja-JP" sz="2400" dirty="0"/>
              <a:t>CMOS</a:t>
            </a:r>
            <a:r>
              <a:rPr kumimoji="1" lang="ja-JP" altLang="en-US" sz="2400" dirty="0"/>
              <a:t>の特性を知りたい！</a:t>
            </a:r>
            <a:endParaRPr kumimoji="1" lang="en-US" altLang="ja-JP" sz="2400" dirty="0"/>
          </a:p>
          <a:p>
            <a:pPr marL="569214" lvl="1" indent="-285750"/>
            <a:r>
              <a:rPr kumimoji="1" lang="en-US" altLang="ja-JP" sz="2400" dirty="0" err="1"/>
              <a:t>Vgs</a:t>
            </a:r>
            <a:r>
              <a:rPr kumimoji="1" lang="en-US" altLang="ja-JP" sz="2400" dirty="0"/>
              <a:t> – Ids </a:t>
            </a:r>
            <a:r>
              <a:rPr kumimoji="1" lang="ja-JP" altLang="en-US" sz="2400" dirty="0"/>
              <a:t>カーブ</a:t>
            </a:r>
            <a:endParaRPr kumimoji="1" lang="en-US" altLang="ja-JP" sz="2400" dirty="0"/>
          </a:p>
          <a:p>
            <a:pPr marL="569214" lvl="1" indent="-285750"/>
            <a:r>
              <a:rPr lang="ja-JP" altLang="en-US" sz="2400" dirty="0"/>
              <a:t>動作点</a:t>
            </a:r>
            <a:r>
              <a:rPr kumimoji="1" lang="ja-JP" altLang="en-US" sz="2400" dirty="0"/>
              <a:t>解析 </a:t>
            </a:r>
            <a:r>
              <a:rPr kumimoji="1" lang="en-US" altLang="ja-JP" sz="2400" dirty="0"/>
              <a:t>(Operational Point)</a:t>
            </a:r>
          </a:p>
        </p:txBody>
      </p:sp>
      <p:sp>
        <p:nvSpPr>
          <p:cNvPr id="6" name="正方形/長方形 5">
            <a:extLst>
              <a:ext uri="{FF2B5EF4-FFF2-40B4-BE49-F238E27FC236}">
                <a16:creationId xmlns:a16="http://schemas.microsoft.com/office/drawing/2014/main" id="{1C81AD9C-E170-BEFA-B3B0-61D6EB054DDD}"/>
              </a:ext>
            </a:extLst>
          </p:cNvPr>
          <p:cNvSpPr/>
          <p:nvPr/>
        </p:nvSpPr>
        <p:spPr>
          <a:xfrm>
            <a:off x="394753" y="3648850"/>
            <a:ext cx="11402494" cy="2300587"/>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2800" dirty="0">
                <a:solidFill>
                  <a:srgbClr val="464646"/>
                </a:solidFill>
              </a:rPr>
              <a:t>これらの詳細は、オペアンプ編にて詳しく解説します。</a:t>
            </a:r>
            <a:r>
              <a:rPr kumimoji="1" lang="en-US" altLang="ja-JP" sz="2800" dirty="0">
                <a:solidFill>
                  <a:srgbClr val="464646"/>
                </a:solidFill>
              </a:rPr>
              <a:t> </a:t>
            </a:r>
            <a:endParaRPr kumimoji="1" lang="ja-JP" altLang="en-US" sz="2800" dirty="0">
              <a:solidFill>
                <a:srgbClr val="464646"/>
              </a:solidFill>
            </a:endParaRPr>
          </a:p>
        </p:txBody>
      </p:sp>
    </p:spTree>
    <p:extLst>
      <p:ext uri="{BB962C8B-B14F-4D97-AF65-F5344CB8AC3E}">
        <p14:creationId xmlns:p14="http://schemas.microsoft.com/office/powerpoint/2010/main" val="22500284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98392-30C2-A7E2-9046-06AF54E2B7F8}"/>
            </a:ext>
          </a:extLst>
        </p:cNvPr>
        <p:cNvGrpSpPr/>
        <p:nvPr/>
      </p:nvGrpSpPr>
      <p:grpSpPr>
        <a:xfrm>
          <a:off x="0" y="0"/>
          <a:ext cx="0" cy="0"/>
          <a:chOff x="0" y="0"/>
          <a:chExt cx="0" cy="0"/>
        </a:xfrm>
      </p:grpSpPr>
      <p:sp>
        <p:nvSpPr>
          <p:cNvPr id="6" name="タイトル 5">
            <a:extLst>
              <a:ext uri="{FF2B5EF4-FFF2-40B4-BE49-F238E27FC236}">
                <a16:creationId xmlns:a16="http://schemas.microsoft.com/office/drawing/2014/main" id="{FCF06578-92A1-0673-A672-80A67A4EF667}"/>
              </a:ext>
            </a:extLst>
          </p:cNvPr>
          <p:cNvSpPr>
            <a:spLocks noGrp="1"/>
          </p:cNvSpPr>
          <p:nvPr>
            <p:ph type="title"/>
          </p:nvPr>
        </p:nvSpPr>
        <p:spPr/>
        <p:txBody>
          <a:bodyPr/>
          <a:lstStyle/>
          <a:p>
            <a:r>
              <a:rPr lang="ja-JP" altLang="en-US" dirty="0"/>
              <a:t>アナログ半導体の設計フロー</a:t>
            </a:r>
          </a:p>
        </p:txBody>
      </p:sp>
      <p:sp>
        <p:nvSpPr>
          <p:cNvPr id="7" name="テキスト プレースホルダー 6">
            <a:extLst>
              <a:ext uri="{FF2B5EF4-FFF2-40B4-BE49-F238E27FC236}">
                <a16:creationId xmlns:a16="http://schemas.microsoft.com/office/drawing/2014/main" id="{7007551B-D49D-0DBB-0392-0E9D6E4C8D21}"/>
              </a:ext>
            </a:extLst>
          </p:cNvPr>
          <p:cNvSpPr>
            <a:spLocks noGrp="1"/>
          </p:cNvSpPr>
          <p:nvPr>
            <p:ph type="body" sz="quarter" idx="10"/>
          </p:nvPr>
        </p:nvSpPr>
        <p:spPr/>
        <p:txBody>
          <a:bodyPr/>
          <a:lstStyle/>
          <a:p>
            <a:r>
              <a:rPr lang="ja-JP" altLang="en-US" dirty="0"/>
              <a:t>どのような設計をするか、どのような開発ツールを使用するか</a:t>
            </a:r>
          </a:p>
        </p:txBody>
      </p:sp>
      <p:sp>
        <p:nvSpPr>
          <p:cNvPr id="3" name="日付プレースホルダー 2">
            <a:extLst>
              <a:ext uri="{FF2B5EF4-FFF2-40B4-BE49-F238E27FC236}">
                <a16:creationId xmlns:a16="http://schemas.microsoft.com/office/drawing/2014/main" id="{17987A91-1E96-BF41-6662-DC1164AB6F08}"/>
              </a:ext>
            </a:extLst>
          </p:cNvPr>
          <p:cNvSpPr>
            <a:spLocks noGrp="1"/>
          </p:cNvSpPr>
          <p:nvPr>
            <p:ph type="dt" sz="half" idx="2"/>
          </p:nvPr>
        </p:nvSpPr>
        <p:spPr/>
        <p:txBody>
          <a:bodyPr/>
          <a:lstStyle/>
          <a:p>
            <a:pPr rtl="0"/>
            <a:fld id="{ABE7AEFA-7BBF-41DD-B117-EE956940AF0B}"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65368D99-2EBE-8389-EDF0-E1EF35E2E826}"/>
              </a:ext>
            </a:extLst>
          </p:cNvPr>
          <p:cNvSpPr>
            <a:spLocks noGrp="1"/>
          </p:cNvSpPr>
          <p:nvPr>
            <p:ph type="sldNum" sz="quarter" idx="4294967295"/>
          </p:nvPr>
        </p:nvSpPr>
        <p:spPr>
          <a:xfrm>
            <a:off x="11136313" y="6565900"/>
            <a:ext cx="1055687" cy="292100"/>
          </a:xfrm>
        </p:spPr>
        <p:txBody>
          <a:bodyPr/>
          <a:lstStyle/>
          <a:p>
            <a:pPr rtl="0"/>
            <a:fld id="{9860EDB8-5305-433F-BE41-D7A86D811DB3}" type="slidenum">
              <a:rPr lang="en-US" altLang="ja-JP" noProof="0" smtClean="0"/>
              <a:pPr rtl="0"/>
              <a:t>21</a:t>
            </a:fld>
            <a:endParaRPr lang="ja-JP" altLang="en-US" noProof="0"/>
          </a:p>
        </p:txBody>
      </p:sp>
    </p:spTree>
    <p:extLst>
      <p:ext uri="{BB962C8B-B14F-4D97-AF65-F5344CB8AC3E}">
        <p14:creationId xmlns:p14="http://schemas.microsoft.com/office/powerpoint/2010/main" val="6178748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4D863A-C13C-7B8C-2068-B4A41996009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287B121-E5F6-3033-A067-30536ABA9BCD}"/>
              </a:ext>
            </a:extLst>
          </p:cNvPr>
          <p:cNvSpPr>
            <a:spLocks noGrp="1"/>
          </p:cNvSpPr>
          <p:nvPr>
            <p:ph type="title"/>
          </p:nvPr>
        </p:nvSpPr>
        <p:spPr/>
        <p:txBody>
          <a:bodyPr/>
          <a:lstStyle/>
          <a:p>
            <a:r>
              <a:rPr lang="ja-JP" altLang="en-US" dirty="0"/>
              <a:t>アナログ半導体の設計フロー</a:t>
            </a:r>
            <a:endParaRPr kumimoji="1" lang="ja-JP" altLang="en-US" dirty="0"/>
          </a:p>
        </p:txBody>
      </p:sp>
      <p:sp>
        <p:nvSpPr>
          <p:cNvPr id="3" name="日付プレースホルダー 2">
            <a:extLst>
              <a:ext uri="{FF2B5EF4-FFF2-40B4-BE49-F238E27FC236}">
                <a16:creationId xmlns:a16="http://schemas.microsoft.com/office/drawing/2014/main" id="{8AD2819B-708F-EA31-486A-9C3F759D558E}"/>
              </a:ext>
            </a:extLst>
          </p:cNvPr>
          <p:cNvSpPr>
            <a:spLocks noGrp="1"/>
          </p:cNvSpPr>
          <p:nvPr>
            <p:ph type="dt" sz="half" idx="10"/>
          </p:nvPr>
        </p:nvSpPr>
        <p:spPr/>
        <p:txBody>
          <a:bodyPr/>
          <a:lstStyle/>
          <a:p>
            <a:pPr rtl="0"/>
            <a:fld id="{857A97F9-5ABF-4A58-9961-E227BD9679D7}"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42EB818F-CB74-75C8-4D2B-4EF5CA201DFE}"/>
              </a:ext>
            </a:extLst>
          </p:cNvPr>
          <p:cNvSpPr>
            <a:spLocks noGrp="1"/>
          </p:cNvSpPr>
          <p:nvPr>
            <p:ph type="sldNum" sz="quarter" idx="12"/>
          </p:nvPr>
        </p:nvSpPr>
        <p:spPr/>
        <p:txBody>
          <a:bodyPr/>
          <a:lstStyle/>
          <a:p>
            <a:pPr rtl="0"/>
            <a:fld id="{9860EDB8-5305-433F-BE41-D7A86D811DB3}" type="slidenum">
              <a:rPr lang="en-US" altLang="ja-JP" noProof="0" smtClean="0"/>
              <a:pPr rtl="0"/>
              <a:t>22</a:t>
            </a:fld>
            <a:endParaRPr lang="ja-JP" altLang="en-US" noProof="0"/>
          </a:p>
        </p:txBody>
      </p:sp>
      <p:sp>
        <p:nvSpPr>
          <p:cNvPr id="5" name="コンテンツ プレースホルダー 4">
            <a:extLst>
              <a:ext uri="{FF2B5EF4-FFF2-40B4-BE49-F238E27FC236}">
                <a16:creationId xmlns:a16="http://schemas.microsoft.com/office/drawing/2014/main" id="{05A2000D-9307-5326-DAB4-03DA193E0A74}"/>
              </a:ext>
            </a:extLst>
          </p:cNvPr>
          <p:cNvSpPr>
            <a:spLocks noGrp="1"/>
          </p:cNvSpPr>
          <p:nvPr>
            <p:ph sz="quarter" idx="13"/>
          </p:nvPr>
        </p:nvSpPr>
        <p:spPr/>
        <p:txBody>
          <a:bodyPr>
            <a:normAutofit/>
          </a:bodyPr>
          <a:lstStyle/>
          <a:p>
            <a:pPr marL="457200" indent="-457200">
              <a:buFont typeface="+mj-lt"/>
              <a:buAutoNum type="arabicPeriod"/>
            </a:pPr>
            <a:r>
              <a:rPr kumimoji="1" lang="ja-JP" altLang="en-US" sz="2000" dirty="0"/>
              <a:t>回路図（</a:t>
            </a:r>
            <a:r>
              <a:rPr lang="ja-JP" altLang="en-US" sz="2000" dirty="0"/>
              <a:t>テスト</a:t>
            </a:r>
            <a:r>
              <a:rPr kumimoji="1" lang="ja-JP" altLang="en-US" sz="2000" dirty="0"/>
              <a:t>ベンチ）を描く</a:t>
            </a:r>
            <a:endParaRPr kumimoji="1" lang="en-US" altLang="ja-JP" sz="2000" dirty="0"/>
          </a:p>
          <a:p>
            <a:pPr marL="457200" indent="-457200">
              <a:buFont typeface="+mj-lt"/>
              <a:buAutoNum type="arabicPeriod"/>
            </a:pPr>
            <a:r>
              <a:rPr lang="ja-JP" altLang="en-US" sz="2000" dirty="0"/>
              <a:t>シミュレーションをする</a:t>
            </a:r>
            <a:endParaRPr lang="en-US" altLang="ja-JP" sz="2000" dirty="0"/>
          </a:p>
          <a:p>
            <a:pPr marL="457200" indent="-457200">
              <a:buFont typeface="+mj-lt"/>
              <a:buAutoNum type="arabicPeriod"/>
            </a:pPr>
            <a:r>
              <a:rPr kumimoji="1" lang="ja-JP" altLang="en-US" sz="2000" dirty="0"/>
              <a:t>回路図を基にレイアウトを描く</a:t>
            </a:r>
            <a:endParaRPr kumimoji="1" lang="en-US" altLang="ja-JP" sz="2000" dirty="0"/>
          </a:p>
          <a:p>
            <a:pPr marL="457200" indent="-457200">
              <a:buFont typeface="+mj-lt"/>
              <a:buAutoNum type="arabicPeriod"/>
            </a:pPr>
            <a:r>
              <a:rPr lang="ja-JP" altLang="en-US" sz="2000" dirty="0"/>
              <a:t>レイアウトを検証する </a:t>
            </a:r>
            <a:r>
              <a:rPr lang="en-US" altLang="ja-JP" sz="2000" dirty="0"/>
              <a:t>(DRC,</a:t>
            </a:r>
            <a:r>
              <a:rPr lang="ja-JP" altLang="en-US" sz="2000" dirty="0"/>
              <a:t> </a:t>
            </a:r>
            <a:r>
              <a:rPr lang="en-US" altLang="ja-JP" sz="2000" dirty="0"/>
              <a:t>LVS)</a:t>
            </a:r>
          </a:p>
          <a:p>
            <a:pPr marL="457200" indent="-457200">
              <a:buFont typeface="+mj-lt"/>
              <a:buAutoNum type="arabicPeriod"/>
            </a:pPr>
            <a:r>
              <a:rPr kumimoji="1" lang="ja-JP" altLang="en-US" sz="2000" dirty="0"/>
              <a:t>レイアウトを基に寄生成分を考慮したシミュレーションをする</a:t>
            </a:r>
            <a:endParaRPr kumimoji="1" lang="en-US" altLang="ja-JP" sz="2000" dirty="0"/>
          </a:p>
          <a:p>
            <a:pPr marL="457200" indent="-457200">
              <a:buFont typeface="+mj-lt"/>
              <a:buAutoNum type="arabicPeriod"/>
            </a:pPr>
            <a:r>
              <a:rPr lang="ja-JP" altLang="en-US" sz="2000" dirty="0"/>
              <a:t>フレームに載せる</a:t>
            </a:r>
            <a:endParaRPr kumimoji="1" lang="en-US" altLang="ja-JP" sz="2000" dirty="0"/>
          </a:p>
        </p:txBody>
      </p:sp>
    </p:spTree>
    <p:extLst>
      <p:ext uri="{BB962C8B-B14F-4D97-AF65-F5344CB8AC3E}">
        <p14:creationId xmlns:p14="http://schemas.microsoft.com/office/powerpoint/2010/main" val="423525626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B41B746-796B-82B4-E336-862D4710790C}"/>
              </a:ext>
            </a:extLst>
          </p:cNvPr>
          <p:cNvSpPr>
            <a:spLocks noGrp="1"/>
          </p:cNvSpPr>
          <p:nvPr>
            <p:ph type="title"/>
          </p:nvPr>
        </p:nvSpPr>
        <p:spPr/>
        <p:txBody>
          <a:bodyPr/>
          <a:lstStyle/>
          <a:p>
            <a:r>
              <a:rPr kumimoji="1" lang="ja-JP" altLang="en-US" dirty="0"/>
              <a:t>そもそもアナログ半導体回路設計に必要なものとは？</a:t>
            </a:r>
          </a:p>
        </p:txBody>
      </p:sp>
      <p:sp>
        <p:nvSpPr>
          <p:cNvPr id="4" name="日付プレースホルダー 3">
            <a:extLst>
              <a:ext uri="{FF2B5EF4-FFF2-40B4-BE49-F238E27FC236}">
                <a16:creationId xmlns:a16="http://schemas.microsoft.com/office/drawing/2014/main" id="{7B7AC945-5872-AF90-77BB-5B68FAF79A51}"/>
              </a:ext>
            </a:extLst>
          </p:cNvPr>
          <p:cNvSpPr>
            <a:spLocks noGrp="1"/>
          </p:cNvSpPr>
          <p:nvPr>
            <p:ph type="dt" sz="half" idx="10"/>
          </p:nvPr>
        </p:nvSpPr>
        <p:spPr/>
        <p:txBody>
          <a:bodyPr/>
          <a:lstStyle/>
          <a:p>
            <a:fld id="{B41E2B74-E057-4DA1-8A7D-DB5E07392327}"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7B676DA5-833C-2AE6-84B3-0466465ABD14}"/>
              </a:ext>
            </a:extLst>
          </p:cNvPr>
          <p:cNvSpPr>
            <a:spLocks noGrp="1"/>
          </p:cNvSpPr>
          <p:nvPr>
            <p:ph type="sldNum" sz="quarter" idx="12"/>
          </p:nvPr>
        </p:nvSpPr>
        <p:spPr/>
        <p:txBody>
          <a:bodyPr/>
          <a:lstStyle/>
          <a:p>
            <a:fld id="{66E89953-8AEA-4BDF-A508-664B12926AB4}" type="slidenum">
              <a:rPr kumimoji="1" lang="ja-JP" altLang="en-US" smtClean="0"/>
              <a:t>23</a:t>
            </a:fld>
            <a:endParaRPr kumimoji="1" lang="ja-JP" altLang="en-US"/>
          </a:p>
        </p:txBody>
      </p:sp>
      <p:sp>
        <p:nvSpPr>
          <p:cNvPr id="3" name="コンテンツ プレースホルダー 2">
            <a:extLst>
              <a:ext uri="{FF2B5EF4-FFF2-40B4-BE49-F238E27FC236}">
                <a16:creationId xmlns:a16="http://schemas.microsoft.com/office/drawing/2014/main" id="{9EEA883F-B53A-4EBB-1F22-14CD2EB8730E}"/>
              </a:ext>
            </a:extLst>
          </p:cNvPr>
          <p:cNvSpPr>
            <a:spLocks noGrp="1"/>
          </p:cNvSpPr>
          <p:nvPr>
            <p:ph sz="quarter" idx="13"/>
          </p:nvPr>
        </p:nvSpPr>
        <p:spPr>
          <a:xfrm>
            <a:off x="444500" y="1463039"/>
            <a:ext cx="5330952" cy="4964351"/>
          </a:xfrm>
        </p:spPr>
        <p:txBody>
          <a:bodyPr>
            <a:normAutofit/>
          </a:bodyPr>
          <a:lstStyle/>
          <a:p>
            <a:pPr marL="285750" indent="-285750">
              <a:buFont typeface="Arial" panose="020B0604020202020204" pitchFamily="34" charset="0"/>
              <a:buChar char="•"/>
            </a:pPr>
            <a:r>
              <a:rPr kumimoji="1" lang="ja-JP" altLang="en-US" sz="2000" b="1" u="sng" dirty="0"/>
              <a:t>プロセスデザインキット　</a:t>
            </a:r>
            <a:r>
              <a:rPr kumimoji="1" lang="en-US" altLang="ja-JP" sz="2000" b="1" u="sng" dirty="0"/>
              <a:t>PDK</a:t>
            </a:r>
          </a:p>
          <a:p>
            <a:pPr lvl="2"/>
            <a:r>
              <a:rPr lang="ja-JP" altLang="en-US" b="1" dirty="0"/>
              <a:t>シミュレーションモデルライブラリ</a:t>
            </a:r>
            <a:r>
              <a:rPr lang="en-US" altLang="ja-JP" b="1" dirty="0"/>
              <a:t> (SPICE)</a:t>
            </a:r>
          </a:p>
          <a:p>
            <a:pPr lvl="2"/>
            <a:r>
              <a:rPr lang="ja-JP" altLang="en-US" b="1" dirty="0"/>
              <a:t>検証ツール用ルールファイル </a:t>
            </a:r>
            <a:r>
              <a:rPr lang="en-US" altLang="ja-JP" b="1" dirty="0"/>
              <a:t>(DRC, LVS</a:t>
            </a:r>
            <a:r>
              <a:rPr lang="ja-JP" altLang="en-US" b="1" dirty="0"/>
              <a:t>など</a:t>
            </a:r>
            <a:r>
              <a:rPr lang="en-US" altLang="ja-JP" b="1" dirty="0"/>
              <a:t>)</a:t>
            </a:r>
          </a:p>
          <a:p>
            <a:pPr lvl="2"/>
            <a:r>
              <a:rPr lang="ja-JP" altLang="en-US" b="1" dirty="0"/>
              <a:t>スタンダードセルライブラリ</a:t>
            </a:r>
            <a:endParaRPr lang="en-US" altLang="ja-JP" b="1" dirty="0"/>
          </a:p>
          <a:p>
            <a:pPr lvl="3"/>
            <a:r>
              <a:rPr lang="ja-JP" altLang="en-US" b="1" dirty="0"/>
              <a:t>レイアウト </a:t>
            </a:r>
            <a:r>
              <a:rPr lang="en-US" altLang="ja-JP" b="1" dirty="0"/>
              <a:t>(GDS)</a:t>
            </a:r>
          </a:p>
          <a:p>
            <a:pPr lvl="3"/>
            <a:r>
              <a:rPr lang="ja-JP" altLang="en-US" b="1" dirty="0"/>
              <a:t>ネットリスト</a:t>
            </a:r>
            <a:r>
              <a:rPr lang="en-US" altLang="ja-JP" b="1" dirty="0"/>
              <a:t>(SPICE) </a:t>
            </a:r>
            <a:endParaRPr lang="en-US" altLang="ja-JP" dirty="0"/>
          </a:p>
          <a:p>
            <a:pPr lvl="3"/>
            <a:r>
              <a:rPr lang="ja-JP" altLang="en-US" b="1" dirty="0">
                <a:solidFill>
                  <a:schemeClr val="tx1"/>
                </a:solidFill>
              </a:rPr>
              <a:t>自動配置配線ルール</a:t>
            </a:r>
            <a:r>
              <a:rPr lang="en-US" altLang="ja-JP" b="1" dirty="0">
                <a:solidFill>
                  <a:schemeClr val="tx1"/>
                </a:solidFill>
              </a:rPr>
              <a:t>(LEF)</a:t>
            </a:r>
          </a:p>
          <a:p>
            <a:pPr lvl="3"/>
            <a:r>
              <a:rPr lang="en-US" altLang="ja-JP" b="1" dirty="0">
                <a:solidFill>
                  <a:schemeClr val="tx1"/>
                </a:solidFill>
              </a:rPr>
              <a:t>Verilog</a:t>
            </a:r>
            <a:r>
              <a:rPr lang="ja-JP" altLang="en-US" b="1" dirty="0">
                <a:solidFill>
                  <a:schemeClr val="tx1"/>
                </a:solidFill>
              </a:rPr>
              <a:t>シミュレーションライブラリ </a:t>
            </a:r>
            <a:r>
              <a:rPr lang="en-US" altLang="ja-JP" b="1" dirty="0">
                <a:solidFill>
                  <a:schemeClr val="tx1"/>
                </a:solidFill>
              </a:rPr>
              <a:t>(LIB, V)</a:t>
            </a:r>
          </a:p>
          <a:p>
            <a:pPr lvl="2"/>
            <a:r>
              <a:rPr lang="ja-JP" altLang="en-US" b="1" dirty="0"/>
              <a:t>一部指定されたレイアウト </a:t>
            </a:r>
            <a:r>
              <a:rPr lang="en-US" altLang="ja-JP" b="1" dirty="0"/>
              <a:t>(</a:t>
            </a:r>
            <a:r>
              <a:rPr lang="ja-JP" altLang="en-US" b="1" dirty="0"/>
              <a:t>フレームなど</a:t>
            </a:r>
            <a:r>
              <a:rPr lang="en-US" altLang="ja-JP" b="1" dirty="0"/>
              <a:t>)</a:t>
            </a:r>
          </a:p>
        </p:txBody>
      </p:sp>
      <p:sp>
        <p:nvSpPr>
          <p:cNvPr id="7" name="コンテンツ プレースホルダー 6">
            <a:extLst>
              <a:ext uri="{FF2B5EF4-FFF2-40B4-BE49-F238E27FC236}">
                <a16:creationId xmlns:a16="http://schemas.microsoft.com/office/drawing/2014/main" id="{524336EF-9A5E-56AF-C828-49228B798686}"/>
              </a:ext>
            </a:extLst>
          </p:cNvPr>
          <p:cNvSpPr>
            <a:spLocks noGrp="1"/>
          </p:cNvSpPr>
          <p:nvPr>
            <p:ph sz="quarter" idx="14"/>
          </p:nvPr>
        </p:nvSpPr>
        <p:spPr>
          <a:xfrm>
            <a:off x="5164183" y="1463040"/>
            <a:ext cx="6723017" cy="4964350"/>
          </a:xfrm>
        </p:spPr>
        <p:txBody>
          <a:bodyPr>
            <a:normAutofit/>
          </a:bodyPr>
          <a:lstStyle/>
          <a:p>
            <a:pPr marL="285750" indent="-285750">
              <a:buFont typeface="Arial" panose="020B0604020202020204" pitchFamily="34" charset="0"/>
              <a:buChar char="•"/>
            </a:pPr>
            <a:r>
              <a:rPr kumimoji="1" lang="en-US" altLang="ja-JP" sz="2000" u="sng" dirty="0"/>
              <a:t>PDK</a:t>
            </a:r>
            <a:r>
              <a:rPr kumimoji="1" lang="ja-JP" altLang="en-US" sz="2000" u="sng" dirty="0"/>
              <a:t>で指定された</a:t>
            </a:r>
            <a:r>
              <a:rPr kumimoji="1" lang="ja-JP" altLang="en-US" sz="2000" dirty="0"/>
              <a:t>各種ツール　（</a:t>
            </a:r>
            <a:r>
              <a:rPr kumimoji="1" lang="en-US" altLang="ja-JP" sz="2000" dirty="0"/>
              <a:t>EDA</a:t>
            </a:r>
            <a:r>
              <a:rPr kumimoji="1" lang="ja-JP" altLang="en-US" sz="2000" dirty="0"/>
              <a:t>ツール）</a:t>
            </a:r>
            <a:endParaRPr kumimoji="1" lang="en-US" altLang="ja-JP" sz="2000" dirty="0"/>
          </a:p>
          <a:p>
            <a:pPr lvl="2"/>
            <a:r>
              <a:rPr lang="ja-JP" altLang="en-US" b="1" u="sng" dirty="0"/>
              <a:t>回路図エディタ</a:t>
            </a:r>
            <a:r>
              <a:rPr lang="ja-JP" altLang="en-US" b="1" dirty="0"/>
              <a:t> </a:t>
            </a:r>
            <a:r>
              <a:rPr lang="en-US" altLang="ja-JP" dirty="0">
                <a:solidFill>
                  <a:schemeClr val="bg2">
                    <a:lumMod val="75000"/>
                  </a:schemeClr>
                </a:solidFill>
              </a:rPr>
              <a:t>or Verilog</a:t>
            </a:r>
            <a:r>
              <a:rPr lang="ja-JP" altLang="en-US" dirty="0">
                <a:solidFill>
                  <a:schemeClr val="bg2">
                    <a:lumMod val="75000"/>
                  </a:schemeClr>
                </a:solidFill>
              </a:rPr>
              <a:t>コンパイラ</a:t>
            </a:r>
            <a:endParaRPr lang="en-US" altLang="ja-JP" dirty="0">
              <a:solidFill>
                <a:schemeClr val="bg2">
                  <a:lumMod val="75000"/>
                </a:schemeClr>
              </a:solidFill>
            </a:endParaRPr>
          </a:p>
          <a:p>
            <a:pPr lvl="3"/>
            <a:r>
              <a:rPr lang="ja-JP" altLang="en-US" b="1" dirty="0"/>
              <a:t>回路図エディタ </a:t>
            </a:r>
            <a:r>
              <a:rPr lang="en-US" altLang="ja-JP" b="1" dirty="0"/>
              <a:t>: </a:t>
            </a:r>
            <a:r>
              <a:rPr lang="en-US" altLang="ja-JP" b="1" u="sng" dirty="0" err="1"/>
              <a:t>xschem</a:t>
            </a:r>
            <a:r>
              <a:rPr lang="en-US" altLang="ja-JP" b="1" dirty="0"/>
              <a:t>, </a:t>
            </a:r>
            <a:r>
              <a:rPr lang="en-US" altLang="ja-JP" dirty="0"/>
              <a:t>Glade, </a:t>
            </a:r>
            <a:r>
              <a:rPr lang="en-US" altLang="ja-JP" dirty="0" err="1"/>
              <a:t>KiCAD</a:t>
            </a:r>
            <a:endParaRPr lang="en-US" altLang="ja-JP" dirty="0"/>
          </a:p>
          <a:p>
            <a:pPr lvl="2"/>
            <a:r>
              <a:rPr lang="ja-JP" altLang="en-US" b="1" u="sng" dirty="0"/>
              <a:t>レイアウトエディタ</a:t>
            </a:r>
            <a:r>
              <a:rPr lang="ja-JP" altLang="en-US" dirty="0"/>
              <a:t> </a:t>
            </a:r>
            <a:r>
              <a:rPr lang="en-US" altLang="ja-JP" dirty="0">
                <a:solidFill>
                  <a:schemeClr val="bg2">
                    <a:lumMod val="75000"/>
                  </a:schemeClr>
                </a:solidFill>
              </a:rPr>
              <a:t>or </a:t>
            </a:r>
            <a:r>
              <a:rPr lang="ja-JP" altLang="en-US" dirty="0">
                <a:solidFill>
                  <a:schemeClr val="bg2">
                    <a:lumMod val="75000"/>
                  </a:schemeClr>
                </a:solidFill>
              </a:rPr>
              <a:t>自動レイアウトツール</a:t>
            </a:r>
            <a:endParaRPr lang="en-US" altLang="ja-JP" dirty="0">
              <a:solidFill>
                <a:schemeClr val="bg2">
                  <a:lumMod val="75000"/>
                </a:schemeClr>
              </a:solidFill>
            </a:endParaRPr>
          </a:p>
          <a:p>
            <a:pPr lvl="3"/>
            <a:r>
              <a:rPr lang="ja-JP" altLang="en-US" b="1" dirty="0"/>
              <a:t>レイアウトエディタ </a:t>
            </a:r>
            <a:r>
              <a:rPr lang="en-US" altLang="ja-JP" b="1" dirty="0"/>
              <a:t>: </a:t>
            </a:r>
            <a:r>
              <a:rPr lang="en-US" altLang="ja-JP" b="1" u="sng" dirty="0" err="1"/>
              <a:t>klayout</a:t>
            </a:r>
            <a:r>
              <a:rPr lang="en-US" altLang="ja-JP" dirty="0"/>
              <a:t>, Glade, (</a:t>
            </a:r>
            <a:r>
              <a:rPr lang="en-US" altLang="ja-JP" dirty="0" err="1"/>
              <a:t>KiCAD</a:t>
            </a:r>
            <a:r>
              <a:rPr lang="en-US" altLang="ja-JP" dirty="0"/>
              <a:t>)</a:t>
            </a:r>
            <a:endParaRPr lang="en-US" altLang="ja-JP" dirty="0">
              <a:solidFill>
                <a:schemeClr val="bg2">
                  <a:lumMod val="50000"/>
                </a:schemeClr>
              </a:solidFill>
            </a:endParaRPr>
          </a:p>
          <a:p>
            <a:pPr lvl="2"/>
            <a:r>
              <a:rPr lang="en-US" altLang="ja-JP" b="1" u="sng" dirty="0"/>
              <a:t>SPICE</a:t>
            </a:r>
            <a:r>
              <a:rPr lang="ja-JP" altLang="en-US" b="1" u="sng" dirty="0"/>
              <a:t>シミュレータ</a:t>
            </a:r>
            <a:r>
              <a:rPr lang="ja-JP" altLang="en-US" b="1" dirty="0"/>
              <a:t> </a:t>
            </a:r>
            <a:r>
              <a:rPr lang="en-US" altLang="ja-JP" dirty="0">
                <a:solidFill>
                  <a:schemeClr val="bg2">
                    <a:lumMod val="75000"/>
                  </a:schemeClr>
                </a:solidFill>
              </a:rPr>
              <a:t>or Verilog</a:t>
            </a:r>
            <a:r>
              <a:rPr lang="ja-JP" altLang="en-US" dirty="0">
                <a:solidFill>
                  <a:schemeClr val="bg2">
                    <a:lumMod val="75000"/>
                  </a:schemeClr>
                </a:solidFill>
              </a:rPr>
              <a:t>シミュレータ</a:t>
            </a:r>
            <a:endParaRPr lang="en-US" altLang="ja-JP" dirty="0">
              <a:solidFill>
                <a:schemeClr val="bg2">
                  <a:lumMod val="75000"/>
                </a:schemeClr>
              </a:solidFill>
            </a:endParaRPr>
          </a:p>
          <a:p>
            <a:pPr lvl="3"/>
            <a:r>
              <a:rPr lang="en-US" altLang="ja-JP" b="1" dirty="0"/>
              <a:t>SPICE</a:t>
            </a:r>
            <a:r>
              <a:rPr lang="ja-JP" altLang="en-US" b="1" dirty="0"/>
              <a:t>シミュレータ</a:t>
            </a:r>
            <a:r>
              <a:rPr lang="en-US" altLang="ja-JP" b="1" dirty="0"/>
              <a:t> : </a:t>
            </a:r>
            <a:r>
              <a:rPr lang="en-US" altLang="ja-JP" b="1" u="sng" dirty="0" err="1"/>
              <a:t>ngspice</a:t>
            </a:r>
            <a:r>
              <a:rPr lang="en-US" altLang="ja-JP" dirty="0"/>
              <a:t>, </a:t>
            </a:r>
            <a:r>
              <a:rPr lang="en-US" altLang="ja-JP" dirty="0" err="1"/>
              <a:t>LTspice</a:t>
            </a:r>
            <a:endParaRPr lang="en-US" altLang="ja-JP" dirty="0">
              <a:solidFill>
                <a:schemeClr val="bg2">
                  <a:lumMod val="50000"/>
                </a:schemeClr>
              </a:solidFill>
            </a:endParaRPr>
          </a:p>
          <a:p>
            <a:pPr lvl="2"/>
            <a:r>
              <a:rPr kumimoji="1" lang="ja-JP" altLang="en-US" b="1" dirty="0"/>
              <a:t>検証ツール</a:t>
            </a:r>
            <a:endParaRPr kumimoji="1" lang="en-US" altLang="ja-JP" b="1" dirty="0"/>
          </a:p>
          <a:p>
            <a:pPr lvl="3"/>
            <a:r>
              <a:rPr lang="ja-JP" altLang="en-US" b="1" dirty="0"/>
              <a:t>検証ツール</a:t>
            </a:r>
            <a:r>
              <a:rPr kumimoji="1" lang="ja-JP" altLang="en-US" b="1" dirty="0"/>
              <a:t> </a:t>
            </a:r>
            <a:r>
              <a:rPr kumimoji="1" lang="en-US" altLang="ja-JP" b="1" dirty="0"/>
              <a:t>: </a:t>
            </a:r>
            <a:r>
              <a:rPr kumimoji="1" lang="en-US" altLang="ja-JP" b="1" u="sng" dirty="0" err="1"/>
              <a:t>klayout</a:t>
            </a:r>
            <a:endParaRPr kumimoji="1" lang="en-US" altLang="ja-JP" b="1" u="sng" dirty="0"/>
          </a:p>
          <a:p>
            <a:endParaRPr lang="ja-JP" altLang="en-US" dirty="0"/>
          </a:p>
        </p:txBody>
      </p:sp>
    </p:spTree>
    <p:extLst>
      <p:ext uri="{BB962C8B-B14F-4D97-AF65-F5344CB8AC3E}">
        <p14:creationId xmlns:p14="http://schemas.microsoft.com/office/powerpoint/2010/main" val="68570577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タイトル 6">
            <a:extLst>
              <a:ext uri="{FF2B5EF4-FFF2-40B4-BE49-F238E27FC236}">
                <a16:creationId xmlns:a16="http://schemas.microsoft.com/office/drawing/2014/main" id="{9C2CA8F1-82CB-CD82-3AE5-FC41E30C0EFA}"/>
              </a:ext>
            </a:extLst>
          </p:cNvPr>
          <p:cNvSpPr>
            <a:spLocks noGrp="1"/>
          </p:cNvSpPr>
          <p:nvPr>
            <p:ph type="title"/>
          </p:nvPr>
        </p:nvSpPr>
        <p:spPr/>
        <p:txBody>
          <a:bodyPr/>
          <a:lstStyle/>
          <a:p>
            <a:r>
              <a:rPr lang="en-US" altLang="ja-JP" dirty="0"/>
              <a:t>PDK</a:t>
            </a:r>
            <a:r>
              <a:rPr lang="ja-JP" altLang="en-US" dirty="0"/>
              <a:t>の場所</a:t>
            </a:r>
          </a:p>
        </p:txBody>
      </p:sp>
      <p:sp>
        <p:nvSpPr>
          <p:cNvPr id="3" name="日付プレースホルダー 2">
            <a:extLst>
              <a:ext uri="{FF2B5EF4-FFF2-40B4-BE49-F238E27FC236}">
                <a16:creationId xmlns:a16="http://schemas.microsoft.com/office/drawing/2014/main" id="{EBD9C427-5275-4BF7-66F6-6A4891241E35}"/>
              </a:ext>
            </a:extLst>
          </p:cNvPr>
          <p:cNvSpPr>
            <a:spLocks noGrp="1"/>
          </p:cNvSpPr>
          <p:nvPr>
            <p:ph type="dt" sz="half" idx="10"/>
          </p:nvPr>
        </p:nvSpPr>
        <p:spPr/>
        <p:txBody>
          <a:bodyPr/>
          <a:lstStyle/>
          <a:p>
            <a:pPr rtl="0"/>
            <a:fld id="{0F1E2E95-C42D-4C36-B7CE-3A9BBBB31134}" type="datetime1">
              <a:rPr lang="ja-JP" altLang="en-US" noProof="0" smtClean="0"/>
              <a:t>2026/10/20</a:t>
            </a:fld>
            <a:endParaRPr lang="ja-JP" altLang="en-US" noProof="0" dirty="0"/>
          </a:p>
        </p:txBody>
      </p:sp>
      <p:sp>
        <p:nvSpPr>
          <p:cNvPr id="4" name="スライド番号プレースホルダー 3">
            <a:extLst>
              <a:ext uri="{FF2B5EF4-FFF2-40B4-BE49-F238E27FC236}">
                <a16:creationId xmlns:a16="http://schemas.microsoft.com/office/drawing/2014/main" id="{33F9AC19-2F45-FF04-B706-FB67677E2D59}"/>
              </a:ext>
            </a:extLst>
          </p:cNvPr>
          <p:cNvSpPr>
            <a:spLocks noGrp="1"/>
          </p:cNvSpPr>
          <p:nvPr>
            <p:ph type="sldNum" sz="quarter" idx="12"/>
          </p:nvPr>
        </p:nvSpPr>
        <p:spPr/>
        <p:txBody>
          <a:bodyPr/>
          <a:lstStyle/>
          <a:p>
            <a:pPr rtl="0"/>
            <a:fld id="{9860EDB8-5305-433F-BE41-D7A86D811DB3}" type="slidenum">
              <a:rPr lang="en-US" altLang="ja-JP" noProof="0" smtClean="0"/>
              <a:pPr rtl="0"/>
              <a:t>24</a:t>
            </a:fld>
            <a:endParaRPr lang="ja-JP" altLang="en-US" noProof="0"/>
          </a:p>
        </p:txBody>
      </p:sp>
      <p:sp>
        <p:nvSpPr>
          <p:cNvPr id="8" name="コンテンツ プレースホルダー 7">
            <a:extLst>
              <a:ext uri="{FF2B5EF4-FFF2-40B4-BE49-F238E27FC236}">
                <a16:creationId xmlns:a16="http://schemas.microsoft.com/office/drawing/2014/main" id="{E818F46E-A0ED-5685-71A3-5EB79B72548D}"/>
              </a:ext>
            </a:extLst>
          </p:cNvPr>
          <p:cNvSpPr>
            <a:spLocks noGrp="1"/>
          </p:cNvSpPr>
          <p:nvPr>
            <p:ph sz="quarter" idx="13"/>
          </p:nvPr>
        </p:nvSpPr>
        <p:spPr>
          <a:xfrm>
            <a:off x="444500" y="1463040"/>
            <a:ext cx="5330952" cy="5033554"/>
          </a:xfrm>
        </p:spPr>
        <p:txBody>
          <a:bodyPr>
            <a:normAutofit/>
          </a:bodyPr>
          <a:lstStyle/>
          <a:p>
            <a:pPr algn="ctr"/>
            <a:r>
              <a:rPr lang="ja-JP" altLang="en-US" dirty="0"/>
              <a:t>公式レポジトリ</a:t>
            </a:r>
            <a:endParaRPr lang="en-US" altLang="ja-JP" dirty="0"/>
          </a:p>
          <a:p>
            <a:pPr marL="285750" indent="-285750">
              <a:buFont typeface="Arial" panose="020B0604020202020204" pitchFamily="34" charset="0"/>
              <a:buChar char="•"/>
            </a:pPr>
            <a:r>
              <a:rPr lang="en-US" altLang="ja-JP" dirty="0"/>
              <a:t>TR-1um PDK</a:t>
            </a:r>
            <a:br>
              <a:rPr lang="en-US" altLang="ja-JP" dirty="0"/>
            </a:br>
            <a:r>
              <a:rPr lang="en-US" altLang="ja-JP" sz="1200" dirty="0">
                <a:hlinkClick r:id="rId2"/>
              </a:rPr>
              <a:t>https://github.com/OpenSUSI/TR-1um</a:t>
            </a:r>
            <a:endParaRPr lang="en-US" altLang="ja-JP" sz="1200" dirty="0"/>
          </a:p>
          <a:p>
            <a:pPr marL="285750" indent="-285750">
              <a:buFont typeface="Arial" panose="020B0604020202020204" pitchFamily="34" charset="0"/>
              <a:buChar char="•"/>
            </a:pPr>
            <a:endParaRPr lang="en-US" altLang="ja-JP" sz="1200" dirty="0"/>
          </a:p>
          <a:p>
            <a:pPr marL="285750" indent="-285750">
              <a:buFont typeface="Arial" panose="020B0604020202020204" pitchFamily="34" charset="0"/>
              <a:buChar char="•"/>
            </a:pPr>
            <a:endParaRPr lang="en-US" altLang="ja-JP" dirty="0"/>
          </a:p>
        </p:txBody>
      </p:sp>
      <p:sp>
        <p:nvSpPr>
          <p:cNvPr id="9" name="コンテンツ プレースホルダー 8">
            <a:extLst>
              <a:ext uri="{FF2B5EF4-FFF2-40B4-BE49-F238E27FC236}">
                <a16:creationId xmlns:a16="http://schemas.microsoft.com/office/drawing/2014/main" id="{C57978CF-DFF8-71FB-502D-90E9712A8372}"/>
              </a:ext>
            </a:extLst>
          </p:cNvPr>
          <p:cNvSpPr>
            <a:spLocks noGrp="1"/>
          </p:cNvSpPr>
          <p:nvPr>
            <p:ph sz="quarter" idx="14"/>
          </p:nvPr>
        </p:nvSpPr>
        <p:spPr/>
        <p:txBody>
          <a:bodyPr/>
          <a:lstStyle/>
          <a:p>
            <a:pPr algn="ctr"/>
            <a:r>
              <a:rPr lang="en-US" altLang="ja-JP" dirty="0"/>
              <a:t>ISHI-KAI</a:t>
            </a:r>
            <a:r>
              <a:rPr lang="ja-JP" altLang="en-US" dirty="0"/>
              <a:t>オリジナル</a:t>
            </a:r>
            <a:endParaRPr lang="en-US" altLang="ja-JP" dirty="0"/>
          </a:p>
          <a:p>
            <a:pPr marL="285750" indent="-285750">
              <a:buFont typeface="Arial" panose="020B0604020202020204" pitchFamily="34" charset="0"/>
              <a:buChar char="•"/>
            </a:pPr>
            <a:r>
              <a:rPr lang="en-US" altLang="ja-JP" dirty="0"/>
              <a:t>EDA</a:t>
            </a:r>
            <a:r>
              <a:rPr lang="ja-JP" altLang="en-US" dirty="0"/>
              <a:t>ツールセットアップスクリプト</a:t>
            </a:r>
            <a:br>
              <a:rPr lang="en-US" altLang="ja-JP" dirty="0"/>
            </a:br>
            <a:r>
              <a:rPr lang="en-US" altLang="ja-JP" sz="1200" dirty="0">
                <a:hlinkClick r:id="rId3"/>
              </a:rPr>
              <a:t>https://github.com/ishi-kai/OpenEDA-PDK_SetupScript/</a:t>
            </a:r>
            <a:endParaRPr lang="en-US" altLang="ja-JP" sz="1200" dirty="0"/>
          </a:p>
          <a:p>
            <a:pPr marL="569214" lvl="1" indent="-285750"/>
            <a:r>
              <a:rPr lang="en-US" altLang="ja-JP" sz="1200" dirty="0"/>
              <a:t>Mac</a:t>
            </a:r>
            <a:r>
              <a:rPr lang="ja-JP" altLang="en-US" sz="1200" dirty="0"/>
              <a:t>用の</a:t>
            </a:r>
            <a:r>
              <a:rPr lang="en-US" altLang="ja-JP" sz="1200" dirty="0" err="1"/>
              <a:t>Vmware</a:t>
            </a:r>
            <a:r>
              <a:rPr lang="ja-JP" altLang="en-US" sz="1200" dirty="0"/>
              <a:t>イメージや</a:t>
            </a:r>
            <a:r>
              <a:rPr lang="en-US" altLang="ja-JP" sz="1200" dirty="0"/>
              <a:t>WSL</a:t>
            </a:r>
            <a:r>
              <a:rPr lang="ja-JP" altLang="en-US" sz="1200" dirty="0"/>
              <a:t>イメージなどもあります。</a:t>
            </a:r>
            <a:endParaRPr lang="en-US" altLang="ja-JP" sz="1200" dirty="0"/>
          </a:p>
          <a:p>
            <a:endParaRPr lang="en-US" altLang="ja-JP" dirty="0"/>
          </a:p>
          <a:p>
            <a:pPr marL="285750" indent="-285750">
              <a:buFont typeface="Arial" panose="020B0604020202020204" pitchFamily="34" charset="0"/>
              <a:buChar char="•"/>
            </a:pPr>
            <a:endParaRPr lang="en-US" altLang="ja-JP" dirty="0"/>
          </a:p>
        </p:txBody>
      </p:sp>
    </p:spTree>
    <p:extLst>
      <p:ext uri="{BB962C8B-B14F-4D97-AF65-F5344CB8AC3E}">
        <p14:creationId xmlns:p14="http://schemas.microsoft.com/office/powerpoint/2010/main" val="19267721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5927EA5-9B57-B3CD-7F7B-0E080BF61D2D}"/>
              </a:ext>
            </a:extLst>
          </p:cNvPr>
          <p:cNvSpPr>
            <a:spLocks noGrp="1"/>
          </p:cNvSpPr>
          <p:nvPr>
            <p:ph type="title"/>
          </p:nvPr>
        </p:nvSpPr>
        <p:spPr/>
        <p:txBody>
          <a:bodyPr/>
          <a:lstStyle/>
          <a:p>
            <a:r>
              <a:rPr lang="ja-JP" altLang="en-US" dirty="0"/>
              <a:t>回路図</a:t>
            </a:r>
            <a:r>
              <a:rPr lang="en-US" altLang="ja-JP" dirty="0"/>
              <a:t>(</a:t>
            </a:r>
            <a:r>
              <a:rPr lang="ja-JP" altLang="en-US" dirty="0"/>
              <a:t>ベンチマーク</a:t>
            </a:r>
            <a:r>
              <a:rPr lang="en-US" altLang="ja-JP" dirty="0"/>
              <a:t>)</a:t>
            </a:r>
            <a:r>
              <a:rPr lang="ja-JP" altLang="en-US" dirty="0"/>
              <a:t>を描いて・・・</a:t>
            </a:r>
            <a:endParaRPr kumimoji="1" lang="ja-JP" altLang="en-US" dirty="0"/>
          </a:p>
        </p:txBody>
      </p:sp>
      <p:sp>
        <p:nvSpPr>
          <p:cNvPr id="4" name="日付プレースホルダー 3">
            <a:extLst>
              <a:ext uri="{FF2B5EF4-FFF2-40B4-BE49-F238E27FC236}">
                <a16:creationId xmlns:a16="http://schemas.microsoft.com/office/drawing/2014/main" id="{ECB53391-4B6E-D365-DB7C-EF2C4DBA5E0B}"/>
              </a:ext>
            </a:extLst>
          </p:cNvPr>
          <p:cNvSpPr>
            <a:spLocks noGrp="1"/>
          </p:cNvSpPr>
          <p:nvPr>
            <p:ph type="dt" sz="half" idx="10"/>
          </p:nvPr>
        </p:nvSpPr>
        <p:spPr/>
        <p:txBody>
          <a:bodyPr/>
          <a:lstStyle/>
          <a:p>
            <a:fld id="{1403E321-B738-4C1A-A0F9-2985BB288796}"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7BC2E7C8-E547-5082-2CCC-B75168157417}"/>
              </a:ext>
            </a:extLst>
          </p:cNvPr>
          <p:cNvSpPr>
            <a:spLocks noGrp="1"/>
          </p:cNvSpPr>
          <p:nvPr>
            <p:ph type="sldNum" sz="quarter" idx="12"/>
          </p:nvPr>
        </p:nvSpPr>
        <p:spPr/>
        <p:txBody>
          <a:bodyPr/>
          <a:lstStyle/>
          <a:p>
            <a:fld id="{66E89953-8AEA-4BDF-A508-664B12926AB4}" type="slidenum">
              <a:rPr kumimoji="1" lang="ja-JP" altLang="en-US" smtClean="0"/>
              <a:t>25</a:t>
            </a:fld>
            <a:endParaRPr kumimoji="1" lang="ja-JP" altLang="en-US"/>
          </a:p>
        </p:txBody>
      </p:sp>
      <p:pic>
        <p:nvPicPr>
          <p:cNvPr id="9" name="コンテンツ プレースホルダー 7">
            <a:extLst>
              <a:ext uri="{FF2B5EF4-FFF2-40B4-BE49-F238E27FC236}">
                <a16:creationId xmlns:a16="http://schemas.microsoft.com/office/drawing/2014/main" id="{6A3DDC5B-32E3-FD0D-6F50-45F91BF0D8D2}"/>
              </a:ext>
            </a:extLst>
          </p:cNvPr>
          <p:cNvPicPr>
            <a:picLocks noChangeAspect="1"/>
          </p:cNvPicPr>
          <p:nvPr/>
        </p:nvPicPr>
        <p:blipFill>
          <a:blip r:embed="rId2"/>
          <a:stretch>
            <a:fillRect/>
          </a:stretch>
        </p:blipFill>
        <p:spPr>
          <a:xfrm>
            <a:off x="1097162" y="1255713"/>
            <a:ext cx="9997676" cy="5302250"/>
          </a:xfrm>
          <a:prstGeom prst="rect">
            <a:avLst/>
          </a:prstGeom>
        </p:spPr>
      </p:pic>
      <p:sp>
        <p:nvSpPr>
          <p:cNvPr id="12" name="正方形/長方形 11">
            <a:extLst>
              <a:ext uri="{FF2B5EF4-FFF2-40B4-BE49-F238E27FC236}">
                <a16:creationId xmlns:a16="http://schemas.microsoft.com/office/drawing/2014/main" id="{09DD8F98-D042-8F33-E641-FEEBF9A67A1C}"/>
              </a:ext>
            </a:extLst>
          </p:cNvPr>
          <p:cNvSpPr/>
          <p:nvPr/>
        </p:nvSpPr>
        <p:spPr>
          <a:xfrm>
            <a:off x="0" y="6600037"/>
            <a:ext cx="3213463" cy="223317"/>
          </a:xfrm>
          <a:prstGeom prst="rect">
            <a:avLst/>
          </a:prstGeom>
          <a:solidFill>
            <a:srgbClr val="323232"/>
          </a:solidFill>
          <a:ln w="12700" cap="flat" cmpd="sng" algn="ctr">
            <a:noFill/>
            <a:prstDash val="solid"/>
            <a:miter lim="800000"/>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1" lang="en-US" altLang="ja-JP" sz="1400" b="1" i="0" u="none" strike="noStrike" kern="0" cap="none" spc="0" normalizeH="0" baseline="0" noProof="0" dirty="0">
                <a:ln>
                  <a:noFill/>
                </a:ln>
                <a:solidFill>
                  <a:srgbClr val="92D050"/>
                </a:solidFill>
                <a:effectLst/>
                <a:uLnTx/>
                <a:uFillTx/>
                <a:ea typeface="ＭＳ Ｐゴシック" panose="020B0600070205080204" pitchFamily="50" charset="-128"/>
                <a:cs typeface="+mn-cs"/>
              </a:rPr>
              <a:t>SKY130</a:t>
            </a:r>
            <a:endParaRPr kumimoji="1" lang="ja-JP" altLang="en-US" sz="1400" b="1" i="0" u="none" strike="noStrike" kern="0" cap="none" spc="0" normalizeH="0" baseline="0" noProof="0" dirty="0">
              <a:ln>
                <a:noFill/>
              </a:ln>
              <a:solidFill>
                <a:srgbClr val="92D050"/>
              </a:solidFill>
              <a:effectLst/>
              <a:uLnTx/>
              <a:uFillTx/>
              <a:ea typeface="ＭＳ Ｐゴシック" panose="020B0600070205080204" pitchFamily="50" charset="-128"/>
              <a:cs typeface="+mn-cs"/>
            </a:endParaRPr>
          </a:p>
        </p:txBody>
      </p:sp>
    </p:spTree>
    <p:extLst>
      <p:ext uri="{BB962C8B-B14F-4D97-AF65-F5344CB8AC3E}">
        <p14:creationId xmlns:p14="http://schemas.microsoft.com/office/powerpoint/2010/main" val="175932177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215997D-B4CC-D5BD-C581-44F7B770B8A0}"/>
              </a:ext>
            </a:extLst>
          </p:cNvPr>
          <p:cNvSpPr>
            <a:spLocks noGrp="1"/>
          </p:cNvSpPr>
          <p:nvPr>
            <p:ph type="title"/>
          </p:nvPr>
        </p:nvSpPr>
        <p:spPr/>
        <p:txBody>
          <a:bodyPr/>
          <a:lstStyle/>
          <a:p>
            <a:r>
              <a:rPr kumimoji="1" lang="ja-JP" altLang="en-US" dirty="0"/>
              <a:t>論理検証をして・・・</a:t>
            </a:r>
          </a:p>
        </p:txBody>
      </p:sp>
      <p:pic>
        <p:nvPicPr>
          <p:cNvPr id="8" name="コンテンツ プレースホルダー 7">
            <a:extLst>
              <a:ext uri="{FF2B5EF4-FFF2-40B4-BE49-F238E27FC236}">
                <a16:creationId xmlns:a16="http://schemas.microsoft.com/office/drawing/2014/main" id="{D264E77E-7C67-4DDE-F729-23F51D45C216}"/>
              </a:ext>
            </a:extLst>
          </p:cNvPr>
          <p:cNvPicPr>
            <a:picLocks noGrp="1" noChangeAspect="1"/>
          </p:cNvPicPr>
          <p:nvPr>
            <p:ph idx="1"/>
          </p:nvPr>
        </p:nvPicPr>
        <p:blipFill>
          <a:blip r:embed="rId2"/>
          <a:stretch>
            <a:fillRect/>
          </a:stretch>
        </p:blipFill>
        <p:spPr>
          <a:xfrm>
            <a:off x="1472511" y="1255713"/>
            <a:ext cx="9246977" cy="5302250"/>
          </a:xfrm>
        </p:spPr>
      </p:pic>
      <p:sp>
        <p:nvSpPr>
          <p:cNvPr id="4" name="日付プレースホルダー 3">
            <a:extLst>
              <a:ext uri="{FF2B5EF4-FFF2-40B4-BE49-F238E27FC236}">
                <a16:creationId xmlns:a16="http://schemas.microsoft.com/office/drawing/2014/main" id="{D0296670-C081-AD53-F8D5-82F74AE5AE41}"/>
              </a:ext>
            </a:extLst>
          </p:cNvPr>
          <p:cNvSpPr>
            <a:spLocks noGrp="1"/>
          </p:cNvSpPr>
          <p:nvPr>
            <p:ph type="dt" sz="half" idx="10"/>
          </p:nvPr>
        </p:nvSpPr>
        <p:spPr/>
        <p:txBody>
          <a:bodyPr/>
          <a:lstStyle/>
          <a:p>
            <a:fld id="{D2DC3350-547B-46CB-BE70-F25645668445}"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2FD3295E-0E64-36F0-CBBE-73FE2812AF3F}"/>
              </a:ext>
            </a:extLst>
          </p:cNvPr>
          <p:cNvSpPr>
            <a:spLocks noGrp="1"/>
          </p:cNvSpPr>
          <p:nvPr>
            <p:ph type="sldNum" sz="quarter" idx="12"/>
          </p:nvPr>
        </p:nvSpPr>
        <p:spPr/>
        <p:txBody>
          <a:bodyPr/>
          <a:lstStyle/>
          <a:p>
            <a:fld id="{66E89953-8AEA-4BDF-A508-664B12926AB4}" type="slidenum">
              <a:rPr kumimoji="1" lang="ja-JP" altLang="en-US" smtClean="0"/>
              <a:t>26</a:t>
            </a:fld>
            <a:endParaRPr kumimoji="1" lang="ja-JP" altLang="en-US"/>
          </a:p>
        </p:txBody>
      </p:sp>
      <p:sp>
        <p:nvSpPr>
          <p:cNvPr id="10" name="正方形/長方形 9">
            <a:extLst>
              <a:ext uri="{FF2B5EF4-FFF2-40B4-BE49-F238E27FC236}">
                <a16:creationId xmlns:a16="http://schemas.microsoft.com/office/drawing/2014/main" id="{691BFD14-840D-D154-F5E4-8A248EA05F0D}"/>
              </a:ext>
            </a:extLst>
          </p:cNvPr>
          <p:cNvSpPr/>
          <p:nvPr/>
        </p:nvSpPr>
        <p:spPr>
          <a:xfrm>
            <a:off x="0" y="6600037"/>
            <a:ext cx="3213463" cy="223317"/>
          </a:xfrm>
          <a:prstGeom prst="rect">
            <a:avLst/>
          </a:prstGeom>
          <a:solidFill>
            <a:srgbClr val="323232"/>
          </a:solidFill>
          <a:ln w="12700" cap="flat" cmpd="sng" algn="ctr">
            <a:noFill/>
            <a:prstDash val="solid"/>
            <a:miter lim="800000"/>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1" lang="en-US" altLang="ja-JP" sz="1400" b="1" i="0" u="none" strike="noStrike" kern="0" cap="none" spc="0" normalizeH="0" baseline="0" noProof="0" dirty="0">
                <a:ln>
                  <a:noFill/>
                </a:ln>
                <a:solidFill>
                  <a:srgbClr val="92D050"/>
                </a:solidFill>
                <a:effectLst/>
                <a:uLnTx/>
                <a:uFillTx/>
                <a:ea typeface="ＭＳ Ｐゴシック" panose="020B0600070205080204" pitchFamily="50" charset="-128"/>
                <a:cs typeface="+mn-cs"/>
              </a:rPr>
              <a:t>SKY130</a:t>
            </a:r>
            <a:endParaRPr kumimoji="1" lang="ja-JP" altLang="en-US" sz="1400" b="1" i="0" u="none" strike="noStrike" kern="0" cap="none" spc="0" normalizeH="0" baseline="0" noProof="0" dirty="0">
              <a:ln>
                <a:noFill/>
              </a:ln>
              <a:solidFill>
                <a:srgbClr val="92D050"/>
              </a:solidFill>
              <a:effectLst/>
              <a:uLnTx/>
              <a:uFillTx/>
              <a:ea typeface="ＭＳ Ｐゴシック" panose="020B0600070205080204" pitchFamily="50" charset="-128"/>
              <a:cs typeface="+mn-cs"/>
            </a:endParaRPr>
          </a:p>
        </p:txBody>
      </p:sp>
    </p:spTree>
    <p:extLst>
      <p:ext uri="{BB962C8B-B14F-4D97-AF65-F5344CB8AC3E}">
        <p14:creationId xmlns:p14="http://schemas.microsoft.com/office/powerpoint/2010/main" val="91009276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タイトル 6">
            <a:extLst>
              <a:ext uri="{FF2B5EF4-FFF2-40B4-BE49-F238E27FC236}">
                <a16:creationId xmlns:a16="http://schemas.microsoft.com/office/drawing/2014/main" id="{5DB7496E-0EB4-15A7-1C29-ED3F8BD4BED7}"/>
              </a:ext>
            </a:extLst>
          </p:cNvPr>
          <p:cNvSpPr>
            <a:spLocks noGrp="1"/>
          </p:cNvSpPr>
          <p:nvPr>
            <p:ph type="title"/>
          </p:nvPr>
        </p:nvSpPr>
        <p:spPr/>
        <p:txBody>
          <a:bodyPr/>
          <a:lstStyle/>
          <a:p>
            <a:r>
              <a:rPr lang="ja-JP" altLang="en-US" dirty="0"/>
              <a:t>レイアウトを描いて・・・</a:t>
            </a:r>
          </a:p>
        </p:txBody>
      </p:sp>
      <p:sp>
        <p:nvSpPr>
          <p:cNvPr id="4" name="日付プレースホルダー 3">
            <a:extLst>
              <a:ext uri="{FF2B5EF4-FFF2-40B4-BE49-F238E27FC236}">
                <a16:creationId xmlns:a16="http://schemas.microsoft.com/office/drawing/2014/main" id="{FA3016D9-5C38-9964-820D-FF4D13A6B973}"/>
              </a:ext>
            </a:extLst>
          </p:cNvPr>
          <p:cNvSpPr>
            <a:spLocks noGrp="1"/>
          </p:cNvSpPr>
          <p:nvPr>
            <p:ph type="dt" sz="half" idx="10"/>
          </p:nvPr>
        </p:nvSpPr>
        <p:spPr/>
        <p:txBody>
          <a:bodyPr/>
          <a:lstStyle/>
          <a:p>
            <a:fld id="{047831A0-2876-42E7-8E9F-15AFEEEF1CA8}"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CA95FEA2-866D-F6CC-9972-232F6A95DC58}"/>
              </a:ext>
            </a:extLst>
          </p:cNvPr>
          <p:cNvSpPr>
            <a:spLocks noGrp="1"/>
          </p:cNvSpPr>
          <p:nvPr>
            <p:ph type="sldNum" sz="quarter" idx="12"/>
          </p:nvPr>
        </p:nvSpPr>
        <p:spPr/>
        <p:txBody>
          <a:bodyPr/>
          <a:lstStyle/>
          <a:p>
            <a:fld id="{66E89953-8AEA-4BDF-A508-664B12926AB4}" type="slidenum">
              <a:rPr kumimoji="1" lang="ja-JP" altLang="en-US" smtClean="0"/>
              <a:t>27</a:t>
            </a:fld>
            <a:endParaRPr kumimoji="1" lang="ja-JP" altLang="en-US"/>
          </a:p>
        </p:txBody>
      </p:sp>
      <p:pic>
        <p:nvPicPr>
          <p:cNvPr id="12" name="図 11">
            <a:extLst>
              <a:ext uri="{FF2B5EF4-FFF2-40B4-BE49-F238E27FC236}">
                <a16:creationId xmlns:a16="http://schemas.microsoft.com/office/drawing/2014/main" id="{B3941703-7419-6DA6-AF30-F159D1E89349}"/>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1424604" y="1227959"/>
            <a:ext cx="9342792" cy="5255319"/>
          </a:xfrm>
          <a:prstGeom prst="rect">
            <a:avLst/>
          </a:prstGeom>
        </p:spPr>
      </p:pic>
      <p:sp>
        <p:nvSpPr>
          <p:cNvPr id="8" name="正方形/長方形 7">
            <a:extLst>
              <a:ext uri="{FF2B5EF4-FFF2-40B4-BE49-F238E27FC236}">
                <a16:creationId xmlns:a16="http://schemas.microsoft.com/office/drawing/2014/main" id="{5DD492B6-EE43-8FE6-D943-47470E3C3B5A}"/>
              </a:ext>
            </a:extLst>
          </p:cNvPr>
          <p:cNvSpPr/>
          <p:nvPr/>
        </p:nvSpPr>
        <p:spPr>
          <a:xfrm>
            <a:off x="0" y="6600037"/>
            <a:ext cx="3213463" cy="223317"/>
          </a:xfrm>
          <a:prstGeom prst="rect">
            <a:avLst/>
          </a:prstGeom>
          <a:solidFill>
            <a:srgbClr val="323232"/>
          </a:solidFill>
          <a:ln w="12700" cap="flat" cmpd="sng" algn="ctr">
            <a:noFill/>
            <a:prstDash val="solid"/>
            <a:miter lim="800000"/>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1" lang="en-US" altLang="ja-JP" sz="1400" b="1" i="0" u="none" strike="noStrike" kern="0" cap="none" spc="0" normalizeH="0" baseline="0" noProof="0" dirty="0">
                <a:ln>
                  <a:noFill/>
                </a:ln>
                <a:solidFill>
                  <a:srgbClr val="92D050"/>
                </a:solidFill>
                <a:effectLst/>
                <a:uLnTx/>
                <a:uFillTx/>
                <a:ea typeface="ＭＳ Ｐゴシック" panose="020B0600070205080204" pitchFamily="50" charset="-128"/>
                <a:cs typeface="+mn-cs"/>
              </a:rPr>
              <a:t>SKY130</a:t>
            </a:r>
            <a:endParaRPr kumimoji="1" lang="ja-JP" altLang="en-US" sz="1400" b="1" i="0" u="none" strike="noStrike" kern="0" cap="none" spc="0" normalizeH="0" baseline="0" noProof="0" dirty="0">
              <a:ln>
                <a:noFill/>
              </a:ln>
              <a:solidFill>
                <a:srgbClr val="92D050"/>
              </a:solidFill>
              <a:effectLst/>
              <a:uLnTx/>
              <a:uFillTx/>
              <a:ea typeface="ＭＳ Ｐゴシック" panose="020B0600070205080204" pitchFamily="50" charset="-128"/>
              <a:cs typeface="+mn-cs"/>
            </a:endParaRPr>
          </a:p>
        </p:txBody>
      </p:sp>
    </p:spTree>
    <p:extLst>
      <p:ext uri="{BB962C8B-B14F-4D97-AF65-F5344CB8AC3E}">
        <p14:creationId xmlns:p14="http://schemas.microsoft.com/office/powerpoint/2010/main" val="75231321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5ADE712-00A3-7317-CDA5-CA35A868ED36}"/>
              </a:ext>
            </a:extLst>
          </p:cNvPr>
          <p:cNvSpPr>
            <a:spLocks noGrp="1"/>
          </p:cNvSpPr>
          <p:nvPr>
            <p:ph type="title"/>
          </p:nvPr>
        </p:nvSpPr>
        <p:spPr/>
        <p:txBody>
          <a:bodyPr/>
          <a:lstStyle/>
          <a:p>
            <a:r>
              <a:rPr lang="ja-JP" altLang="en-US" dirty="0"/>
              <a:t>レイアウトを検証して・・・</a:t>
            </a:r>
            <a:endParaRPr kumimoji="1" lang="ja-JP" altLang="en-US" dirty="0"/>
          </a:p>
        </p:txBody>
      </p:sp>
      <p:sp>
        <p:nvSpPr>
          <p:cNvPr id="4" name="日付プレースホルダー 3">
            <a:extLst>
              <a:ext uri="{FF2B5EF4-FFF2-40B4-BE49-F238E27FC236}">
                <a16:creationId xmlns:a16="http://schemas.microsoft.com/office/drawing/2014/main" id="{4FA54FD1-EBAA-9C04-8E16-835441FF49C3}"/>
              </a:ext>
            </a:extLst>
          </p:cNvPr>
          <p:cNvSpPr>
            <a:spLocks noGrp="1"/>
          </p:cNvSpPr>
          <p:nvPr>
            <p:ph type="dt" sz="half" idx="10"/>
          </p:nvPr>
        </p:nvSpPr>
        <p:spPr/>
        <p:txBody>
          <a:bodyPr/>
          <a:lstStyle/>
          <a:p>
            <a:fld id="{86659663-C8F8-471C-9DA9-8D69BCE5123D}" type="datetime1">
              <a:rPr kumimoji="1" lang="ja-JP" altLang="en-US" smtClean="0"/>
              <a:t>2026/10/20</a:t>
            </a:fld>
            <a:endParaRPr kumimoji="1" lang="ja-JP" altLang="en-US"/>
          </a:p>
        </p:txBody>
      </p:sp>
      <p:sp>
        <p:nvSpPr>
          <p:cNvPr id="5" name="スライド番号プレースホルダー 4">
            <a:extLst>
              <a:ext uri="{FF2B5EF4-FFF2-40B4-BE49-F238E27FC236}">
                <a16:creationId xmlns:a16="http://schemas.microsoft.com/office/drawing/2014/main" id="{5AFF6A8C-F554-4472-6502-8BCC91FFD155}"/>
              </a:ext>
            </a:extLst>
          </p:cNvPr>
          <p:cNvSpPr>
            <a:spLocks noGrp="1"/>
          </p:cNvSpPr>
          <p:nvPr>
            <p:ph type="sldNum" sz="quarter" idx="12"/>
          </p:nvPr>
        </p:nvSpPr>
        <p:spPr/>
        <p:txBody>
          <a:bodyPr/>
          <a:lstStyle/>
          <a:p>
            <a:fld id="{66E89953-8AEA-4BDF-A508-664B12926AB4}" type="slidenum">
              <a:rPr kumimoji="1" lang="ja-JP" altLang="en-US" smtClean="0"/>
              <a:t>28</a:t>
            </a:fld>
            <a:endParaRPr kumimoji="1" lang="ja-JP" altLang="en-US"/>
          </a:p>
        </p:txBody>
      </p:sp>
      <p:pic>
        <p:nvPicPr>
          <p:cNvPr id="8" name="コンテンツ プレースホルダー 7">
            <a:extLst>
              <a:ext uri="{FF2B5EF4-FFF2-40B4-BE49-F238E27FC236}">
                <a16:creationId xmlns:a16="http://schemas.microsoft.com/office/drawing/2014/main" id="{AEB551AB-C0FB-A571-E45B-39714FA40AD3}"/>
              </a:ext>
            </a:extLst>
          </p:cNvPr>
          <p:cNvPicPr>
            <a:picLocks noGrp="1" noChangeAspect="1"/>
          </p:cNvPicPr>
          <p:nvPr>
            <p:ph sz="quarter" idx="13"/>
          </p:nvPr>
        </p:nvPicPr>
        <p:blipFill>
          <a:blip r:embed="rId2"/>
          <a:stretch>
            <a:fillRect/>
          </a:stretch>
        </p:blipFill>
        <p:spPr>
          <a:xfrm>
            <a:off x="0" y="2212840"/>
            <a:ext cx="6129133" cy="3744900"/>
          </a:xfrm>
          <a:prstGeom prst="rect">
            <a:avLst/>
          </a:prstGeom>
        </p:spPr>
      </p:pic>
      <p:pic>
        <p:nvPicPr>
          <p:cNvPr id="10" name="コンテンツ プレースホルダー 9">
            <a:extLst>
              <a:ext uri="{FF2B5EF4-FFF2-40B4-BE49-F238E27FC236}">
                <a16:creationId xmlns:a16="http://schemas.microsoft.com/office/drawing/2014/main" id="{2B072C07-0B1E-78AD-CA98-BC0FCC7DE3F2}"/>
              </a:ext>
            </a:extLst>
          </p:cNvPr>
          <p:cNvPicPr>
            <a:picLocks noGrp="1" noChangeAspect="1"/>
          </p:cNvPicPr>
          <p:nvPr>
            <p:ph sz="quarter" idx="14"/>
          </p:nvPr>
        </p:nvPicPr>
        <p:blipFill>
          <a:blip r:embed="rId3"/>
          <a:stretch>
            <a:fillRect/>
          </a:stretch>
        </p:blipFill>
        <p:spPr>
          <a:xfrm>
            <a:off x="6197707" y="2212840"/>
            <a:ext cx="5994293" cy="3744900"/>
          </a:xfrm>
          <a:prstGeom prst="rect">
            <a:avLst/>
          </a:prstGeom>
        </p:spPr>
      </p:pic>
      <p:sp>
        <p:nvSpPr>
          <p:cNvPr id="11" name="正方形/長方形 10">
            <a:extLst>
              <a:ext uri="{FF2B5EF4-FFF2-40B4-BE49-F238E27FC236}">
                <a16:creationId xmlns:a16="http://schemas.microsoft.com/office/drawing/2014/main" id="{6BBA9BA2-B063-09A6-4A9A-EA21529177AD}"/>
              </a:ext>
            </a:extLst>
          </p:cNvPr>
          <p:cNvSpPr/>
          <p:nvPr/>
        </p:nvSpPr>
        <p:spPr>
          <a:xfrm>
            <a:off x="0" y="6600037"/>
            <a:ext cx="3213463" cy="223317"/>
          </a:xfrm>
          <a:prstGeom prst="rect">
            <a:avLst/>
          </a:prstGeom>
          <a:solidFill>
            <a:srgbClr val="323232"/>
          </a:solidFill>
          <a:ln w="12700" cap="flat" cmpd="sng" algn="ctr">
            <a:noFill/>
            <a:prstDash val="solid"/>
            <a:miter lim="800000"/>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1" lang="en-US" altLang="ja-JP" sz="1400" b="1" i="0" u="none" strike="noStrike" kern="0" cap="none" spc="0" normalizeH="0" baseline="0" noProof="0" dirty="0">
                <a:ln>
                  <a:noFill/>
                </a:ln>
                <a:solidFill>
                  <a:srgbClr val="92D050"/>
                </a:solidFill>
                <a:effectLst/>
                <a:uLnTx/>
                <a:uFillTx/>
                <a:ea typeface="ＭＳ Ｐゴシック" panose="020B0600070205080204" pitchFamily="50" charset="-128"/>
                <a:cs typeface="+mn-cs"/>
              </a:rPr>
              <a:t>SKY130</a:t>
            </a:r>
            <a:endParaRPr kumimoji="1" lang="ja-JP" altLang="en-US" sz="1400" b="1" i="0" u="none" strike="noStrike" kern="0" cap="none" spc="0" normalizeH="0" baseline="0" noProof="0" dirty="0">
              <a:ln>
                <a:noFill/>
              </a:ln>
              <a:solidFill>
                <a:srgbClr val="92D050"/>
              </a:solidFill>
              <a:effectLst/>
              <a:uLnTx/>
              <a:uFillTx/>
              <a:ea typeface="ＭＳ Ｐゴシック" panose="020B0600070205080204" pitchFamily="50" charset="-128"/>
              <a:cs typeface="+mn-cs"/>
            </a:endParaRPr>
          </a:p>
        </p:txBody>
      </p:sp>
      <p:sp>
        <p:nvSpPr>
          <p:cNvPr id="12" name="テキスト ボックス 11">
            <a:extLst>
              <a:ext uri="{FF2B5EF4-FFF2-40B4-BE49-F238E27FC236}">
                <a16:creationId xmlns:a16="http://schemas.microsoft.com/office/drawing/2014/main" id="{85A36BA3-8BB1-3B8D-DC00-99D83A0D12D5}"/>
              </a:ext>
            </a:extLst>
          </p:cNvPr>
          <p:cNvSpPr txBox="1"/>
          <p:nvPr/>
        </p:nvSpPr>
        <p:spPr>
          <a:xfrm>
            <a:off x="0" y="1689620"/>
            <a:ext cx="6129133" cy="523220"/>
          </a:xfrm>
          <a:prstGeom prst="rect">
            <a:avLst/>
          </a:prstGeom>
          <a:noFill/>
        </p:spPr>
        <p:txBody>
          <a:bodyPr wrap="square" rtlCol="0">
            <a:spAutoFit/>
          </a:bodyPr>
          <a:lstStyle/>
          <a:p>
            <a:pPr algn="ctr"/>
            <a:r>
              <a:rPr kumimoji="1" lang="en-US" altLang="ja-JP" sz="2800" b="1" dirty="0"/>
              <a:t>DRC</a:t>
            </a:r>
            <a:endParaRPr kumimoji="1" lang="ja-JP" altLang="en-US" sz="2800" b="1" dirty="0"/>
          </a:p>
        </p:txBody>
      </p:sp>
      <p:sp>
        <p:nvSpPr>
          <p:cNvPr id="13" name="テキスト ボックス 12">
            <a:extLst>
              <a:ext uri="{FF2B5EF4-FFF2-40B4-BE49-F238E27FC236}">
                <a16:creationId xmlns:a16="http://schemas.microsoft.com/office/drawing/2014/main" id="{459B0CC0-6E64-6131-84A4-645A7EEA5B80}"/>
              </a:ext>
            </a:extLst>
          </p:cNvPr>
          <p:cNvSpPr txBox="1"/>
          <p:nvPr/>
        </p:nvSpPr>
        <p:spPr>
          <a:xfrm>
            <a:off x="6197707" y="1687777"/>
            <a:ext cx="5994294" cy="523220"/>
          </a:xfrm>
          <a:prstGeom prst="rect">
            <a:avLst/>
          </a:prstGeom>
          <a:noFill/>
        </p:spPr>
        <p:txBody>
          <a:bodyPr wrap="square" rtlCol="0">
            <a:spAutoFit/>
          </a:bodyPr>
          <a:lstStyle/>
          <a:p>
            <a:pPr algn="ctr"/>
            <a:r>
              <a:rPr kumimoji="1" lang="en-US" altLang="ja-JP" sz="2800" b="1" dirty="0"/>
              <a:t>LVS</a:t>
            </a:r>
            <a:endParaRPr kumimoji="1" lang="ja-JP" altLang="en-US" sz="2800" b="1" dirty="0"/>
          </a:p>
        </p:txBody>
      </p:sp>
    </p:spTree>
    <p:extLst>
      <p:ext uri="{BB962C8B-B14F-4D97-AF65-F5344CB8AC3E}">
        <p14:creationId xmlns:p14="http://schemas.microsoft.com/office/powerpoint/2010/main" val="21089198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C9CCA59-293E-3A40-4986-4A314B90FE9A}"/>
              </a:ext>
            </a:extLst>
          </p:cNvPr>
          <p:cNvSpPr>
            <a:spLocks noGrp="1"/>
          </p:cNvSpPr>
          <p:nvPr>
            <p:ph type="title"/>
          </p:nvPr>
        </p:nvSpPr>
        <p:spPr/>
        <p:txBody>
          <a:bodyPr/>
          <a:lstStyle/>
          <a:p>
            <a:r>
              <a:rPr kumimoji="1" lang="ja-JP" altLang="en-US" dirty="0"/>
              <a:t>寄生成分を抽出して・・・</a:t>
            </a:r>
          </a:p>
        </p:txBody>
      </p:sp>
      <p:sp>
        <p:nvSpPr>
          <p:cNvPr id="4" name="日付プレースホルダー 3">
            <a:extLst>
              <a:ext uri="{FF2B5EF4-FFF2-40B4-BE49-F238E27FC236}">
                <a16:creationId xmlns:a16="http://schemas.microsoft.com/office/drawing/2014/main" id="{8ED84BED-AA3E-F1FB-D56A-A90324455DBA}"/>
              </a:ext>
            </a:extLst>
          </p:cNvPr>
          <p:cNvSpPr>
            <a:spLocks noGrp="1"/>
          </p:cNvSpPr>
          <p:nvPr>
            <p:ph type="dt" sz="half" idx="10"/>
          </p:nvPr>
        </p:nvSpPr>
        <p:spPr/>
        <p:txBody>
          <a:bodyPr/>
          <a:lstStyle/>
          <a:p>
            <a:fld id="{DC066C20-5453-4AB2-BAEE-C64266E771F8}"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7734696A-0DA4-4502-6119-6CFDE210924C}"/>
              </a:ext>
            </a:extLst>
          </p:cNvPr>
          <p:cNvSpPr>
            <a:spLocks noGrp="1"/>
          </p:cNvSpPr>
          <p:nvPr>
            <p:ph type="sldNum" sz="quarter" idx="12"/>
          </p:nvPr>
        </p:nvSpPr>
        <p:spPr/>
        <p:txBody>
          <a:bodyPr/>
          <a:lstStyle/>
          <a:p>
            <a:fld id="{66E89953-8AEA-4BDF-A508-664B12926AB4}" type="slidenum">
              <a:rPr kumimoji="1" lang="ja-JP" altLang="en-US" smtClean="0"/>
              <a:t>29</a:t>
            </a:fld>
            <a:endParaRPr kumimoji="1" lang="ja-JP" altLang="en-US"/>
          </a:p>
        </p:txBody>
      </p:sp>
      <p:pic>
        <p:nvPicPr>
          <p:cNvPr id="14" name="図 13">
            <a:extLst>
              <a:ext uri="{FF2B5EF4-FFF2-40B4-BE49-F238E27FC236}">
                <a16:creationId xmlns:a16="http://schemas.microsoft.com/office/drawing/2014/main" id="{08A04ABE-4F52-C8B8-C8EC-B39F99104AD8}"/>
              </a:ext>
            </a:extLst>
          </p:cNvPr>
          <p:cNvPicPr>
            <a:picLocks noChangeAspect="1"/>
          </p:cNvPicPr>
          <p:nvPr/>
        </p:nvPicPr>
        <p:blipFill>
          <a:blip r:embed="rId2">
            <a:extLst>
              <a:ext uri="{28A0092B-C50C-407E-A947-70E740481C1C}">
                <a14:useLocalDpi xmlns:a14="http://schemas.microsoft.com/office/drawing/2010/main" val="0"/>
              </a:ext>
            </a:extLst>
          </a:blip>
          <a:srcRect/>
          <a:stretch/>
        </p:blipFill>
        <p:spPr>
          <a:xfrm>
            <a:off x="2343429" y="1363868"/>
            <a:ext cx="7505141" cy="5078821"/>
          </a:xfrm>
          <a:prstGeom prst="rect">
            <a:avLst/>
          </a:prstGeom>
        </p:spPr>
      </p:pic>
      <p:sp>
        <p:nvSpPr>
          <p:cNvPr id="8" name="正方形/長方形 7">
            <a:extLst>
              <a:ext uri="{FF2B5EF4-FFF2-40B4-BE49-F238E27FC236}">
                <a16:creationId xmlns:a16="http://schemas.microsoft.com/office/drawing/2014/main" id="{37831B1E-16B1-C03D-3CCD-9076D52CD26E}"/>
              </a:ext>
            </a:extLst>
          </p:cNvPr>
          <p:cNvSpPr/>
          <p:nvPr/>
        </p:nvSpPr>
        <p:spPr>
          <a:xfrm>
            <a:off x="0" y="6600037"/>
            <a:ext cx="3213463" cy="223317"/>
          </a:xfrm>
          <a:prstGeom prst="rect">
            <a:avLst/>
          </a:prstGeom>
          <a:solidFill>
            <a:srgbClr val="323232"/>
          </a:solidFill>
          <a:ln w="12700" cap="flat" cmpd="sng" algn="ctr">
            <a:noFill/>
            <a:prstDash val="solid"/>
            <a:miter lim="800000"/>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1" lang="en-US" altLang="ja-JP" sz="1400" b="1" i="0" u="none" strike="noStrike" kern="0" cap="none" spc="0" normalizeH="0" baseline="0" noProof="0" dirty="0">
                <a:ln>
                  <a:noFill/>
                </a:ln>
                <a:solidFill>
                  <a:srgbClr val="92D050"/>
                </a:solidFill>
                <a:effectLst/>
                <a:uLnTx/>
                <a:uFillTx/>
                <a:ea typeface="ＭＳ Ｐゴシック" panose="020B0600070205080204" pitchFamily="50" charset="-128"/>
                <a:cs typeface="+mn-cs"/>
              </a:rPr>
              <a:t>SKY130</a:t>
            </a:r>
            <a:endParaRPr kumimoji="1" lang="ja-JP" altLang="en-US" sz="1400" b="1" i="0" u="none" strike="noStrike" kern="0" cap="none" spc="0" normalizeH="0" baseline="0" noProof="0" dirty="0">
              <a:ln>
                <a:noFill/>
              </a:ln>
              <a:solidFill>
                <a:srgbClr val="92D050"/>
              </a:solidFill>
              <a:effectLst/>
              <a:uLnTx/>
              <a:uFillTx/>
              <a:ea typeface="ＭＳ Ｐゴシック" panose="020B0600070205080204" pitchFamily="50" charset="-128"/>
              <a:cs typeface="+mn-cs"/>
            </a:endParaRPr>
          </a:p>
        </p:txBody>
      </p:sp>
    </p:spTree>
    <p:extLst>
      <p:ext uri="{BB962C8B-B14F-4D97-AF65-F5344CB8AC3E}">
        <p14:creationId xmlns:p14="http://schemas.microsoft.com/office/powerpoint/2010/main" val="274120068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91D2E20-8B12-8033-E498-B100ABAB5B52}"/>
              </a:ext>
            </a:extLst>
          </p:cNvPr>
          <p:cNvSpPr>
            <a:spLocks noGrp="1"/>
          </p:cNvSpPr>
          <p:nvPr>
            <p:ph type="title"/>
          </p:nvPr>
        </p:nvSpPr>
        <p:spPr/>
        <p:txBody>
          <a:bodyPr/>
          <a:lstStyle/>
          <a:p>
            <a:r>
              <a:rPr lang="ja-JP" altLang="en-US" dirty="0"/>
              <a:t>ベンチマークを作成して</a:t>
            </a:r>
            <a:r>
              <a:rPr lang="en-US" altLang="ja-JP" dirty="0"/>
              <a:t>…</a:t>
            </a:r>
            <a:endParaRPr kumimoji="1" lang="ja-JP" altLang="en-US" dirty="0"/>
          </a:p>
        </p:txBody>
      </p:sp>
      <p:sp>
        <p:nvSpPr>
          <p:cNvPr id="4" name="日付プレースホルダー 3">
            <a:extLst>
              <a:ext uri="{FF2B5EF4-FFF2-40B4-BE49-F238E27FC236}">
                <a16:creationId xmlns:a16="http://schemas.microsoft.com/office/drawing/2014/main" id="{84530ADF-0D8F-1B28-641F-972A53C59A51}"/>
              </a:ext>
            </a:extLst>
          </p:cNvPr>
          <p:cNvSpPr>
            <a:spLocks noGrp="1"/>
          </p:cNvSpPr>
          <p:nvPr>
            <p:ph type="dt" sz="half" idx="10"/>
          </p:nvPr>
        </p:nvSpPr>
        <p:spPr/>
        <p:txBody>
          <a:bodyPr/>
          <a:lstStyle/>
          <a:p>
            <a:fld id="{4DA62C7A-EBD4-49C3-AB8A-4A93A7F91C19}"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05996489-2EF8-C9F6-1967-E3AF451DE4A0}"/>
              </a:ext>
            </a:extLst>
          </p:cNvPr>
          <p:cNvSpPr>
            <a:spLocks noGrp="1"/>
          </p:cNvSpPr>
          <p:nvPr>
            <p:ph type="sldNum" sz="quarter" idx="12"/>
          </p:nvPr>
        </p:nvSpPr>
        <p:spPr/>
        <p:txBody>
          <a:bodyPr/>
          <a:lstStyle/>
          <a:p>
            <a:fld id="{66E89953-8AEA-4BDF-A508-664B12926AB4}" type="slidenum">
              <a:rPr kumimoji="1" lang="ja-JP" altLang="en-US" smtClean="0"/>
              <a:t>30</a:t>
            </a:fld>
            <a:endParaRPr kumimoji="1" lang="ja-JP" altLang="en-US"/>
          </a:p>
        </p:txBody>
      </p:sp>
      <p:pic>
        <p:nvPicPr>
          <p:cNvPr id="10" name="コンテンツ プレースホルダー 9">
            <a:extLst>
              <a:ext uri="{FF2B5EF4-FFF2-40B4-BE49-F238E27FC236}">
                <a16:creationId xmlns:a16="http://schemas.microsoft.com/office/drawing/2014/main" id="{BBA38026-3698-0A48-2DE1-792E0C7A6BDB}"/>
              </a:ext>
            </a:extLst>
          </p:cNvPr>
          <p:cNvPicPr>
            <a:picLocks noGrp="1" noChangeAspect="1"/>
          </p:cNvPicPr>
          <p:nvPr>
            <p:ph idx="4294967295"/>
          </p:nvPr>
        </p:nvPicPr>
        <p:blipFill>
          <a:blip r:embed="rId2">
            <a:extLst>
              <a:ext uri="{28A0092B-C50C-407E-A947-70E740481C1C}">
                <a14:useLocalDpi xmlns:a14="http://schemas.microsoft.com/office/drawing/2010/main" val="0"/>
              </a:ext>
            </a:extLst>
          </a:blip>
          <a:srcRect/>
          <a:stretch/>
        </p:blipFill>
        <p:spPr>
          <a:xfrm>
            <a:off x="1624012" y="1263142"/>
            <a:ext cx="8943975" cy="5302250"/>
          </a:xfrm>
        </p:spPr>
      </p:pic>
      <p:sp>
        <p:nvSpPr>
          <p:cNvPr id="8" name="正方形/長方形 7">
            <a:extLst>
              <a:ext uri="{FF2B5EF4-FFF2-40B4-BE49-F238E27FC236}">
                <a16:creationId xmlns:a16="http://schemas.microsoft.com/office/drawing/2014/main" id="{63379015-F53F-4295-7F08-D1FD88BEBDF2}"/>
              </a:ext>
            </a:extLst>
          </p:cNvPr>
          <p:cNvSpPr/>
          <p:nvPr/>
        </p:nvSpPr>
        <p:spPr>
          <a:xfrm>
            <a:off x="0" y="6600037"/>
            <a:ext cx="3213463" cy="223317"/>
          </a:xfrm>
          <a:prstGeom prst="rect">
            <a:avLst/>
          </a:prstGeom>
          <a:solidFill>
            <a:srgbClr val="323232"/>
          </a:solidFill>
          <a:ln w="12700" cap="flat" cmpd="sng" algn="ctr">
            <a:noFill/>
            <a:prstDash val="solid"/>
            <a:miter lim="800000"/>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1" lang="en-US" altLang="ja-JP" sz="1400" b="1" i="0" u="none" strike="noStrike" kern="0" cap="none" spc="0" normalizeH="0" baseline="0" noProof="0" dirty="0">
                <a:ln>
                  <a:noFill/>
                </a:ln>
                <a:solidFill>
                  <a:srgbClr val="92D050"/>
                </a:solidFill>
                <a:effectLst/>
                <a:uLnTx/>
                <a:uFillTx/>
                <a:ea typeface="ＭＳ Ｐゴシック" panose="020B0600070205080204" pitchFamily="50" charset="-128"/>
                <a:cs typeface="+mn-cs"/>
              </a:rPr>
              <a:t>SKY130</a:t>
            </a:r>
            <a:endParaRPr kumimoji="1" lang="ja-JP" altLang="en-US" sz="1400" b="1" i="0" u="none" strike="noStrike" kern="0" cap="none" spc="0" normalizeH="0" baseline="0" noProof="0" dirty="0">
              <a:ln>
                <a:noFill/>
              </a:ln>
              <a:solidFill>
                <a:srgbClr val="92D050"/>
              </a:solidFill>
              <a:effectLst/>
              <a:uLnTx/>
              <a:uFillTx/>
              <a:ea typeface="ＭＳ Ｐゴシック" panose="020B0600070205080204" pitchFamily="50" charset="-128"/>
              <a:cs typeface="+mn-cs"/>
            </a:endParaRPr>
          </a:p>
        </p:txBody>
      </p:sp>
    </p:spTree>
    <p:extLst>
      <p:ext uri="{BB962C8B-B14F-4D97-AF65-F5344CB8AC3E}">
        <p14:creationId xmlns:p14="http://schemas.microsoft.com/office/powerpoint/2010/main" val="22360500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89B7647-3D47-E75C-BDAC-14B78EA4CF00}"/>
              </a:ext>
            </a:extLst>
          </p:cNvPr>
          <p:cNvSpPr>
            <a:spLocks noGrp="1"/>
          </p:cNvSpPr>
          <p:nvPr>
            <p:ph type="title"/>
          </p:nvPr>
        </p:nvSpPr>
        <p:spPr/>
        <p:txBody>
          <a:bodyPr/>
          <a:lstStyle/>
          <a:p>
            <a:r>
              <a:rPr lang="ja-JP" altLang="en-US" dirty="0"/>
              <a:t>ポストレイアウトシミュレーションをする</a:t>
            </a:r>
            <a:endParaRPr kumimoji="1" lang="ja-JP" altLang="en-US" dirty="0"/>
          </a:p>
        </p:txBody>
      </p:sp>
      <p:sp>
        <p:nvSpPr>
          <p:cNvPr id="4" name="日付プレースホルダー 3">
            <a:extLst>
              <a:ext uri="{FF2B5EF4-FFF2-40B4-BE49-F238E27FC236}">
                <a16:creationId xmlns:a16="http://schemas.microsoft.com/office/drawing/2014/main" id="{B92B5458-7656-D29A-B947-DA3AA3945987}"/>
              </a:ext>
            </a:extLst>
          </p:cNvPr>
          <p:cNvSpPr>
            <a:spLocks noGrp="1"/>
          </p:cNvSpPr>
          <p:nvPr>
            <p:ph type="dt" sz="half" idx="10"/>
          </p:nvPr>
        </p:nvSpPr>
        <p:spPr/>
        <p:txBody>
          <a:bodyPr/>
          <a:lstStyle/>
          <a:p>
            <a:fld id="{A1DC6EC1-A645-4BF9-9F81-C3F09186FE62}"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DE36AD06-00CC-5D83-C799-B9C94457EEB2}"/>
              </a:ext>
            </a:extLst>
          </p:cNvPr>
          <p:cNvSpPr>
            <a:spLocks noGrp="1"/>
          </p:cNvSpPr>
          <p:nvPr>
            <p:ph type="sldNum" sz="quarter" idx="12"/>
          </p:nvPr>
        </p:nvSpPr>
        <p:spPr/>
        <p:txBody>
          <a:bodyPr/>
          <a:lstStyle/>
          <a:p>
            <a:fld id="{66E89953-8AEA-4BDF-A508-664B12926AB4}" type="slidenum">
              <a:rPr kumimoji="1" lang="ja-JP" altLang="en-US" smtClean="0"/>
              <a:t>31</a:t>
            </a:fld>
            <a:endParaRPr kumimoji="1" lang="ja-JP" altLang="en-US"/>
          </a:p>
        </p:txBody>
      </p:sp>
      <p:pic>
        <p:nvPicPr>
          <p:cNvPr id="12" name="コンテンツ プレースホルダー 11" descr="グリーン, 窓, 座る, 光 が含まれている画像&#10;&#10;自動的に生成された説明">
            <a:extLst>
              <a:ext uri="{FF2B5EF4-FFF2-40B4-BE49-F238E27FC236}">
                <a16:creationId xmlns:a16="http://schemas.microsoft.com/office/drawing/2014/main" id="{301EA84D-0035-2B37-8E13-A954025D4184}"/>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38200" y="1371729"/>
            <a:ext cx="10515600" cy="5070218"/>
          </a:xfrm>
        </p:spPr>
      </p:pic>
      <p:cxnSp>
        <p:nvCxnSpPr>
          <p:cNvPr id="14" name="直線矢印コネクタ 13">
            <a:extLst>
              <a:ext uri="{FF2B5EF4-FFF2-40B4-BE49-F238E27FC236}">
                <a16:creationId xmlns:a16="http://schemas.microsoft.com/office/drawing/2014/main" id="{E27E909A-8870-E8EB-6F2D-8B8BBD2F9D02}"/>
              </a:ext>
            </a:extLst>
          </p:cNvPr>
          <p:cNvCxnSpPr>
            <a:cxnSpLocks/>
          </p:cNvCxnSpPr>
          <p:nvPr/>
        </p:nvCxnSpPr>
        <p:spPr>
          <a:xfrm>
            <a:off x="3871502" y="3996813"/>
            <a:ext cx="5701320" cy="0"/>
          </a:xfrm>
          <a:prstGeom prst="straightConnector1">
            <a:avLst/>
          </a:prstGeom>
          <a:ln w="38100">
            <a:solidFill>
              <a:schemeClr val="accent6"/>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直線矢印コネクタ 16">
            <a:extLst>
              <a:ext uri="{FF2B5EF4-FFF2-40B4-BE49-F238E27FC236}">
                <a16:creationId xmlns:a16="http://schemas.microsoft.com/office/drawing/2014/main" id="{A572DB46-E919-9116-C959-62BF8D2CA116}"/>
              </a:ext>
            </a:extLst>
          </p:cNvPr>
          <p:cNvCxnSpPr>
            <a:cxnSpLocks/>
          </p:cNvCxnSpPr>
          <p:nvPr/>
        </p:nvCxnSpPr>
        <p:spPr>
          <a:xfrm>
            <a:off x="9594894" y="3996813"/>
            <a:ext cx="560477" cy="0"/>
          </a:xfrm>
          <a:prstGeom prst="straightConnector1">
            <a:avLst/>
          </a:prstGeom>
          <a:ln w="38100">
            <a:solidFill>
              <a:schemeClr val="accent6"/>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1" name="テキスト ボックス 20">
            <a:extLst>
              <a:ext uri="{FF2B5EF4-FFF2-40B4-BE49-F238E27FC236}">
                <a16:creationId xmlns:a16="http://schemas.microsoft.com/office/drawing/2014/main" id="{5989DF3F-0162-87A7-6B25-535431C98839}"/>
              </a:ext>
            </a:extLst>
          </p:cNvPr>
          <p:cNvSpPr txBox="1"/>
          <p:nvPr/>
        </p:nvSpPr>
        <p:spPr>
          <a:xfrm>
            <a:off x="3871502" y="3229973"/>
            <a:ext cx="5723392" cy="769441"/>
          </a:xfrm>
          <a:prstGeom prst="rect">
            <a:avLst/>
          </a:prstGeom>
          <a:noFill/>
        </p:spPr>
        <p:txBody>
          <a:bodyPr wrap="square" rtlCol="0">
            <a:spAutoFit/>
          </a:bodyPr>
          <a:lstStyle/>
          <a:p>
            <a:pPr algn="ctr"/>
            <a:r>
              <a:rPr kumimoji="1" lang="en-US" altLang="ja-JP" sz="4400" b="1" dirty="0">
                <a:solidFill>
                  <a:schemeClr val="accent6"/>
                </a:solidFill>
              </a:rPr>
              <a:t>149.9ps</a:t>
            </a:r>
            <a:endParaRPr kumimoji="1" lang="ja-JP" altLang="en-US" dirty="0">
              <a:solidFill>
                <a:schemeClr val="accent6"/>
              </a:solidFill>
            </a:endParaRPr>
          </a:p>
        </p:txBody>
      </p:sp>
      <p:sp>
        <p:nvSpPr>
          <p:cNvPr id="22" name="テキスト ボックス 21">
            <a:extLst>
              <a:ext uri="{FF2B5EF4-FFF2-40B4-BE49-F238E27FC236}">
                <a16:creationId xmlns:a16="http://schemas.microsoft.com/office/drawing/2014/main" id="{F56156D8-A16A-BC4C-F9DF-E48B4302778D}"/>
              </a:ext>
            </a:extLst>
          </p:cNvPr>
          <p:cNvSpPr txBox="1"/>
          <p:nvPr/>
        </p:nvSpPr>
        <p:spPr>
          <a:xfrm>
            <a:off x="8751289" y="3229973"/>
            <a:ext cx="2247687" cy="769441"/>
          </a:xfrm>
          <a:prstGeom prst="rect">
            <a:avLst/>
          </a:prstGeom>
          <a:noFill/>
        </p:spPr>
        <p:txBody>
          <a:bodyPr wrap="square" rtlCol="0">
            <a:spAutoFit/>
          </a:bodyPr>
          <a:lstStyle/>
          <a:p>
            <a:pPr algn="ctr"/>
            <a:r>
              <a:rPr kumimoji="1" lang="en-US" altLang="ja-JP" sz="4400" b="1" dirty="0">
                <a:solidFill>
                  <a:schemeClr val="accent6"/>
                </a:solidFill>
              </a:rPr>
              <a:t>15.0ps</a:t>
            </a:r>
            <a:endParaRPr kumimoji="1" lang="ja-JP" altLang="en-US" dirty="0">
              <a:solidFill>
                <a:schemeClr val="accent6"/>
              </a:solidFill>
            </a:endParaRPr>
          </a:p>
        </p:txBody>
      </p:sp>
      <p:cxnSp>
        <p:nvCxnSpPr>
          <p:cNvPr id="23" name="直線矢印コネクタ 22">
            <a:extLst>
              <a:ext uri="{FF2B5EF4-FFF2-40B4-BE49-F238E27FC236}">
                <a16:creationId xmlns:a16="http://schemas.microsoft.com/office/drawing/2014/main" id="{AD2824C7-A4B8-4471-50AE-8D121231C546}"/>
              </a:ext>
            </a:extLst>
          </p:cNvPr>
          <p:cNvCxnSpPr>
            <a:cxnSpLocks/>
          </p:cNvCxnSpPr>
          <p:nvPr/>
        </p:nvCxnSpPr>
        <p:spPr>
          <a:xfrm>
            <a:off x="3871502" y="4116556"/>
            <a:ext cx="6283869" cy="0"/>
          </a:xfrm>
          <a:prstGeom prst="straightConnector1">
            <a:avLst/>
          </a:prstGeom>
          <a:ln w="38100">
            <a:solidFill>
              <a:schemeClr val="accent6"/>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5" name="テキスト ボックス 24">
            <a:extLst>
              <a:ext uri="{FF2B5EF4-FFF2-40B4-BE49-F238E27FC236}">
                <a16:creationId xmlns:a16="http://schemas.microsoft.com/office/drawing/2014/main" id="{62B99BC4-79E0-301A-C89E-CC5CF2307A3A}"/>
              </a:ext>
            </a:extLst>
          </p:cNvPr>
          <p:cNvSpPr txBox="1"/>
          <p:nvPr/>
        </p:nvSpPr>
        <p:spPr>
          <a:xfrm>
            <a:off x="3871502" y="4245241"/>
            <a:ext cx="6283869" cy="769441"/>
          </a:xfrm>
          <a:prstGeom prst="rect">
            <a:avLst/>
          </a:prstGeom>
          <a:noFill/>
        </p:spPr>
        <p:txBody>
          <a:bodyPr wrap="square" rtlCol="0">
            <a:spAutoFit/>
          </a:bodyPr>
          <a:lstStyle/>
          <a:p>
            <a:pPr algn="ctr"/>
            <a:r>
              <a:rPr kumimoji="1" lang="en-US" altLang="ja-JP" sz="4400" b="1" dirty="0">
                <a:solidFill>
                  <a:schemeClr val="accent6"/>
                </a:solidFill>
              </a:rPr>
              <a:t>164.9ps</a:t>
            </a:r>
            <a:endParaRPr kumimoji="1" lang="ja-JP" altLang="en-US" dirty="0">
              <a:solidFill>
                <a:schemeClr val="accent6"/>
              </a:solidFill>
            </a:endParaRPr>
          </a:p>
        </p:txBody>
      </p:sp>
      <p:sp>
        <p:nvSpPr>
          <p:cNvPr id="26" name="テキスト ボックス 25">
            <a:extLst>
              <a:ext uri="{FF2B5EF4-FFF2-40B4-BE49-F238E27FC236}">
                <a16:creationId xmlns:a16="http://schemas.microsoft.com/office/drawing/2014/main" id="{1A651CBB-3331-D8BD-DFA1-13B4F2AC1A17}"/>
              </a:ext>
            </a:extLst>
          </p:cNvPr>
          <p:cNvSpPr txBox="1"/>
          <p:nvPr/>
        </p:nvSpPr>
        <p:spPr>
          <a:xfrm>
            <a:off x="3871503" y="5014682"/>
            <a:ext cx="6283868" cy="523220"/>
          </a:xfrm>
          <a:prstGeom prst="rect">
            <a:avLst/>
          </a:prstGeom>
          <a:noFill/>
        </p:spPr>
        <p:txBody>
          <a:bodyPr wrap="square" rtlCol="0">
            <a:spAutoFit/>
          </a:bodyPr>
          <a:lstStyle/>
          <a:p>
            <a:pPr algn="ctr"/>
            <a:r>
              <a:rPr kumimoji="1" lang="ja-JP" altLang="en-US" sz="2800" dirty="0">
                <a:solidFill>
                  <a:schemeClr val="accent6"/>
                </a:solidFill>
              </a:rPr>
              <a:t>寄生容量によって応答性が悪化</a:t>
            </a:r>
            <a:endParaRPr kumimoji="1" lang="en-US" altLang="ja-JP" sz="2800" dirty="0">
              <a:solidFill>
                <a:schemeClr val="accent6"/>
              </a:solidFill>
            </a:endParaRPr>
          </a:p>
        </p:txBody>
      </p:sp>
      <p:sp>
        <p:nvSpPr>
          <p:cNvPr id="27" name="テキスト ボックス 26">
            <a:extLst>
              <a:ext uri="{FF2B5EF4-FFF2-40B4-BE49-F238E27FC236}">
                <a16:creationId xmlns:a16="http://schemas.microsoft.com/office/drawing/2014/main" id="{8F411A72-C82C-9703-162C-C4F96C43D4EB}"/>
              </a:ext>
            </a:extLst>
          </p:cNvPr>
          <p:cNvSpPr txBox="1"/>
          <p:nvPr/>
        </p:nvSpPr>
        <p:spPr>
          <a:xfrm>
            <a:off x="9873343" y="2287140"/>
            <a:ext cx="1175657" cy="523220"/>
          </a:xfrm>
          <a:prstGeom prst="rect">
            <a:avLst/>
          </a:prstGeom>
          <a:noFill/>
        </p:spPr>
        <p:txBody>
          <a:bodyPr wrap="square" rtlCol="0">
            <a:spAutoFit/>
          </a:bodyPr>
          <a:lstStyle/>
          <a:p>
            <a:pPr algn="ctr"/>
            <a:r>
              <a:rPr kumimoji="1" lang="en-US" altLang="ja-JP" sz="2800" b="1" dirty="0">
                <a:solidFill>
                  <a:srgbClr val="00B050"/>
                </a:solidFill>
              </a:rPr>
              <a:t>After</a:t>
            </a:r>
            <a:endParaRPr kumimoji="1" lang="ja-JP" altLang="en-US" sz="2800" b="1" dirty="0">
              <a:solidFill>
                <a:srgbClr val="00B050"/>
              </a:solidFill>
            </a:endParaRPr>
          </a:p>
        </p:txBody>
      </p:sp>
      <p:sp>
        <p:nvSpPr>
          <p:cNvPr id="28" name="テキスト ボックス 27">
            <a:extLst>
              <a:ext uri="{FF2B5EF4-FFF2-40B4-BE49-F238E27FC236}">
                <a16:creationId xmlns:a16="http://schemas.microsoft.com/office/drawing/2014/main" id="{2979B10A-BB3E-A4DD-14EB-4888F3353032}"/>
              </a:ext>
            </a:extLst>
          </p:cNvPr>
          <p:cNvSpPr txBox="1"/>
          <p:nvPr/>
        </p:nvSpPr>
        <p:spPr>
          <a:xfrm>
            <a:off x="7924800" y="2286219"/>
            <a:ext cx="1414317" cy="523220"/>
          </a:xfrm>
          <a:prstGeom prst="rect">
            <a:avLst/>
          </a:prstGeom>
          <a:noFill/>
        </p:spPr>
        <p:txBody>
          <a:bodyPr wrap="square" rtlCol="0">
            <a:spAutoFit/>
          </a:bodyPr>
          <a:lstStyle/>
          <a:p>
            <a:pPr algn="ctr"/>
            <a:r>
              <a:rPr kumimoji="1" lang="en-US" altLang="ja-JP" sz="2800" b="1" dirty="0">
                <a:solidFill>
                  <a:srgbClr val="CC3300"/>
                </a:solidFill>
              </a:rPr>
              <a:t>Before</a:t>
            </a:r>
            <a:endParaRPr kumimoji="1" lang="ja-JP" altLang="en-US" sz="2800" b="1" dirty="0">
              <a:solidFill>
                <a:srgbClr val="CC3300"/>
              </a:solidFill>
            </a:endParaRPr>
          </a:p>
        </p:txBody>
      </p:sp>
      <p:sp>
        <p:nvSpPr>
          <p:cNvPr id="9" name="正方形/長方形 8">
            <a:extLst>
              <a:ext uri="{FF2B5EF4-FFF2-40B4-BE49-F238E27FC236}">
                <a16:creationId xmlns:a16="http://schemas.microsoft.com/office/drawing/2014/main" id="{23F284A0-9448-493B-7D44-9729FD67019E}"/>
              </a:ext>
            </a:extLst>
          </p:cNvPr>
          <p:cNvSpPr/>
          <p:nvPr/>
        </p:nvSpPr>
        <p:spPr>
          <a:xfrm>
            <a:off x="0" y="6600037"/>
            <a:ext cx="3213463" cy="223317"/>
          </a:xfrm>
          <a:prstGeom prst="rect">
            <a:avLst/>
          </a:prstGeom>
          <a:solidFill>
            <a:srgbClr val="323232"/>
          </a:solidFill>
          <a:ln w="12700" cap="flat" cmpd="sng" algn="ctr">
            <a:noFill/>
            <a:prstDash val="solid"/>
            <a:miter lim="800000"/>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1" lang="en-US" altLang="ja-JP" sz="1400" b="1" i="0" u="none" strike="noStrike" kern="0" cap="none" spc="0" normalizeH="0" baseline="0" noProof="0" dirty="0">
                <a:ln>
                  <a:noFill/>
                </a:ln>
                <a:solidFill>
                  <a:srgbClr val="92D050"/>
                </a:solidFill>
                <a:effectLst/>
                <a:uLnTx/>
                <a:uFillTx/>
                <a:ea typeface="ＭＳ Ｐゴシック" panose="020B0600070205080204" pitchFamily="50" charset="-128"/>
                <a:cs typeface="+mn-cs"/>
              </a:rPr>
              <a:t>SKY130</a:t>
            </a:r>
            <a:endParaRPr kumimoji="1" lang="ja-JP" altLang="en-US" sz="1400" b="1" i="0" u="none" strike="noStrike" kern="0" cap="none" spc="0" normalizeH="0" baseline="0" noProof="0" dirty="0">
              <a:ln>
                <a:noFill/>
              </a:ln>
              <a:solidFill>
                <a:srgbClr val="92D050"/>
              </a:solidFill>
              <a:effectLst/>
              <a:uLnTx/>
              <a:uFillTx/>
              <a:ea typeface="ＭＳ Ｐゴシック" panose="020B0600070205080204" pitchFamily="50" charset="-128"/>
              <a:cs typeface="+mn-cs"/>
            </a:endParaRPr>
          </a:p>
        </p:txBody>
      </p:sp>
    </p:spTree>
    <p:extLst>
      <p:ext uri="{BB962C8B-B14F-4D97-AF65-F5344CB8AC3E}">
        <p14:creationId xmlns:p14="http://schemas.microsoft.com/office/powerpoint/2010/main" val="339440844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4" name="図 23">
            <a:extLst>
              <a:ext uri="{FF2B5EF4-FFF2-40B4-BE49-F238E27FC236}">
                <a16:creationId xmlns:a16="http://schemas.microsoft.com/office/drawing/2014/main" id="{99DF68AE-055A-8342-DB65-89AB5350C496}"/>
              </a:ext>
            </a:extLst>
          </p:cNvPr>
          <p:cNvPicPr>
            <a:picLocks noChangeAspect="1"/>
          </p:cNvPicPr>
          <p:nvPr/>
        </p:nvPicPr>
        <p:blipFill>
          <a:blip r:embed="rId2"/>
          <a:stretch>
            <a:fillRect/>
          </a:stretch>
        </p:blipFill>
        <p:spPr>
          <a:xfrm>
            <a:off x="1184366" y="4636053"/>
            <a:ext cx="3782507" cy="1791338"/>
          </a:xfrm>
          <a:prstGeom prst="rect">
            <a:avLst/>
          </a:prstGeom>
        </p:spPr>
      </p:pic>
      <p:sp>
        <p:nvSpPr>
          <p:cNvPr id="2" name="タイトル 1">
            <a:extLst>
              <a:ext uri="{FF2B5EF4-FFF2-40B4-BE49-F238E27FC236}">
                <a16:creationId xmlns:a16="http://schemas.microsoft.com/office/drawing/2014/main" id="{C133EBCD-8617-5969-FCF4-4FD1C887B8D4}"/>
              </a:ext>
            </a:extLst>
          </p:cNvPr>
          <p:cNvSpPr>
            <a:spLocks noGrp="1"/>
          </p:cNvSpPr>
          <p:nvPr>
            <p:ph type="title"/>
          </p:nvPr>
        </p:nvSpPr>
        <p:spPr/>
        <p:txBody>
          <a:bodyPr/>
          <a:lstStyle/>
          <a:p>
            <a:r>
              <a:rPr lang="ja-JP" altLang="en-US" dirty="0"/>
              <a:t>全て完成したら指定のフレームに回路を載せる</a:t>
            </a:r>
            <a:endParaRPr kumimoji="1" lang="ja-JP" altLang="en-US" dirty="0"/>
          </a:p>
        </p:txBody>
      </p:sp>
      <p:sp>
        <p:nvSpPr>
          <p:cNvPr id="4" name="日付プレースホルダー 3">
            <a:extLst>
              <a:ext uri="{FF2B5EF4-FFF2-40B4-BE49-F238E27FC236}">
                <a16:creationId xmlns:a16="http://schemas.microsoft.com/office/drawing/2014/main" id="{5D6D2822-9AAA-163B-EDCC-0266EE684835}"/>
              </a:ext>
            </a:extLst>
          </p:cNvPr>
          <p:cNvSpPr>
            <a:spLocks noGrp="1"/>
          </p:cNvSpPr>
          <p:nvPr>
            <p:ph type="dt" sz="half" idx="10"/>
          </p:nvPr>
        </p:nvSpPr>
        <p:spPr/>
        <p:txBody>
          <a:bodyPr/>
          <a:lstStyle/>
          <a:p>
            <a:fld id="{04AA7EC1-6358-4204-83DF-6CBFDCE8D8B3}"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6823D79D-451C-21BC-48AB-4687DF67AF6C}"/>
              </a:ext>
            </a:extLst>
          </p:cNvPr>
          <p:cNvSpPr>
            <a:spLocks noGrp="1"/>
          </p:cNvSpPr>
          <p:nvPr>
            <p:ph type="sldNum" sz="quarter" idx="12"/>
          </p:nvPr>
        </p:nvSpPr>
        <p:spPr/>
        <p:txBody>
          <a:bodyPr/>
          <a:lstStyle/>
          <a:p>
            <a:fld id="{66E89953-8AEA-4BDF-A508-664B12926AB4}" type="slidenum">
              <a:rPr kumimoji="1" lang="ja-JP" altLang="en-US" smtClean="0"/>
              <a:t>32</a:t>
            </a:fld>
            <a:endParaRPr kumimoji="1" lang="ja-JP" altLang="en-US"/>
          </a:p>
        </p:txBody>
      </p:sp>
      <p:sp>
        <p:nvSpPr>
          <p:cNvPr id="10" name="コンテンツ プレースホルダー 9">
            <a:extLst>
              <a:ext uri="{FF2B5EF4-FFF2-40B4-BE49-F238E27FC236}">
                <a16:creationId xmlns:a16="http://schemas.microsoft.com/office/drawing/2014/main" id="{2E94E32B-0A41-E39A-5B3A-02244C12B4BA}"/>
              </a:ext>
            </a:extLst>
          </p:cNvPr>
          <p:cNvSpPr>
            <a:spLocks noGrp="1"/>
          </p:cNvSpPr>
          <p:nvPr>
            <p:ph sz="quarter" idx="13"/>
          </p:nvPr>
        </p:nvSpPr>
        <p:spPr/>
        <p:txBody>
          <a:bodyPr/>
          <a:lstStyle/>
          <a:p>
            <a:r>
              <a:rPr lang="ja-JP" altLang="en-US" dirty="0"/>
              <a:t>例</a:t>
            </a:r>
            <a:r>
              <a:rPr lang="en-US" altLang="ja-JP" dirty="0"/>
              <a:t>: Caravel harness (SKY130)</a:t>
            </a:r>
          </a:p>
          <a:p>
            <a:pPr lvl="1"/>
            <a:r>
              <a:rPr lang="en-US" altLang="ja-JP" dirty="0"/>
              <a:t>2.92 mm × 3.52mm user’s area</a:t>
            </a:r>
          </a:p>
          <a:p>
            <a:pPr lvl="1"/>
            <a:r>
              <a:rPr lang="en-US" altLang="ja-JP" dirty="0"/>
              <a:t>38 IO ports</a:t>
            </a:r>
          </a:p>
          <a:p>
            <a:pPr lvl="1"/>
            <a:r>
              <a:rPr lang="en-US" altLang="ja-JP" dirty="0"/>
              <a:t>4 Power ports</a:t>
            </a:r>
          </a:p>
          <a:p>
            <a:pPr lvl="1"/>
            <a:r>
              <a:rPr lang="en-US" altLang="ja-JP" dirty="0"/>
              <a:t>128 Logic analyzer probes</a:t>
            </a:r>
          </a:p>
          <a:p>
            <a:pPr lvl="1"/>
            <a:endParaRPr lang="en-US" altLang="ja-JP" dirty="0"/>
          </a:p>
          <a:p>
            <a:pPr lvl="1"/>
            <a:endParaRPr lang="en-US" altLang="ja-JP" dirty="0"/>
          </a:p>
        </p:txBody>
      </p:sp>
      <p:pic>
        <p:nvPicPr>
          <p:cNvPr id="14" name="図 13" descr="グラフ&#10;&#10;低い精度で自動的に生成された説明">
            <a:extLst>
              <a:ext uri="{FF2B5EF4-FFF2-40B4-BE49-F238E27FC236}">
                <a16:creationId xmlns:a16="http://schemas.microsoft.com/office/drawing/2014/main" id="{999FAD3B-D364-7CC4-E8B0-09CF259005C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32213" y="1377982"/>
            <a:ext cx="5477169" cy="3786202"/>
          </a:xfrm>
          <a:prstGeom prst="rect">
            <a:avLst/>
          </a:prstGeom>
        </p:spPr>
      </p:pic>
      <p:pic>
        <p:nvPicPr>
          <p:cNvPr id="16" name="図 15">
            <a:extLst>
              <a:ext uri="{FF2B5EF4-FFF2-40B4-BE49-F238E27FC236}">
                <a16:creationId xmlns:a16="http://schemas.microsoft.com/office/drawing/2014/main" id="{8A58E824-34EC-BDE5-0B3F-23F84BC8C226}"/>
              </a:ext>
            </a:extLst>
          </p:cNvPr>
          <p:cNvPicPr>
            <a:picLocks noChangeAspect="1"/>
          </p:cNvPicPr>
          <p:nvPr/>
        </p:nvPicPr>
        <p:blipFill>
          <a:blip r:embed="rId4"/>
          <a:stretch>
            <a:fillRect/>
          </a:stretch>
        </p:blipFill>
        <p:spPr>
          <a:xfrm>
            <a:off x="9022454" y="3618297"/>
            <a:ext cx="1679610" cy="1238032"/>
          </a:xfrm>
          <a:prstGeom prst="rect">
            <a:avLst/>
          </a:prstGeom>
        </p:spPr>
      </p:pic>
      <p:cxnSp>
        <p:nvCxnSpPr>
          <p:cNvPr id="18" name="直線矢印コネクタ 17">
            <a:extLst>
              <a:ext uri="{FF2B5EF4-FFF2-40B4-BE49-F238E27FC236}">
                <a16:creationId xmlns:a16="http://schemas.microsoft.com/office/drawing/2014/main" id="{DEA54B39-C97E-C8A0-945A-A1760343CDDE}"/>
              </a:ext>
            </a:extLst>
          </p:cNvPr>
          <p:cNvCxnSpPr>
            <a:cxnSpLocks/>
          </p:cNvCxnSpPr>
          <p:nvPr/>
        </p:nvCxnSpPr>
        <p:spPr>
          <a:xfrm flipV="1">
            <a:off x="9988731" y="2134091"/>
            <a:ext cx="949235" cy="1366755"/>
          </a:xfrm>
          <a:prstGeom prst="straightConnector1">
            <a:avLst/>
          </a:prstGeom>
          <a:ln w="38100">
            <a:solidFill>
              <a:srgbClr val="00FF00"/>
            </a:solidFill>
            <a:tailEnd type="triangle"/>
          </a:ln>
        </p:spPr>
        <p:style>
          <a:lnRef idx="1">
            <a:schemeClr val="accent1"/>
          </a:lnRef>
          <a:fillRef idx="0">
            <a:schemeClr val="accent1"/>
          </a:fillRef>
          <a:effectRef idx="0">
            <a:schemeClr val="accent1"/>
          </a:effectRef>
          <a:fontRef idx="minor">
            <a:schemeClr val="tx1"/>
          </a:fontRef>
        </p:style>
      </p:cxnSp>
      <p:sp>
        <p:nvSpPr>
          <p:cNvPr id="3" name="正方形/長方形 2">
            <a:extLst>
              <a:ext uri="{FF2B5EF4-FFF2-40B4-BE49-F238E27FC236}">
                <a16:creationId xmlns:a16="http://schemas.microsoft.com/office/drawing/2014/main" id="{C5B9D1C9-AF8F-A11F-4238-296259B98FEB}"/>
              </a:ext>
            </a:extLst>
          </p:cNvPr>
          <p:cNvSpPr/>
          <p:nvPr/>
        </p:nvSpPr>
        <p:spPr>
          <a:xfrm>
            <a:off x="0" y="6600037"/>
            <a:ext cx="3213463" cy="223317"/>
          </a:xfrm>
          <a:prstGeom prst="rect">
            <a:avLst/>
          </a:prstGeom>
          <a:solidFill>
            <a:srgbClr val="323232"/>
          </a:solidFill>
          <a:ln w="12700" cap="flat" cmpd="sng" algn="ctr">
            <a:noFill/>
            <a:prstDash val="solid"/>
            <a:miter lim="800000"/>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1" lang="en-US" altLang="ja-JP" sz="1400" b="1" i="0" u="none" strike="noStrike" kern="0" cap="none" spc="0" normalizeH="0" baseline="0" noProof="0" dirty="0">
                <a:ln>
                  <a:noFill/>
                </a:ln>
                <a:solidFill>
                  <a:srgbClr val="92D050"/>
                </a:solidFill>
                <a:effectLst/>
                <a:uLnTx/>
                <a:uFillTx/>
                <a:ea typeface="ＭＳ Ｐゴシック" panose="020B0600070205080204" pitchFamily="50" charset="-128"/>
                <a:cs typeface="+mn-cs"/>
              </a:rPr>
              <a:t>SKY130</a:t>
            </a:r>
            <a:endParaRPr kumimoji="1" lang="ja-JP" altLang="en-US" sz="1400" b="1" i="0" u="none" strike="noStrike" kern="0" cap="none" spc="0" normalizeH="0" baseline="0" noProof="0" dirty="0">
              <a:ln>
                <a:noFill/>
              </a:ln>
              <a:solidFill>
                <a:srgbClr val="92D050"/>
              </a:solidFill>
              <a:effectLst/>
              <a:uLnTx/>
              <a:uFillTx/>
              <a:ea typeface="ＭＳ Ｐゴシック" panose="020B0600070205080204" pitchFamily="50" charset="-128"/>
              <a:cs typeface="+mn-cs"/>
            </a:endParaRPr>
          </a:p>
        </p:txBody>
      </p:sp>
    </p:spTree>
    <p:extLst>
      <p:ext uri="{BB962C8B-B14F-4D97-AF65-F5344CB8AC3E}">
        <p14:creationId xmlns:p14="http://schemas.microsoft.com/office/powerpoint/2010/main" val="218899447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288C840-6ACD-9216-FEED-E394A08DA8A8}"/>
              </a:ext>
            </a:extLst>
          </p:cNvPr>
          <p:cNvSpPr>
            <a:spLocks noGrp="1"/>
          </p:cNvSpPr>
          <p:nvPr>
            <p:ph type="title"/>
          </p:nvPr>
        </p:nvSpPr>
        <p:spPr>
          <a:xfrm>
            <a:off x="444500" y="245411"/>
            <a:ext cx="11210544" cy="557784"/>
          </a:xfrm>
        </p:spPr>
        <p:txBody>
          <a:bodyPr>
            <a:normAutofit fontScale="90000"/>
          </a:bodyPr>
          <a:lstStyle/>
          <a:p>
            <a:r>
              <a:rPr lang="ja-JP" altLang="en-US"/>
              <a:t>九州大学大学院システム情報科学府附属価値創造型半導体人材育成センター主催</a:t>
            </a:r>
            <a:r>
              <a:rPr lang="en-US" altLang="ja-JP" dirty="0"/>
              <a:t>2025</a:t>
            </a:r>
            <a:r>
              <a:rPr lang="ja-JP" altLang="en-US"/>
              <a:t>年度実習シリーズで採用</a:t>
            </a:r>
            <a:endParaRPr kumimoji="1" lang="ja-JP" altLang="en-US"/>
          </a:p>
        </p:txBody>
      </p:sp>
      <p:sp>
        <p:nvSpPr>
          <p:cNvPr id="3" name="日付プレースホルダー 2">
            <a:extLst>
              <a:ext uri="{FF2B5EF4-FFF2-40B4-BE49-F238E27FC236}">
                <a16:creationId xmlns:a16="http://schemas.microsoft.com/office/drawing/2014/main" id="{B1BD04E9-4D33-B18B-4432-2C81CF5F9321}"/>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13345B3D-4275-2355-86E9-E09C652EAE80}"/>
              </a:ext>
            </a:extLst>
          </p:cNvPr>
          <p:cNvSpPr>
            <a:spLocks noGrp="1"/>
          </p:cNvSpPr>
          <p:nvPr>
            <p:ph type="sldNum" sz="quarter" idx="12"/>
          </p:nvPr>
        </p:nvSpPr>
        <p:spPr/>
        <p:txBody>
          <a:bodyPr/>
          <a:lstStyle/>
          <a:p>
            <a:pPr rtl="0"/>
            <a:fld id="{9860EDB8-5305-433F-BE41-D7A86D811DB3}" type="slidenum">
              <a:rPr lang="en-US" altLang="ja-JP" noProof="0" smtClean="0"/>
              <a:pPr rtl="0"/>
              <a:t>33</a:t>
            </a:fld>
            <a:endParaRPr lang="ja-JP" altLang="en-US" noProof="0"/>
          </a:p>
        </p:txBody>
      </p:sp>
      <p:pic>
        <p:nvPicPr>
          <p:cNvPr id="1026" name="Picture 2" descr="kyushuUniv2025_inverter_02">
            <a:extLst>
              <a:ext uri="{FF2B5EF4-FFF2-40B4-BE49-F238E27FC236}">
                <a16:creationId xmlns:a16="http://schemas.microsoft.com/office/drawing/2014/main" id="{626EABB8-A20E-9E64-D9A2-B280A0E96E75}"/>
              </a:ext>
            </a:extLst>
          </p:cNvPr>
          <p:cNvPicPr>
            <a:picLocks noGrp="1" noChangeAspect="1" noChangeArrowheads="1"/>
          </p:cNvPicPr>
          <p:nvPr>
            <p:ph sz="quarter" idx="13"/>
          </p:nvPr>
        </p:nvPicPr>
        <p:blipFill>
          <a:blip r:embed="rId2">
            <a:extLst>
              <a:ext uri="{28A0092B-C50C-407E-A947-70E740481C1C}">
                <a14:useLocalDpi xmlns:a14="http://schemas.microsoft.com/office/drawing/2010/main" val="0"/>
              </a:ext>
            </a:extLst>
          </a:blip>
          <a:srcRect/>
          <a:stretch>
            <a:fillRect/>
          </a:stretch>
        </p:blipFill>
        <p:spPr bwMode="auto">
          <a:xfrm>
            <a:off x="2270490" y="1134319"/>
            <a:ext cx="7327184" cy="54310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8890519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0F9FF96-C6E7-0674-FDB5-ADFA80BA5287}"/>
              </a:ext>
            </a:extLst>
          </p:cNvPr>
          <p:cNvSpPr>
            <a:spLocks noGrp="1"/>
          </p:cNvSpPr>
          <p:nvPr>
            <p:ph type="title"/>
          </p:nvPr>
        </p:nvSpPr>
        <p:spPr/>
        <p:txBody>
          <a:bodyPr/>
          <a:lstStyle/>
          <a:p>
            <a:r>
              <a:rPr kumimoji="1" lang="ja-JP" altLang="en-US" dirty="0"/>
              <a:t>書籍紹介コーナー</a:t>
            </a:r>
          </a:p>
        </p:txBody>
      </p:sp>
      <p:sp>
        <p:nvSpPr>
          <p:cNvPr id="3" name="日付プレースホルダー 2">
            <a:extLst>
              <a:ext uri="{FF2B5EF4-FFF2-40B4-BE49-F238E27FC236}">
                <a16:creationId xmlns:a16="http://schemas.microsoft.com/office/drawing/2014/main" id="{143EBABA-23D7-A4D7-F385-B8B3D790820B}"/>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CFCF5353-FC1E-D04A-AAD9-EDB93BAE3476}"/>
              </a:ext>
            </a:extLst>
          </p:cNvPr>
          <p:cNvSpPr>
            <a:spLocks noGrp="1"/>
          </p:cNvSpPr>
          <p:nvPr>
            <p:ph type="sldNum" sz="quarter" idx="12"/>
          </p:nvPr>
        </p:nvSpPr>
        <p:spPr/>
        <p:txBody>
          <a:bodyPr/>
          <a:lstStyle/>
          <a:p>
            <a:pPr rtl="0"/>
            <a:fld id="{9860EDB8-5305-433F-BE41-D7A86D811DB3}" type="slidenum">
              <a:rPr lang="en-US" altLang="ja-JP" noProof="0" smtClean="0"/>
              <a:pPr rtl="0"/>
              <a:t>34</a:t>
            </a:fld>
            <a:endParaRPr lang="ja-JP" altLang="en-US" noProof="0"/>
          </a:p>
        </p:txBody>
      </p:sp>
      <p:sp>
        <p:nvSpPr>
          <p:cNvPr id="5" name="コンテンツ プレースホルダー 4">
            <a:extLst>
              <a:ext uri="{FF2B5EF4-FFF2-40B4-BE49-F238E27FC236}">
                <a16:creationId xmlns:a16="http://schemas.microsoft.com/office/drawing/2014/main" id="{0F93D9CC-9173-DFB1-83E0-69E632715833}"/>
              </a:ext>
            </a:extLst>
          </p:cNvPr>
          <p:cNvSpPr>
            <a:spLocks noGrp="1"/>
          </p:cNvSpPr>
          <p:nvPr>
            <p:ph sz="quarter" idx="13"/>
          </p:nvPr>
        </p:nvSpPr>
        <p:spPr>
          <a:xfrm>
            <a:off x="444501" y="1463040"/>
            <a:ext cx="7605218" cy="5102352"/>
          </a:xfrm>
        </p:spPr>
        <p:txBody>
          <a:bodyPr>
            <a:normAutofit/>
          </a:bodyPr>
          <a:lstStyle/>
          <a:p>
            <a:pPr marL="285750" indent="-285750">
              <a:buFont typeface="Arial" panose="020B0604020202020204" pitchFamily="34" charset="0"/>
              <a:buChar char="•"/>
            </a:pPr>
            <a:r>
              <a:rPr lang="ja-JP" altLang="en-US" dirty="0"/>
              <a:t>タイトル：</a:t>
            </a:r>
            <a:r>
              <a:rPr lang="en" altLang="ja-JP" dirty="0"/>
              <a:t>Open Source Silicon Magazine vol.1</a:t>
            </a:r>
            <a:r>
              <a:rPr lang="ja-JP" altLang="en-US" dirty="0"/>
              <a:t>　</a:t>
            </a:r>
            <a:endParaRPr lang="en-US" altLang="ja-JP" dirty="0"/>
          </a:p>
          <a:p>
            <a:pPr marL="971550" lvl="2" indent="-285750"/>
            <a:r>
              <a:rPr lang="ja-JP" altLang="en-US" dirty="0"/>
              <a:t>サブタイトル：はじめての</a:t>
            </a:r>
            <a:r>
              <a:rPr lang="en" altLang="ja-JP" dirty="0"/>
              <a:t>IC </a:t>
            </a:r>
            <a:r>
              <a:rPr lang="ja-JP" altLang="en-US" dirty="0"/>
              <a:t>設計～オリジナルのインバータを作ってみよう～</a:t>
            </a:r>
          </a:p>
          <a:p>
            <a:pPr marL="285750" indent="-285750">
              <a:buFont typeface="Arial" panose="020B0604020202020204" pitchFamily="34" charset="0"/>
              <a:buChar char="•"/>
            </a:pPr>
            <a:r>
              <a:rPr lang="ja-JP" altLang="en-US" dirty="0"/>
              <a:t>内容</a:t>
            </a:r>
            <a:endParaRPr lang="en-US" altLang="ja-JP" dirty="0"/>
          </a:p>
          <a:p>
            <a:pPr marL="569214" lvl="1" indent="-285750"/>
            <a:r>
              <a:rPr lang="ja-JP" altLang="en-US" dirty="0"/>
              <a:t>本日の解説から、さらに一歩</a:t>
            </a:r>
            <a:r>
              <a:rPr lang="en-US" altLang="ja-JP" dirty="0"/>
              <a:t>『</a:t>
            </a:r>
            <a:r>
              <a:rPr lang="ja-JP" altLang="en-US" dirty="0"/>
              <a:t>手前</a:t>
            </a:r>
            <a:r>
              <a:rPr lang="en-US" altLang="ja-JP" dirty="0"/>
              <a:t>』</a:t>
            </a:r>
            <a:r>
              <a:rPr lang="ja-JP" altLang="en-US" dirty="0"/>
              <a:t>や端折ってしまっている部分を解説した内容</a:t>
            </a:r>
            <a:endParaRPr lang="en-US" altLang="ja-JP" dirty="0"/>
          </a:p>
          <a:p>
            <a:pPr marL="569214" lvl="1" indent="-285750"/>
            <a:r>
              <a:rPr lang="ja-JP" altLang="en-US" dirty="0"/>
              <a:t>技術書典「第</a:t>
            </a:r>
            <a:r>
              <a:rPr lang="en-US" altLang="ja-JP" dirty="0"/>
              <a:t>10</a:t>
            </a:r>
            <a:r>
              <a:rPr lang="ja-JP" altLang="en-US" dirty="0"/>
              <a:t>回刺され！技術書アワード」のニュースタンダード部門のファイナリストに選出されました！</a:t>
            </a:r>
          </a:p>
          <a:p>
            <a:pPr marL="285750" indent="-285750">
              <a:lnSpc>
                <a:spcPct val="50000"/>
              </a:lnSpc>
              <a:buFont typeface="Arial" panose="020B0604020202020204" pitchFamily="34" charset="0"/>
              <a:buChar char="•"/>
            </a:pPr>
            <a:r>
              <a:rPr lang="ja-JP" altLang="en-US" dirty="0"/>
              <a:t>価格</a:t>
            </a:r>
            <a:endParaRPr lang="en-US" altLang="ja-JP" dirty="0"/>
          </a:p>
          <a:p>
            <a:pPr marL="569214" lvl="1" indent="-285750">
              <a:lnSpc>
                <a:spcPct val="50000"/>
              </a:lnSpc>
            </a:pPr>
            <a:r>
              <a:rPr lang="ja-JP" altLang="en-US" dirty="0"/>
              <a:t>電子セット</a:t>
            </a:r>
            <a:endParaRPr lang="en-US" altLang="ja-JP" dirty="0"/>
          </a:p>
          <a:p>
            <a:pPr marL="971550" lvl="2" indent="-285750">
              <a:lnSpc>
                <a:spcPct val="50000"/>
              </a:lnSpc>
            </a:pPr>
            <a:r>
              <a:rPr lang="ja-JP" altLang="en-US" dirty="0"/>
              <a:t>無料</a:t>
            </a:r>
          </a:p>
        </p:txBody>
      </p:sp>
      <p:pic>
        <p:nvPicPr>
          <p:cNvPr id="1026" name="Picture 2" descr="証拠映像">
            <a:extLst>
              <a:ext uri="{FF2B5EF4-FFF2-40B4-BE49-F238E27FC236}">
                <a16:creationId xmlns:a16="http://schemas.microsoft.com/office/drawing/2014/main" id="{8A170513-24E5-D340-08B4-905749D91BC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467" r="8656" b="9952"/>
          <a:stretch>
            <a:fillRect/>
          </a:stretch>
        </p:blipFill>
        <p:spPr bwMode="auto">
          <a:xfrm>
            <a:off x="2743198" y="4096086"/>
            <a:ext cx="5496482" cy="2791894"/>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表紙">
            <a:extLst>
              <a:ext uri="{FF2B5EF4-FFF2-40B4-BE49-F238E27FC236}">
                <a16:creationId xmlns:a16="http://schemas.microsoft.com/office/drawing/2014/main" id="{1C1E4D47-7C22-90A0-99F8-7ACC0DF0EF7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44789" y="1139251"/>
            <a:ext cx="3947211" cy="570872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13120462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70E0B7F6-42B8-3175-27F5-9E02F96FED00}"/>
              </a:ext>
            </a:extLst>
          </p:cNvPr>
          <p:cNvSpPr>
            <a:spLocks noGrp="1"/>
          </p:cNvSpPr>
          <p:nvPr>
            <p:ph type="title"/>
          </p:nvPr>
        </p:nvSpPr>
        <p:spPr>
          <a:xfrm>
            <a:off x="448056" y="2551176"/>
            <a:ext cx="10794710" cy="914400"/>
          </a:xfrm>
        </p:spPr>
        <p:txBody>
          <a:bodyPr>
            <a:normAutofit fontScale="90000"/>
          </a:bodyPr>
          <a:lstStyle/>
          <a:p>
            <a:r>
              <a:rPr lang="ja-JP" altLang="en-US" dirty="0"/>
              <a:t>アナログ半導体設計デモンストレーション</a:t>
            </a:r>
          </a:p>
        </p:txBody>
      </p:sp>
      <p:sp>
        <p:nvSpPr>
          <p:cNvPr id="7" name="テキスト プレースホルダー 6">
            <a:extLst>
              <a:ext uri="{FF2B5EF4-FFF2-40B4-BE49-F238E27FC236}">
                <a16:creationId xmlns:a16="http://schemas.microsoft.com/office/drawing/2014/main" id="{D53F6EAB-04DE-CAAE-6FE9-862F355EB956}"/>
              </a:ext>
            </a:extLst>
          </p:cNvPr>
          <p:cNvSpPr>
            <a:spLocks noGrp="1"/>
          </p:cNvSpPr>
          <p:nvPr>
            <p:ph type="body" sz="quarter" idx="10"/>
          </p:nvPr>
        </p:nvSpPr>
        <p:spPr/>
        <p:txBody>
          <a:bodyPr/>
          <a:lstStyle/>
          <a:p>
            <a:r>
              <a:rPr lang="en-US" altLang="ja-JP" dirty="0"/>
              <a:t>CMOS</a:t>
            </a:r>
            <a:r>
              <a:rPr lang="ja-JP" altLang="en-US" dirty="0"/>
              <a:t>インバータ（</a:t>
            </a:r>
            <a:r>
              <a:rPr lang="en-US" altLang="ja-JP" dirty="0"/>
              <a:t>NOT</a:t>
            </a:r>
            <a:r>
              <a:rPr lang="ja-JP" altLang="en-US"/>
              <a:t>論理回路）作成</a:t>
            </a:r>
            <a:endParaRPr lang="ja-JP" altLang="en-US" dirty="0"/>
          </a:p>
        </p:txBody>
      </p:sp>
      <p:sp>
        <p:nvSpPr>
          <p:cNvPr id="3" name="日付プレースホルダー 2">
            <a:extLst>
              <a:ext uri="{FF2B5EF4-FFF2-40B4-BE49-F238E27FC236}">
                <a16:creationId xmlns:a16="http://schemas.microsoft.com/office/drawing/2014/main" id="{0EDFE738-C3AA-132F-F5AA-48CCF9C8128E}"/>
              </a:ext>
            </a:extLst>
          </p:cNvPr>
          <p:cNvSpPr>
            <a:spLocks noGrp="1"/>
          </p:cNvSpPr>
          <p:nvPr>
            <p:ph type="dt" sz="half" idx="2"/>
          </p:nvPr>
        </p:nvSpPr>
        <p:spPr/>
        <p:txBody>
          <a:bodyPr/>
          <a:lstStyle/>
          <a:p>
            <a:pPr rtl="0"/>
            <a:fld id="{039194EF-991C-4955-8789-A9990F09E4BD}"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A82969F3-8E66-016C-E44A-2B9C0E457F64}"/>
              </a:ext>
            </a:extLst>
          </p:cNvPr>
          <p:cNvSpPr>
            <a:spLocks noGrp="1"/>
          </p:cNvSpPr>
          <p:nvPr>
            <p:ph type="sldNum" sz="quarter" idx="4294967295"/>
          </p:nvPr>
        </p:nvSpPr>
        <p:spPr>
          <a:xfrm>
            <a:off x="11136313" y="6565900"/>
            <a:ext cx="1055687" cy="292100"/>
          </a:xfrm>
        </p:spPr>
        <p:txBody>
          <a:bodyPr/>
          <a:lstStyle/>
          <a:p>
            <a:pPr rtl="0"/>
            <a:fld id="{9860EDB8-5305-433F-BE41-D7A86D811DB3}" type="slidenum">
              <a:rPr lang="en-US" altLang="ja-JP" noProof="0" smtClean="0"/>
              <a:pPr rtl="0"/>
              <a:t>35</a:t>
            </a:fld>
            <a:endParaRPr lang="ja-JP" altLang="en-US" noProof="0"/>
          </a:p>
        </p:txBody>
      </p:sp>
    </p:spTree>
    <p:extLst>
      <p:ext uri="{BB962C8B-B14F-4D97-AF65-F5344CB8AC3E}">
        <p14:creationId xmlns:p14="http://schemas.microsoft.com/office/powerpoint/2010/main" val="28068182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D91D837-5816-3DBB-1C4F-CE357DC0A67B}"/>
              </a:ext>
            </a:extLst>
          </p:cNvPr>
          <p:cNvSpPr>
            <a:spLocks noGrp="1"/>
          </p:cNvSpPr>
          <p:nvPr>
            <p:ph type="title"/>
          </p:nvPr>
        </p:nvSpPr>
        <p:spPr/>
        <p:txBody>
          <a:bodyPr/>
          <a:lstStyle/>
          <a:p>
            <a:r>
              <a:rPr kumimoji="1" lang="en-US" altLang="ja-JP" dirty="0"/>
              <a:t>CMOS</a:t>
            </a:r>
            <a:r>
              <a:rPr kumimoji="1" lang="ja-JP" altLang="en-US" dirty="0"/>
              <a:t>インバータ（</a:t>
            </a:r>
            <a:r>
              <a:rPr kumimoji="1" lang="en-US" altLang="ja-JP" dirty="0"/>
              <a:t>NOT</a:t>
            </a:r>
            <a:r>
              <a:rPr kumimoji="1" lang="ja-JP" altLang="en-US" dirty="0"/>
              <a:t>論理回路）</a:t>
            </a:r>
          </a:p>
        </p:txBody>
      </p:sp>
      <p:sp>
        <p:nvSpPr>
          <p:cNvPr id="3" name="日付プレースホルダー 2">
            <a:extLst>
              <a:ext uri="{FF2B5EF4-FFF2-40B4-BE49-F238E27FC236}">
                <a16:creationId xmlns:a16="http://schemas.microsoft.com/office/drawing/2014/main" id="{79B2F595-9F10-953E-3C5D-274982AD8174}"/>
              </a:ext>
            </a:extLst>
          </p:cNvPr>
          <p:cNvSpPr>
            <a:spLocks noGrp="1"/>
          </p:cNvSpPr>
          <p:nvPr>
            <p:ph type="dt" sz="half" idx="10"/>
          </p:nvPr>
        </p:nvSpPr>
        <p:spPr/>
        <p:txBody>
          <a:bodyPr/>
          <a:lstStyle/>
          <a:p>
            <a:pPr rtl="0"/>
            <a:fld id="{F285CA99-162B-4CEB-8DE6-4999097D8ADF}"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602967E5-84BA-2928-F270-C268C276D2DE}"/>
              </a:ext>
            </a:extLst>
          </p:cNvPr>
          <p:cNvSpPr>
            <a:spLocks noGrp="1"/>
          </p:cNvSpPr>
          <p:nvPr>
            <p:ph type="sldNum" sz="quarter" idx="12"/>
          </p:nvPr>
        </p:nvSpPr>
        <p:spPr/>
        <p:txBody>
          <a:bodyPr/>
          <a:lstStyle/>
          <a:p>
            <a:pPr rtl="0"/>
            <a:fld id="{9860EDB8-5305-433F-BE41-D7A86D811DB3}" type="slidenum">
              <a:rPr lang="en-US" altLang="ja-JP" noProof="0" smtClean="0"/>
              <a:pPr rtl="0"/>
              <a:t>36</a:t>
            </a:fld>
            <a:endParaRPr lang="ja-JP" altLang="en-US" noProof="0"/>
          </a:p>
        </p:txBody>
      </p:sp>
      <p:graphicFrame>
        <p:nvGraphicFramePr>
          <p:cNvPr id="18" name="コンテンツ プレースホルダー 17">
            <a:extLst>
              <a:ext uri="{FF2B5EF4-FFF2-40B4-BE49-F238E27FC236}">
                <a16:creationId xmlns:a16="http://schemas.microsoft.com/office/drawing/2014/main" id="{DEF3DC0F-FBC6-C185-3636-B328E19F7BA2}"/>
              </a:ext>
            </a:extLst>
          </p:cNvPr>
          <p:cNvGraphicFramePr>
            <a:graphicFrameLocks noGrp="1"/>
          </p:cNvGraphicFramePr>
          <p:nvPr>
            <p:ph sz="quarter" idx="14"/>
          </p:nvPr>
        </p:nvGraphicFramePr>
        <p:xfrm>
          <a:off x="6096000" y="1944536"/>
          <a:ext cx="5330824" cy="1285240"/>
        </p:xfrm>
        <a:graphic>
          <a:graphicData uri="http://schemas.openxmlformats.org/drawingml/2006/table">
            <a:tbl>
              <a:tblPr firstRow="1" bandRow="1">
                <a:tableStyleId>{5C22544A-7EE6-4342-B048-85BDC9FD1C3A}</a:tableStyleId>
              </a:tblPr>
              <a:tblGrid>
                <a:gridCol w="2665412">
                  <a:extLst>
                    <a:ext uri="{9D8B030D-6E8A-4147-A177-3AD203B41FA5}">
                      <a16:colId xmlns:a16="http://schemas.microsoft.com/office/drawing/2014/main" val="2849878645"/>
                    </a:ext>
                  </a:extLst>
                </a:gridCol>
                <a:gridCol w="2665412">
                  <a:extLst>
                    <a:ext uri="{9D8B030D-6E8A-4147-A177-3AD203B41FA5}">
                      <a16:colId xmlns:a16="http://schemas.microsoft.com/office/drawing/2014/main" val="1102733262"/>
                    </a:ext>
                  </a:extLst>
                </a:gridCol>
              </a:tblGrid>
              <a:tr h="370840">
                <a:tc>
                  <a:txBody>
                    <a:bodyPr/>
                    <a:lstStyle/>
                    <a:p>
                      <a:pPr algn="ctr"/>
                      <a:r>
                        <a:rPr kumimoji="1" lang="ja-JP" altLang="en-US" dirty="0"/>
                        <a:t>入力</a:t>
                      </a:r>
                      <a:r>
                        <a:rPr kumimoji="1" lang="en-US" altLang="ja-JP" dirty="0"/>
                        <a:t>A</a:t>
                      </a:r>
                      <a:endParaRPr kumimoji="1" lang="ja-JP" altLang="en-US" dirty="0"/>
                    </a:p>
                  </a:txBody>
                  <a:tcPr/>
                </a:tc>
                <a:tc>
                  <a:txBody>
                    <a:bodyPr/>
                    <a:lstStyle/>
                    <a:p>
                      <a:pPr algn="ctr"/>
                      <a:r>
                        <a:rPr kumimoji="1" lang="ja-JP" altLang="en-US" dirty="0"/>
                        <a:t>出力</a:t>
                      </a:r>
                      <a:r>
                        <a:rPr kumimoji="1" lang="en-US" altLang="ja-JP" dirty="0"/>
                        <a:t>Q</a:t>
                      </a:r>
                      <a:endParaRPr kumimoji="1" lang="ja-JP" altLang="en-US" dirty="0"/>
                    </a:p>
                  </a:txBody>
                  <a:tcPr/>
                </a:tc>
                <a:extLst>
                  <a:ext uri="{0D108BD9-81ED-4DB2-BD59-A6C34878D82A}">
                    <a16:rowId xmlns:a16="http://schemas.microsoft.com/office/drawing/2014/main" val="1106780173"/>
                  </a:ext>
                </a:extLst>
              </a:tr>
              <a:tr h="370840">
                <a:tc>
                  <a:txBody>
                    <a:bodyPr/>
                    <a:lstStyle/>
                    <a:p>
                      <a:pPr algn="ctr"/>
                      <a:r>
                        <a:rPr kumimoji="1" lang="en-US" altLang="ja-JP" sz="2400" dirty="0"/>
                        <a:t>L</a:t>
                      </a:r>
                      <a:endParaRPr kumimoji="1" lang="ja-JP" altLang="en-US" sz="2400" dirty="0"/>
                    </a:p>
                  </a:txBody>
                  <a:tcPr/>
                </a:tc>
                <a:tc>
                  <a:txBody>
                    <a:bodyPr/>
                    <a:lstStyle/>
                    <a:p>
                      <a:pPr algn="ctr"/>
                      <a:r>
                        <a:rPr kumimoji="1" lang="en-US" altLang="ja-JP" sz="2400" dirty="0"/>
                        <a:t>H</a:t>
                      </a:r>
                      <a:endParaRPr kumimoji="1" lang="ja-JP" altLang="en-US" sz="2400" dirty="0"/>
                    </a:p>
                  </a:txBody>
                  <a:tcPr/>
                </a:tc>
                <a:extLst>
                  <a:ext uri="{0D108BD9-81ED-4DB2-BD59-A6C34878D82A}">
                    <a16:rowId xmlns:a16="http://schemas.microsoft.com/office/drawing/2014/main" val="2959510970"/>
                  </a:ext>
                </a:extLst>
              </a:tr>
              <a:tr h="370840">
                <a:tc>
                  <a:txBody>
                    <a:bodyPr/>
                    <a:lstStyle/>
                    <a:p>
                      <a:pPr algn="ctr"/>
                      <a:r>
                        <a:rPr kumimoji="1" lang="en-US" altLang="ja-JP" sz="2400" dirty="0"/>
                        <a:t>H</a:t>
                      </a:r>
                      <a:endParaRPr kumimoji="1" lang="ja-JP" altLang="en-US" sz="2400" dirty="0"/>
                    </a:p>
                  </a:txBody>
                  <a:tcPr/>
                </a:tc>
                <a:tc>
                  <a:txBody>
                    <a:bodyPr/>
                    <a:lstStyle/>
                    <a:p>
                      <a:pPr algn="ctr"/>
                      <a:r>
                        <a:rPr kumimoji="1" lang="en-US" altLang="ja-JP" sz="2400" dirty="0"/>
                        <a:t>L</a:t>
                      </a:r>
                      <a:endParaRPr kumimoji="1" lang="ja-JP" altLang="en-US" sz="2400" dirty="0"/>
                    </a:p>
                  </a:txBody>
                  <a:tcPr/>
                </a:tc>
                <a:extLst>
                  <a:ext uri="{0D108BD9-81ED-4DB2-BD59-A6C34878D82A}">
                    <a16:rowId xmlns:a16="http://schemas.microsoft.com/office/drawing/2014/main" val="3111800997"/>
                  </a:ext>
                </a:extLst>
              </a:tr>
            </a:tbl>
          </a:graphicData>
        </a:graphic>
      </p:graphicFrame>
      <p:pic>
        <p:nvPicPr>
          <p:cNvPr id="16" name="コンテンツ プレースホルダー 15" descr="図形&#10;&#10;低い精度で自動的に生成された説明">
            <a:extLst>
              <a:ext uri="{FF2B5EF4-FFF2-40B4-BE49-F238E27FC236}">
                <a16:creationId xmlns:a16="http://schemas.microsoft.com/office/drawing/2014/main" id="{361D0B2D-DD94-04E1-02A1-1FB10605CB44}"/>
              </a:ext>
            </a:extLst>
          </p:cNvPr>
          <p:cNvPicPr>
            <a:picLocks noGrp="1" noChangeAspect="1"/>
          </p:cNvPicPr>
          <p:nvPr>
            <p:ph sz="quarter" idx="13"/>
          </p:nvPr>
        </p:nvPicPr>
        <p:blipFill>
          <a:blip r:embed="rId2"/>
          <a:stretch>
            <a:fillRect/>
          </a:stretch>
        </p:blipFill>
        <p:spPr>
          <a:xfrm>
            <a:off x="823912" y="1477962"/>
            <a:ext cx="4572000" cy="4572000"/>
          </a:xfrm>
        </p:spPr>
      </p:pic>
      <p:graphicFrame>
        <p:nvGraphicFramePr>
          <p:cNvPr id="19" name="コンテンツ プレースホルダー 17">
            <a:extLst>
              <a:ext uri="{FF2B5EF4-FFF2-40B4-BE49-F238E27FC236}">
                <a16:creationId xmlns:a16="http://schemas.microsoft.com/office/drawing/2014/main" id="{A1FF29DB-E03B-B335-1911-92D0C5623956}"/>
              </a:ext>
            </a:extLst>
          </p:cNvPr>
          <p:cNvGraphicFramePr>
            <a:graphicFrameLocks/>
          </p:cNvGraphicFramePr>
          <p:nvPr/>
        </p:nvGraphicFramePr>
        <p:xfrm>
          <a:off x="6096000" y="4185920"/>
          <a:ext cx="5330824" cy="1285240"/>
        </p:xfrm>
        <a:graphic>
          <a:graphicData uri="http://schemas.openxmlformats.org/drawingml/2006/table">
            <a:tbl>
              <a:tblPr firstRow="1" bandRow="1">
                <a:tableStyleId>{5C22544A-7EE6-4342-B048-85BDC9FD1C3A}</a:tableStyleId>
              </a:tblPr>
              <a:tblGrid>
                <a:gridCol w="2665412">
                  <a:extLst>
                    <a:ext uri="{9D8B030D-6E8A-4147-A177-3AD203B41FA5}">
                      <a16:colId xmlns:a16="http://schemas.microsoft.com/office/drawing/2014/main" val="2849878645"/>
                    </a:ext>
                  </a:extLst>
                </a:gridCol>
                <a:gridCol w="2665412">
                  <a:extLst>
                    <a:ext uri="{9D8B030D-6E8A-4147-A177-3AD203B41FA5}">
                      <a16:colId xmlns:a16="http://schemas.microsoft.com/office/drawing/2014/main" val="1102733262"/>
                    </a:ext>
                  </a:extLst>
                </a:gridCol>
              </a:tblGrid>
              <a:tr h="370840">
                <a:tc>
                  <a:txBody>
                    <a:bodyPr/>
                    <a:lstStyle/>
                    <a:p>
                      <a:pPr algn="ctr"/>
                      <a:r>
                        <a:rPr kumimoji="1" lang="ja-JP" altLang="en-US" dirty="0"/>
                        <a:t>入力</a:t>
                      </a:r>
                      <a:r>
                        <a:rPr kumimoji="1" lang="en-US" altLang="ja-JP" dirty="0"/>
                        <a:t>A</a:t>
                      </a:r>
                      <a:endParaRPr kumimoji="1" lang="ja-JP" altLang="en-US" dirty="0"/>
                    </a:p>
                  </a:txBody>
                  <a:tcPr/>
                </a:tc>
                <a:tc>
                  <a:txBody>
                    <a:bodyPr/>
                    <a:lstStyle/>
                    <a:p>
                      <a:pPr algn="ctr"/>
                      <a:r>
                        <a:rPr kumimoji="1" lang="ja-JP" altLang="en-US" dirty="0"/>
                        <a:t>出力</a:t>
                      </a:r>
                      <a:r>
                        <a:rPr kumimoji="1" lang="en-US" altLang="ja-JP" dirty="0"/>
                        <a:t>Q</a:t>
                      </a:r>
                      <a:endParaRPr kumimoji="1" lang="ja-JP" altLang="en-US" dirty="0"/>
                    </a:p>
                  </a:txBody>
                  <a:tcPr/>
                </a:tc>
                <a:extLst>
                  <a:ext uri="{0D108BD9-81ED-4DB2-BD59-A6C34878D82A}">
                    <a16:rowId xmlns:a16="http://schemas.microsoft.com/office/drawing/2014/main" val="1106780173"/>
                  </a:ext>
                </a:extLst>
              </a:tr>
              <a:tr h="370840">
                <a:tc>
                  <a:txBody>
                    <a:bodyPr/>
                    <a:lstStyle/>
                    <a:p>
                      <a:pPr algn="ctr"/>
                      <a:r>
                        <a:rPr kumimoji="1" lang="en-US" altLang="ja-JP" sz="2400" dirty="0" err="1"/>
                        <a:t>Vss</a:t>
                      </a:r>
                      <a:endParaRPr kumimoji="1" lang="ja-JP" altLang="en-US" sz="2400" dirty="0"/>
                    </a:p>
                  </a:txBody>
                  <a:tcPr/>
                </a:tc>
                <a:tc>
                  <a:txBody>
                    <a:bodyPr/>
                    <a:lstStyle/>
                    <a:p>
                      <a:pPr algn="ctr"/>
                      <a:r>
                        <a:rPr kumimoji="1" lang="en-US" altLang="ja-JP" sz="2400" dirty="0" err="1"/>
                        <a:t>Vdd</a:t>
                      </a:r>
                      <a:endParaRPr kumimoji="1" lang="ja-JP" altLang="en-US" sz="2400" dirty="0"/>
                    </a:p>
                  </a:txBody>
                  <a:tcPr/>
                </a:tc>
                <a:extLst>
                  <a:ext uri="{0D108BD9-81ED-4DB2-BD59-A6C34878D82A}">
                    <a16:rowId xmlns:a16="http://schemas.microsoft.com/office/drawing/2014/main" val="2959510970"/>
                  </a:ext>
                </a:extLst>
              </a:tr>
              <a:tr h="370840">
                <a:tc>
                  <a:txBody>
                    <a:bodyPr/>
                    <a:lstStyle/>
                    <a:p>
                      <a:pPr algn="ctr"/>
                      <a:r>
                        <a:rPr kumimoji="1" lang="en-US" altLang="ja-JP" sz="2400" dirty="0" err="1"/>
                        <a:t>Vdd</a:t>
                      </a:r>
                      <a:endParaRPr kumimoji="1" lang="ja-JP" altLang="en-US" sz="2400" dirty="0"/>
                    </a:p>
                  </a:txBody>
                  <a:tcPr/>
                </a:tc>
                <a:tc>
                  <a:txBody>
                    <a:bodyPr/>
                    <a:lstStyle/>
                    <a:p>
                      <a:pPr algn="ctr"/>
                      <a:r>
                        <a:rPr kumimoji="1" lang="en-US" altLang="ja-JP" sz="2400" dirty="0" err="1"/>
                        <a:t>Vss</a:t>
                      </a:r>
                      <a:endParaRPr kumimoji="1" lang="ja-JP" altLang="en-US" sz="2400" dirty="0"/>
                    </a:p>
                  </a:txBody>
                  <a:tcPr/>
                </a:tc>
                <a:extLst>
                  <a:ext uri="{0D108BD9-81ED-4DB2-BD59-A6C34878D82A}">
                    <a16:rowId xmlns:a16="http://schemas.microsoft.com/office/drawing/2014/main" val="3111800997"/>
                  </a:ext>
                </a:extLst>
              </a:tr>
            </a:tbl>
          </a:graphicData>
        </a:graphic>
      </p:graphicFrame>
      <p:sp>
        <p:nvSpPr>
          <p:cNvPr id="20" name="矢印: 下 19">
            <a:extLst>
              <a:ext uri="{FF2B5EF4-FFF2-40B4-BE49-F238E27FC236}">
                <a16:creationId xmlns:a16="http://schemas.microsoft.com/office/drawing/2014/main" id="{3640FA1A-68A4-48A4-54F8-E8CB09D20817}"/>
              </a:ext>
            </a:extLst>
          </p:cNvPr>
          <p:cNvSpPr/>
          <p:nvPr/>
        </p:nvSpPr>
        <p:spPr>
          <a:xfrm>
            <a:off x="8429897" y="3429000"/>
            <a:ext cx="670560" cy="59436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4443826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E395776-2CC9-C57D-10E9-B4F1E47325B4}"/>
              </a:ext>
            </a:extLst>
          </p:cNvPr>
          <p:cNvSpPr>
            <a:spLocks noGrp="1"/>
          </p:cNvSpPr>
          <p:nvPr>
            <p:ph type="title"/>
          </p:nvPr>
        </p:nvSpPr>
        <p:spPr/>
        <p:txBody>
          <a:bodyPr/>
          <a:lstStyle/>
          <a:p>
            <a:r>
              <a:rPr lang="ja-JP" altLang="en-US" dirty="0"/>
              <a:t>アナログ半導体の設計フロー</a:t>
            </a:r>
            <a:endParaRPr kumimoji="1" lang="ja-JP" altLang="en-US" dirty="0"/>
          </a:p>
        </p:txBody>
      </p:sp>
      <p:sp>
        <p:nvSpPr>
          <p:cNvPr id="3" name="日付プレースホルダー 2">
            <a:extLst>
              <a:ext uri="{FF2B5EF4-FFF2-40B4-BE49-F238E27FC236}">
                <a16:creationId xmlns:a16="http://schemas.microsoft.com/office/drawing/2014/main" id="{102C7370-4158-5F3A-B29E-8AB24B8878EA}"/>
              </a:ext>
            </a:extLst>
          </p:cNvPr>
          <p:cNvSpPr>
            <a:spLocks noGrp="1"/>
          </p:cNvSpPr>
          <p:nvPr>
            <p:ph type="dt" sz="half" idx="10"/>
          </p:nvPr>
        </p:nvSpPr>
        <p:spPr/>
        <p:txBody>
          <a:bodyPr/>
          <a:lstStyle/>
          <a:p>
            <a:pPr rtl="0"/>
            <a:fld id="{7DB7185A-B6D3-437D-AD3B-3081FC695539}"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40E7729A-7159-13DA-B80A-5CF547A86157}"/>
              </a:ext>
            </a:extLst>
          </p:cNvPr>
          <p:cNvSpPr>
            <a:spLocks noGrp="1"/>
          </p:cNvSpPr>
          <p:nvPr>
            <p:ph type="sldNum" sz="quarter" idx="12"/>
          </p:nvPr>
        </p:nvSpPr>
        <p:spPr/>
        <p:txBody>
          <a:bodyPr/>
          <a:lstStyle/>
          <a:p>
            <a:pPr rtl="0"/>
            <a:fld id="{9860EDB8-5305-433F-BE41-D7A86D811DB3}" type="slidenum">
              <a:rPr lang="en-US" altLang="ja-JP" noProof="0" smtClean="0"/>
              <a:pPr rtl="0"/>
              <a:t>37</a:t>
            </a:fld>
            <a:endParaRPr lang="ja-JP" altLang="en-US" noProof="0"/>
          </a:p>
        </p:txBody>
      </p:sp>
      <p:sp>
        <p:nvSpPr>
          <p:cNvPr id="5" name="コンテンツ プレースホルダー 4">
            <a:extLst>
              <a:ext uri="{FF2B5EF4-FFF2-40B4-BE49-F238E27FC236}">
                <a16:creationId xmlns:a16="http://schemas.microsoft.com/office/drawing/2014/main" id="{218D7D6A-C682-EF52-E287-45B2D617822C}"/>
              </a:ext>
            </a:extLst>
          </p:cNvPr>
          <p:cNvSpPr>
            <a:spLocks noGrp="1"/>
          </p:cNvSpPr>
          <p:nvPr>
            <p:ph sz="quarter" idx="13"/>
          </p:nvPr>
        </p:nvSpPr>
        <p:spPr/>
        <p:txBody>
          <a:bodyPr>
            <a:normAutofit/>
          </a:bodyPr>
          <a:lstStyle/>
          <a:p>
            <a:pPr marL="457200" indent="-457200">
              <a:buFont typeface="+mj-lt"/>
              <a:buAutoNum type="arabicPeriod"/>
            </a:pPr>
            <a:r>
              <a:rPr kumimoji="1" lang="ja-JP" altLang="en-US" sz="2000" b="1" dirty="0">
                <a:solidFill>
                  <a:schemeClr val="accent2"/>
                </a:solidFill>
              </a:rPr>
              <a:t>回路図を描く</a:t>
            </a:r>
            <a:endParaRPr kumimoji="1" lang="en-US" altLang="ja-JP" sz="2000" b="1" dirty="0">
              <a:solidFill>
                <a:schemeClr val="accent2"/>
              </a:solidFill>
            </a:endParaRPr>
          </a:p>
          <a:p>
            <a:pPr marL="457200" indent="-457200">
              <a:buFont typeface="+mj-lt"/>
              <a:buAutoNum type="arabicPeriod"/>
            </a:pPr>
            <a:r>
              <a:rPr lang="ja-JP" altLang="en-US" sz="2000" dirty="0">
                <a:solidFill>
                  <a:schemeClr val="tx1"/>
                </a:solidFill>
              </a:rPr>
              <a:t>シミュレーションをする</a:t>
            </a:r>
            <a:endParaRPr lang="en-US" altLang="ja-JP" sz="2000" dirty="0">
              <a:solidFill>
                <a:schemeClr val="tx1"/>
              </a:solidFill>
            </a:endParaRPr>
          </a:p>
          <a:p>
            <a:pPr marL="457200" indent="-457200">
              <a:buFont typeface="+mj-lt"/>
              <a:buAutoNum type="arabicPeriod"/>
            </a:pPr>
            <a:r>
              <a:rPr kumimoji="1" lang="ja-JP" altLang="en-US" sz="2000" dirty="0"/>
              <a:t>回路図を基にレイアウトを描く</a:t>
            </a:r>
            <a:endParaRPr kumimoji="1" lang="en-US" altLang="ja-JP" sz="2000" dirty="0"/>
          </a:p>
          <a:p>
            <a:pPr marL="457200" indent="-457200">
              <a:buFont typeface="+mj-lt"/>
              <a:buAutoNum type="arabicPeriod"/>
            </a:pPr>
            <a:r>
              <a:rPr lang="ja-JP" altLang="en-US" sz="2000" dirty="0"/>
              <a:t>レイアウトを検証する</a:t>
            </a:r>
            <a:endParaRPr lang="en-US" altLang="ja-JP" sz="2000" dirty="0"/>
          </a:p>
          <a:p>
            <a:pPr marL="457200" indent="-457200">
              <a:buFont typeface="+mj-lt"/>
              <a:buAutoNum type="arabicPeriod"/>
            </a:pPr>
            <a:r>
              <a:rPr kumimoji="1" lang="ja-JP" altLang="en-US" sz="2000" dirty="0">
                <a:solidFill>
                  <a:schemeClr val="tx1"/>
                </a:solidFill>
              </a:rPr>
              <a:t>レイアウトを基に寄生成分を考慮したシミュレーションをする</a:t>
            </a:r>
            <a:endParaRPr kumimoji="1" lang="en-US" altLang="ja-JP" sz="2000" dirty="0">
              <a:solidFill>
                <a:schemeClr val="tx1"/>
              </a:solidFill>
            </a:endParaRPr>
          </a:p>
          <a:p>
            <a:pPr marL="457200" indent="-457200">
              <a:buFont typeface="+mj-lt"/>
              <a:buAutoNum type="arabicPeriod"/>
            </a:pPr>
            <a:r>
              <a:rPr lang="ja-JP" altLang="en-US" sz="2000" dirty="0"/>
              <a:t>フレームに載せる</a:t>
            </a:r>
            <a:endParaRPr kumimoji="1" lang="en-US" altLang="ja-JP" sz="2000" dirty="0"/>
          </a:p>
        </p:txBody>
      </p:sp>
    </p:spTree>
    <p:extLst>
      <p:ext uri="{BB962C8B-B14F-4D97-AF65-F5344CB8AC3E}">
        <p14:creationId xmlns:p14="http://schemas.microsoft.com/office/powerpoint/2010/main" val="161014742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D184482-D2D1-F0F5-3895-326A55F0D871}"/>
              </a:ext>
            </a:extLst>
          </p:cNvPr>
          <p:cNvSpPr>
            <a:spLocks noGrp="1"/>
          </p:cNvSpPr>
          <p:nvPr>
            <p:ph type="title"/>
          </p:nvPr>
        </p:nvSpPr>
        <p:spPr/>
        <p:txBody>
          <a:bodyPr/>
          <a:lstStyle/>
          <a:p>
            <a:r>
              <a:rPr lang="ja-JP" altLang="en-US" dirty="0"/>
              <a:t>論理</a:t>
            </a:r>
            <a:r>
              <a:rPr kumimoji="1" lang="ja-JP" altLang="en-US" dirty="0"/>
              <a:t>検証</a:t>
            </a:r>
          </a:p>
        </p:txBody>
      </p:sp>
      <p:sp>
        <p:nvSpPr>
          <p:cNvPr id="3" name="日付プレースホルダー 2">
            <a:extLst>
              <a:ext uri="{FF2B5EF4-FFF2-40B4-BE49-F238E27FC236}">
                <a16:creationId xmlns:a16="http://schemas.microsoft.com/office/drawing/2014/main" id="{A0788910-31AB-E409-A190-AB71BEBC6CB1}"/>
              </a:ext>
            </a:extLst>
          </p:cNvPr>
          <p:cNvSpPr>
            <a:spLocks noGrp="1"/>
          </p:cNvSpPr>
          <p:nvPr>
            <p:ph type="dt" sz="half" idx="10"/>
          </p:nvPr>
        </p:nvSpPr>
        <p:spPr/>
        <p:txBody>
          <a:bodyPr/>
          <a:lstStyle/>
          <a:p>
            <a:pPr rtl="0"/>
            <a:fld id="{B1D2FC67-9E3D-43D5-9A71-11FCFE93F4D1}"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1A8DE036-8E67-45BE-889A-271BF1D71F2E}"/>
              </a:ext>
            </a:extLst>
          </p:cNvPr>
          <p:cNvSpPr>
            <a:spLocks noGrp="1"/>
          </p:cNvSpPr>
          <p:nvPr>
            <p:ph type="sldNum" sz="quarter" idx="12"/>
          </p:nvPr>
        </p:nvSpPr>
        <p:spPr/>
        <p:txBody>
          <a:bodyPr/>
          <a:lstStyle/>
          <a:p>
            <a:pPr rtl="0"/>
            <a:fld id="{9860EDB8-5305-433F-BE41-D7A86D811DB3}" type="slidenum">
              <a:rPr lang="en-US" altLang="ja-JP" noProof="0" smtClean="0"/>
              <a:pPr rtl="0"/>
              <a:t>38</a:t>
            </a:fld>
            <a:endParaRPr lang="ja-JP" altLang="en-US" noProof="0"/>
          </a:p>
        </p:txBody>
      </p:sp>
      <p:sp>
        <p:nvSpPr>
          <p:cNvPr id="5" name="コンテンツ プレースホルダー 4">
            <a:extLst>
              <a:ext uri="{FF2B5EF4-FFF2-40B4-BE49-F238E27FC236}">
                <a16:creationId xmlns:a16="http://schemas.microsoft.com/office/drawing/2014/main" id="{65A6EE27-1862-39BC-6E58-E8AE811C394E}"/>
              </a:ext>
            </a:extLst>
          </p:cNvPr>
          <p:cNvSpPr>
            <a:spLocks noGrp="1"/>
          </p:cNvSpPr>
          <p:nvPr>
            <p:ph sz="quarter" idx="13"/>
          </p:nvPr>
        </p:nvSpPr>
        <p:spPr>
          <a:xfrm>
            <a:off x="444500" y="1464882"/>
            <a:ext cx="11210543" cy="5100510"/>
          </a:xfrm>
        </p:spPr>
        <p:txBody>
          <a:bodyPr>
            <a:normAutofit/>
          </a:bodyPr>
          <a:lstStyle/>
          <a:p>
            <a:pPr marL="285750" indent="-285750">
              <a:buFont typeface="Arial" panose="020B0604020202020204" pitchFamily="34" charset="0"/>
              <a:buChar char="•"/>
            </a:pPr>
            <a:r>
              <a:rPr kumimoji="1" lang="ja-JP" altLang="en-US" sz="2400" dirty="0"/>
              <a:t>インバータでは入力に対して反転した出力が確認できれば良い</a:t>
            </a:r>
            <a:endParaRPr kumimoji="1" lang="en-US" altLang="ja-JP" sz="2400" dirty="0"/>
          </a:p>
          <a:p>
            <a:pPr marL="569214" lvl="1" indent="-285750"/>
            <a:r>
              <a:rPr kumimoji="1" lang="ja-JP" altLang="en-US" sz="2400" dirty="0"/>
              <a:t>入力 </a:t>
            </a:r>
            <a:r>
              <a:rPr kumimoji="1" lang="en-US" altLang="ja-JP" sz="2400" dirty="0"/>
              <a:t>0 V </a:t>
            </a:r>
            <a:r>
              <a:rPr kumimoji="1" lang="ja-JP" altLang="en-US" sz="2400" dirty="0"/>
              <a:t>→ 出力 </a:t>
            </a:r>
            <a:r>
              <a:rPr kumimoji="1" lang="en-US" altLang="ja-JP" sz="2400" dirty="0" err="1"/>
              <a:t>Vdd</a:t>
            </a:r>
            <a:r>
              <a:rPr kumimoji="1" lang="en-US" altLang="ja-JP" sz="2400" dirty="0"/>
              <a:t> V, </a:t>
            </a:r>
            <a:r>
              <a:rPr kumimoji="1" lang="ja-JP" altLang="en-US" sz="2400" dirty="0"/>
              <a:t>入力 </a:t>
            </a:r>
            <a:r>
              <a:rPr kumimoji="1" lang="en-US" altLang="ja-JP" sz="2400" dirty="0" err="1"/>
              <a:t>Vdd</a:t>
            </a:r>
            <a:r>
              <a:rPr kumimoji="1" lang="en-US" altLang="ja-JP" sz="2400" dirty="0"/>
              <a:t> V </a:t>
            </a:r>
            <a:r>
              <a:rPr kumimoji="1" lang="ja-JP" altLang="en-US" sz="2400" dirty="0"/>
              <a:t>→ 出力 </a:t>
            </a:r>
            <a:r>
              <a:rPr kumimoji="1" lang="en-US" altLang="ja-JP" sz="2400" dirty="0"/>
              <a:t>0 V</a:t>
            </a:r>
            <a:endParaRPr kumimoji="1" lang="ja-JP" altLang="en-US" sz="2400" dirty="0"/>
          </a:p>
          <a:p>
            <a:pPr marL="569214" lvl="1" indent="-285750"/>
            <a:r>
              <a:rPr kumimoji="1" lang="en-US" altLang="ja-JP" sz="2400" dirty="0"/>
              <a:t>DC</a:t>
            </a:r>
            <a:r>
              <a:rPr kumimoji="1" lang="ja-JP" altLang="en-US" sz="2400" dirty="0"/>
              <a:t>解析で</a:t>
            </a:r>
            <a:r>
              <a:rPr kumimoji="1" lang="en-US" altLang="ja-JP" sz="2400" dirty="0"/>
              <a:t>CMOS</a:t>
            </a:r>
            <a:r>
              <a:rPr kumimoji="1" lang="ja-JP" altLang="en-US" sz="2400" dirty="0"/>
              <a:t>インバータの動作を見てみる</a:t>
            </a:r>
            <a:endParaRPr kumimoji="1" lang="en-US" altLang="ja-JP" sz="2400" dirty="0"/>
          </a:p>
          <a:p>
            <a:pPr marL="285750" indent="-285750">
              <a:buFont typeface="Arial" panose="020B0604020202020204" pitchFamily="34" charset="0"/>
              <a:buChar char="•"/>
            </a:pPr>
            <a:endParaRPr lang="en-US" altLang="ja-JP" sz="2400" dirty="0"/>
          </a:p>
          <a:p>
            <a:pPr marL="285750" indent="-285750">
              <a:buFont typeface="Arial" panose="020B0604020202020204" pitchFamily="34" charset="0"/>
              <a:buChar char="•"/>
            </a:pPr>
            <a:r>
              <a:rPr lang="en-US" altLang="ja-JP" sz="2400" dirty="0"/>
              <a:t>DC</a:t>
            </a:r>
            <a:r>
              <a:rPr lang="ja-JP" altLang="en-US" sz="2400" dirty="0"/>
              <a:t>解析</a:t>
            </a:r>
            <a:r>
              <a:rPr lang="en-US" altLang="ja-JP" sz="2400" dirty="0"/>
              <a:t>	</a:t>
            </a:r>
            <a:r>
              <a:rPr lang="ja-JP" altLang="en-US" sz="2400" dirty="0"/>
              <a:t>電圧を変動させたときの定常応答</a:t>
            </a:r>
            <a:endParaRPr lang="en-US" altLang="ja-JP" sz="2400" dirty="0"/>
          </a:p>
          <a:p>
            <a:pPr marL="285750" indent="-285750">
              <a:buFont typeface="Arial" panose="020B0604020202020204" pitchFamily="34" charset="0"/>
              <a:buChar char="•"/>
            </a:pPr>
            <a:r>
              <a:rPr kumimoji="1" lang="en-US" altLang="ja-JP" sz="2400" dirty="0" err="1"/>
              <a:t>tran</a:t>
            </a:r>
            <a:r>
              <a:rPr kumimoji="1" lang="ja-JP" altLang="en-US" sz="2400" dirty="0"/>
              <a:t>解析</a:t>
            </a:r>
            <a:r>
              <a:rPr kumimoji="1" lang="en-US" altLang="ja-JP" sz="2400" dirty="0"/>
              <a:t>	</a:t>
            </a:r>
            <a:r>
              <a:rPr kumimoji="1" lang="ja-JP" altLang="en-US" sz="2400" dirty="0"/>
              <a:t>時間を変動させたときの過渡応答</a:t>
            </a:r>
            <a:endParaRPr kumimoji="1" lang="en-US" altLang="ja-JP" sz="2400" dirty="0"/>
          </a:p>
          <a:p>
            <a:pPr marL="285750" indent="-285750">
              <a:buFont typeface="Arial" panose="020B0604020202020204" pitchFamily="34" charset="0"/>
              <a:buChar char="•"/>
            </a:pPr>
            <a:r>
              <a:rPr lang="en-US" altLang="ja-JP" sz="2400" dirty="0"/>
              <a:t>AC</a:t>
            </a:r>
            <a:r>
              <a:rPr lang="ja-JP" altLang="en-US" sz="2400" dirty="0"/>
              <a:t>解析</a:t>
            </a:r>
            <a:r>
              <a:rPr lang="en-US" altLang="ja-JP" sz="2400" dirty="0"/>
              <a:t>	</a:t>
            </a:r>
            <a:r>
              <a:rPr lang="ja-JP" altLang="en-US" sz="2400" dirty="0"/>
              <a:t>周波数を変動させたときの定常応答</a:t>
            </a:r>
            <a:endParaRPr kumimoji="1" lang="ja-JP" altLang="en-US" sz="2400" dirty="0"/>
          </a:p>
          <a:p>
            <a:endParaRPr kumimoji="1" lang="ja-JP" altLang="en-US" dirty="0"/>
          </a:p>
        </p:txBody>
      </p:sp>
    </p:spTree>
    <p:extLst>
      <p:ext uri="{BB962C8B-B14F-4D97-AF65-F5344CB8AC3E}">
        <p14:creationId xmlns:p14="http://schemas.microsoft.com/office/powerpoint/2010/main" val="2820340836"/>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FFB91D9-9944-FBD6-AA7A-DFC86999C5C2}"/>
              </a:ext>
            </a:extLst>
          </p:cNvPr>
          <p:cNvSpPr>
            <a:spLocks noGrp="1"/>
          </p:cNvSpPr>
          <p:nvPr>
            <p:ph type="title"/>
          </p:nvPr>
        </p:nvSpPr>
        <p:spPr/>
        <p:txBody>
          <a:bodyPr/>
          <a:lstStyle/>
          <a:p>
            <a:r>
              <a:rPr lang="en-US" altLang="ja-JP" dirty="0" err="1"/>
              <a:t>x</a:t>
            </a:r>
            <a:r>
              <a:rPr kumimoji="1" lang="en-US" altLang="ja-JP" dirty="0" err="1"/>
              <a:t>schem</a:t>
            </a:r>
            <a:r>
              <a:rPr kumimoji="1" lang="ja-JP" altLang="en-US" dirty="0"/>
              <a:t>の起動画面</a:t>
            </a:r>
            <a:r>
              <a:rPr kumimoji="1" lang="en-US" altLang="ja-JP" dirty="0"/>
              <a:t>(</a:t>
            </a:r>
            <a:r>
              <a:rPr kumimoji="1" lang="ja-JP" altLang="en-US" dirty="0"/>
              <a:t>この画面以外はインストールに失敗しています</a:t>
            </a:r>
            <a:r>
              <a:rPr kumimoji="1" lang="en-US" altLang="ja-JP" dirty="0"/>
              <a:t>)</a:t>
            </a:r>
            <a:endParaRPr kumimoji="1" lang="ja-JP" altLang="en-US" dirty="0"/>
          </a:p>
        </p:txBody>
      </p:sp>
      <p:sp>
        <p:nvSpPr>
          <p:cNvPr id="3" name="日付プレースホルダー 2">
            <a:extLst>
              <a:ext uri="{FF2B5EF4-FFF2-40B4-BE49-F238E27FC236}">
                <a16:creationId xmlns:a16="http://schemas.microsoft.com/office/drawing/2014/main" id="{CAE78156-A1F4-789B-DAB7-108A5C54E15F}"/>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472B8B80-206B-37CC-837C-F8CB24AD61FF}"/>
              </a:ext>
            </a:extLst>
          </p:cNvPr>
          <p:cNvSpPr>
            <a:spLocks noGrp="1"/>
          </p:cNvSpPr>
          <p:nvPr>
            <p:ph type="sldNum" sz="quarter" idx="12"/>
          </p:nvPr>
        </p:nvSpPr>
        <p:spPr/>
        <p:txBody>
          <a:bodyPr/>
          <a:lstStyle/>
          <a:p>
            <a:pPr rtl="0"/>
            <a:fld id="{9860EDB8-5305-433F-BE41-D7A86D811DB3}" type="slidenum">
              <a:rPr lang="en-US" altLang="ja-JP" noProof="0" smtClean="0"/>
              <a:pPr rtl="0"/>
              <a:t>39</a:t>
            </a:fld>
            <a:endParaRPr lang="ja-JP" altLang="en-US" noProof="0"/>
          </a:p>
        </p:txBody>
      </p:sp>
      <p:pic>
        <p:nvPicPr>
          <p:cNvPr id="7" name="コンテンツ プレースホルダー 6">
            <a:extLst>
              <a:ext uri="{FF2B5EF4-FFF2-40B4-BE49-F238E27FC236}">
                <a16:creationId xmlns:a16="http://schemas.microsoft.com/office/drawing/2014/main" id="{62E948BF-F598-CFA3-1B0B-135F56D79EC3}"/>
              </a:ext>
            </a:extLst>
          </p:cNvPr>
          <p:cNvPicPr>
            <a:picLocks noGrp="1" noChangeAspect="1"/>
          </p:cNvPicPr>
          <p:nvPr>
            <p:ph sz="quarter" idx="13"/>
          </p:nvPr>
        </p:nvPicPr>
        <p:blipFill>
          <a:blip r:embed="rId2"/>
          <a:stretch>
            <a:fillRect/>
          </a:stretch>
        </p:blipFill>
        <p:spPr>
          <a:xfrm>
            <a:off x="1735096" y="1463675"/>
            <a:ext cx="8629733" cy="4600575"/>
          </a:xfrm>
          <a:prstGeom prst="rect">
            <a:avLst/>
          </a:prstGeom>
        </p:spPr>
      </p:pic>
    </p:spTree>
    <p:extLst>
      <p:ext uri="{BB962C8B-B14F-4D97-AF65-F5344CB8AC3E}">
        <p14:creationId xmlns:p14="http://schemas.microsoft.com/office/powerpoint/2010/main" val="50868142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9FDFB4E-58AA-89F7-C2C1-0105B970B8CB}"/>
              </a:ext>
            </a:extLst>
          </p:cNvPr>
          <p:cNvSpPr>
            <a:spLocks noGrp="1"/>
          </p:cNvSpPr>
          <p:nvPr>
            <p:ph type="title"/>
          </p:nvPr>
        </p:nvSpPr>
        <p:spPr/>
        <p:txBody>
          <a:bodyPr/>
          <a:lstStyle/>
          <a:p>
            <a:r>
              <a:rPr lang="en-US" altLang="ja-JP" dirty="0"/>
              <a:t>CMOS</a:t>
            </a:r>
            <a:r>
              <a:rPr lang="ja-JP" altLang="en-US" dirty="0"/>
              <a:t>インバーター回路の</a:t>
            </a:r>
            <a:r>
              <a:rPr kumimoji="1" lang="ja-JP" altLang="en-US" dirty="0"/>
              <a:t>例</a:t>
            </a:r>
          </a:p>
        </p:txBody>
      </p:sp>
      <p:sp>
        <p:nvSpPr>
          <p:cNvPr id="3" name="日付プレースホルダー 2">
            <a:extLst>
              <a:ext uri="{FF2B5EF4-FFF2-40B4-BE49-F238E27FC236}">
                <a16:creationId xmlns:a16="http://schemas.microsoft.com/office/drawing/2014/main" id="{48BE3557-A72B-708B-B75D-010A35343F5C}"/>
              </a:ext>
            </a:extLst>
          </p:cNvPr>
          <p:cNvSpPr>
            <a:spLocks noGrp="1"/>
          </p:cNvSpPr>
          <p:nvPr>
            <p:ph type="dt" sz="half" idx="10"/>
          </p:nvPr>
        </p:nvSpPr>
        <p:spPr/>
        <p:txBody>
          <a:bodyPr/>
          <a:lstStyle/>
          <a:p>
            <a:pPr rtl="0"/>
            <a:fld id="{11E31BCD-44A5-4CD4-95BE-4DA1D06C8D7C}"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2E84277F-E5AF-03CA-F73E-26F130CAB9C5}"/>
              </a:ext>
            </a:extLst>
          </p:cNvPr>
          <p:cNvSpPr>
            <a:spLocks noGrp="1"/>
          </p:cNvSpPr>
          <p:nvPr>
            <p:ph type="sldNum" sz="quarter" idx="12"/>
          </p:nvPr>
        </p:nvSpPr>
        <p:spPr/>
        <p:txBody>
          <a:bodyPr/>
          <a:lstStyle/>
          <a:p>
            <a:pPr rtl="0"/>
            <a:fld id="{9860EDB8-5305-433F-BE41-D7A86D811DB3}" type="slidenum">
              <a:rPr lang="en-US" altLang="ja-JP" noProof="0" smtClean="0"/>
              <a:pPr rtl="0"/>
              <a:t>40</a:t>
            </a:fld>
            <a:endParaRPr lang="ja-JP" altLang="en-US" noProof="0"/>
          </a:p>
        </p:txBody>
      </p:sp>
      <p:pic>
        <p:nvPicPr>
          <p:cNvPr id="13" name="コンテンツ プレースホルダー 12">
            <a:extLst>
              <a:ext uri="{FF2B5EF4-FFF2-40B4-BE49-F238E27FC236}">
                <a16:creationId xmlns:a16="http://schemas.microsoft.com/office/drawing/2014/main" id="{4492FECF-2FF8-73C9-341A-5615911BA4B9}"/>
              </a:ext>
            </a:extLst>
          </p:cNvPr>
          <p:cNvPicPr>
            <a:picLocks noGrp="1" noChangeAspect="1"/>
          </p:cNvPicPr>
          <p:nvPr>
            <p:ph sz="quarter" idx="13"/>
          </p:nvPr>
        </p:nvPicPr>
        <p:blipFill>
          <a:blip r:embed="rId2"/>
          <a:stretch>
            <a:fillRect/>
          </a:stretch>
        </p:blipFill>
        <p:spPr>
          <a:xfrm>
            <a:off x="1730872" y="1463675"/>
            <a:ext cx="8638181" cy="4600575"/>
          </a:xfrm>
          <a:prstGeom prst="rect">
            <a:avLst/>
          </a:prstGeom>
        </p:spPr>
      </p:pic>
    </p:spTree>
    <p:extLst>
      <p:ext uri="{BB962C8B-B14F-4D97-AF65-F5344CB8AC3E}">
        <p14:creationId xmlns:p14="http://schemas.microsoft.com/office/powerpoint/2010/main" val="29438286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コンテンツ プレースホルダー 10">
            <a:extLst>
              <a:ext uri="{FF2B5EF4-FFF2-40B4-BE49-F238E27FC236}">
                <a16:creationId xmlns:a16="http://schemas.microsoft.com/office/drawing/2014/main" id="{0DC2602C-3650-0DF3-1BA9-8C4B45209B8C}"/>
              </a:ext>
            </a:extLst>
          </p:cNvPr>
          <p:cNvPicPr>
            <a:picLocks noGrp="1" noChangeAspect="1"/>
          </p:cNvPicPr>
          <p:nvPr>
            <p:ph sz="quarter" idx="13"/>
          </p:nvPr>
        </p:nvPicPr>
        <p:blipFill>
          <a:blip r:embed="rId2"/>
          <a:stretch>
            <a:fillRect/>
          </a:stretch>
        </p:blipFill>
        <p:spPr>
          <a:xfrm>
            <a:off x="1562223" y="1312266"/>
            <a:ext cx="9870360" cy="5184639"/>
          </a:xfrm>
          <a:prstGeom prst="rect">
            <a:avLst/>
          </a:prstGeom>
        </p:spPr>
      </p:pic>
      <p:sp>
        <p:nvSpPr>
          <p:cNvPr id="2" name="タイトル 1">
            <a:extLst>
              <a:ext uri="{FF2B5EF4-FFF2-40B4-BE49-F238E27FC236}">
                <a16:creationId xmlns:a16="http://schemas.microsoft.com/office/drawing/2014/main" id="{41A8B9D9-DCF1-D25B-A545-D0CE717D8DCF}"/>
              </a:ext>
            </a:extLst>
          </p:cNvPr>
          <p:cNvSpPr>
            <a:spLocks noGrp="1"/>
          </p:cNvSpPr>
          <p:nvPr>
            <p:ph type="title"/>
          </p:nvPr>
        </p:nvSpPr>
        <p:spPr/>
        <p:txBody>
          <a:bodyPr/>
          <a:lstStyle/>
          <a:p>
            <a:r>
              <a:rPr lang="en-US" altLang="ja-JP" dirty="0" err="1"/>
              <a:t>x</a:t>
            </a:r>
            <a:r>
              <a:rPr kumimoji="1" lang="en-US" altLang="ja-JP" dirty="0" err="1"/>
              <a:t>schem</a:t>
            </a:r>
            <a:r>
              <a:rPr kumimoji="1" lang="ja-JP" altLang="en-US" dirty="0"/>
              <a:t>使い方：新規回路図と</a:t>
            </a:r>
            <a:r>
              <a:rPr kumimoji="1" lang="en-US" altLang="ja-JP" dirty="0"/>
              <a:t>MODULE</a:t>
            </a:r>
            <a:r>
              <a:rPr kumimoji="1" lang="ja-JP" altLang="en-US" dirty="0"/>
              <a:t>ウィンドウ</a:t>
            </a:r>
          </a:p>
        </p:txBody>
      </p:sp>
      <p:sp>
        <p:nvSpPr>
          <p:cNvPr id="3" name="日付プレースホルダー 2">
            <a:extLst>
              <a:ext uri="{FF2B5EF4-FFF2-40B4-BE49-F238E27FC236}">
                <a16:creationId xmlns:a16="http://schemas.microsoft.com/office/drawing/2014/main" id="{F72F1585-9387-DCD1-0384-B1B8E40DC6FA}"/>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486DD827-1B85-83AE-DB96-F533B2C072F1}"/>
              </a:ext>
            </a:extLst>
          </p:cNvPr>
          <p:cNvSpPr>
            <a:spLocks noGrp="1"/>
          </p:cNvSpPr>
          <p:nvPr>
            <p:ph type="sldNum" sz="quarter" idx="12"/>
          </p:nvPr>
        </p:nvSpPr>
        <p:spPr/>
        <p:txBody>
          <a:bodyPr/>
          <a:lstStyle/>
          <a:p>
            <a:pPr rtl="0"/>
            <a:fld id="{9860EDB8-5305-433F-BE41-D7A86D811DB3}" type="slidenum">
              <a:rPr lang="en-US" altLang="ja-JP" noProof="0" smtClean="0"/>
              <a:pPr rtl="0"/>
              <a:t>41</a:t>
            </a:fld>
            <a:endParaRPr lang="ja-JP" altLang="en-US" noProof="0"/>
          </a:p>
        </p:txBody>
      </p:sp>
      <p:sp>
        <p:nvSpPr>
          <p:cNvPr id="9" name="楕円 8">
            <a:extLst>
              <a:ext uri="{FF2B5EF4-FFF2-40B4-BE49-F238E27FC236}">
                <a16:creationId xmlns:a16="http://schemas.microsoft.com/office/drawing/2014/main" id="{EDD010F0-B493-9349-1649-3BBEF49228C6}"/>
              </a:ext>
            </a:extLst>
          </p:cNvPr>
          <p:cNvSpPr/>
          <p:nvPr/>
        </p:nvSpPr>
        <p:spPr>
          <a:xfrm>
            <a:off x="2499359" y="1627840"/>
            <a:ext cx="677793" cy="304800"/>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楕円 9">
            <a:extLst>
              <a:ext uri="{FF2B5EF4-FFF2-40B4-BE49-F238E27FC236}">
                <a16:creationId xmlns:a16="http://schemas.microsoft.com/office/drawing/2014/main" id="{A1C65D5E-A666-C29D-581C-49DF3E79DFD7}"/>
              </a:ext>
            </a:extLst>
          </p:cNvPr>
          <p:cNvSpPr/>
          <p:nvPr/>
        </p:nvSpPr>
        <p:spPr>
          <a:xfrm>
            <a:off x="3685032" y="1475440"/>
            <a:ext cx="487680" cy="457200"/>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吹き出し: 角を丸めた四角形 4">
            <a:extLst>
              <a:ext uri="{FF2B5EF4-FFF2-40B4-BE49-F238E27FC236}">
                <a16:creationId xmlns:a16="http://schemas.microsoft.com/office/drawing/2014/main" id="{AFAA354C-6C03-4F4F-6B36-128FFC495D03}"/>
              </a:ext>
            </a:extLst>
          </p:cNvPr>
          <p:cNvSpPr/>
          <p:nvPr/>
        </p:nvSpPr>
        <p:spPr>
          <a:xfrm>
            <a:off x="219616" y="2875775"/>
            <a:ext cx="3188955" cy="960813"/>
          </a:xfrm>
          <a:prstGeom prst="wedgeRoundRectCallout">
            <a:avLst>
              <a:gd name="adj1" fmla="val 38527"/>
              <a:gd name="adj2" fmla="val -158260"/>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dirty="0"/>
              <a:t>+</a:t>
            </a:r>
            <a:r>
              <a:rPr kumimoji="1" lang="ja-JP" altLang="en-US" dirty="0"/>
              <a:t>タブをクリックすると</a:t>
            </a:r>
            <a:endParaRPr kumimoji="1" lang="en-US" altLang="ja-JP" dirty="0"/>
          </a:p>
          <a:p>
            <a:pPr algn="ctr"/>
            <a:r>
              <a:rPr kumimoji="1" lang="en-US" altLang="ja-JP" dirty="0" err="1"/>
              <a:t>untitled.sch</a:t>
            </a:r>
            <a:r>
              <a:rPr kumimoji="1" lang="ja-JP" altLang="en-US" dirty="0"/>
              <a:t>という</a:t>
            </a:r>
            <a:endParaRPr kumimoji="1" lang="en-US" altLang="ja-JP" dirty="0"/>
          </a:p>
          <a:p>
            <a:pPr algn="ctr"/>
            <a:r>
              <a:rPr kumimoji="1" lang="ja-JP" altLang="en-US" dirty="0"/>
              <a:t>新規ファイルが新規</a:t>
            </a:r>
            <a:endParaRPr kumimoji="1" lang="en-US" altLang="ja-JP" dirty="0"/>
          </a:p>
        </p:txBody>
      </p:sp>
      <p:sp>
        <p:nvSpPr>
          <p:cNvPr id="6" name="吹き出し: 角を丸めた四角形 5">
            <a:extLst>
              <a:ext uri="{FF2B5EF4-FFF2-40B4-BE49-F238E27FC236}">
                <a16:creationId xmlns:a16="http://schemas.microsoft.com/office/drawing/2014/main" id="{321B7E91-D6CF-47CC-935F-5DCCEE8C32F8}"/>
              </a:ext>
            </a:extLst>
          </p:cNvPr>
          <p:cNvSpPr/>
          <p:nvPr/>
        </p:nvSpPr>
        <p:spPr>
          <a:xfrm>
            <a:off x="5193044" y="2335673"/>
            <a:ext cx="3188955" cy="960813"/>
          </a:xfrm>
          <a:prstGeom prst="wedgeRoundRectCallout">
            <a:avLst>
              <a:gd name="adj1" fmla="val -89591"/>
              <a:gd name="adj2" fmla="val -116547"/>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dirty="0"/>
              <a:t>AND</a:t>
            </a:r>
            <a:r>
              <a:rPr kumimoji="1" lang="ja-JP" altLang="en-US" dirty="0"/>
              <a:t>記号をクリックすると</a:t>
            </a:r>
            <a:endParaRPr kumimoji="1" lang="en-US" altLang="ja-JP" dirty="0"/>
          </a:p>
          <a:p>
            <a:pPr algn="ctr"/>
            <a:r>
              <a:rPr kumimoji="1" lang="en-US" altLang="ja-JP" dirty="0"/>
              <a:t>MODLUE</a:t>
            </a:r>
            <a:r>
              <a:rPr kumimoji="1" lang="ja-JP" altLang="en-US" dirty="0"/>
              <a:t>ウィンドウが開く</a:t>
            </a:r>
            <a:endParaRPr kumimoji="1" lang="en-US" altLang="ja-JP" dirty="0"/>
          </a:p>
        </p:txBody>
      </p:sp>
    </p:spTree>
    <p:extLst>
      <p:ext uri="{BB962C8B-B14F-4D97-AF65-F5344CB8AC3E}">
        <p14:creationId xmlns:p14="http://schemas.microsoft.com/office/powerpoint/2010/main" val="143220061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1A8B9D9-DCF1-D25B-A545-D0CE717D8DCF}"/>
              </a:ext>
            </a:extLst>
          </p:cNvPr>
          <p:cNvSpPr>
            <a:spLocks noGrp="1"/>
          </p:cNvSpPr>
          <p:nvPr>
            <p:ph type="title"/>
          </p:nvPr>
        </p:nvSpPr>
        <p:spPr/>
        <p:txBody>
          <a:bodyPr/>
          <a:lstStyle/>
          <a:p>
            <a:r>
              <a:rPr kumimoji="1" lang="en-US" altLang="ja-JP" dirty="0" err="1"/>
              <a:t>xschem</a:t>
            </a:r>
            <a:r>
              <a:rPr kumimoji="1" lang="ja-JP" altLang="en-US" dirty="0"/>
              <a:t>使い方：</a:t>
            </a:r>
            <a:r>
              <a:rPr kumimoji="1" lang="en-US" altLang="ja-JP" dirty="0"/>
              <a:t> gf180mcuD/</a:t>
            </a:r>
            <a:r>
              <a:rPr kumimoji="1" lang="en-US" altLang="ja-JP" dirty="0" err="1"/>
              <a:t>libs.tech</a:t>
            </a:r>
            <a:r>
              <a:rPr kumimoji="1" lang="en-US" altLang="ja-JP" dirty="0"/>
              <a:t>/</a:t>
            </a:r>
            <a:r>
              <a:rPr kumimoji="1" lang="ja-JP" altLang="en-US" dirty="0"/>
              <a:t>の</a:t>
            </a:r>
            <a:r>
              <a:rPr kumimoji="1" lang="en-US" altLang="ja-JP" dirty="0"/>
              <a:t>MODULE</a:t>
            </a:r>
            <a:r>
              <a:rPr kumimoji="1" lang="ja-JP" altLang="en-US" dirty="0"/>
              <a:t>の選択：</a:t>
            </a:r>
            <a:r>
              <a:rPr kumimoji="1" lang="en-US" altLang="ja-JP" dirty="0"/>
              <a:t>P-FET</a:t>
            </a:r>
            <a:endParaRPr kumimoji="1" lang="ja-JP" altLang="en-US" dirty="0"/>
          </a:p>
        </p:txBody>
      </p:sp>
      <p:sp>
        <p:nvSpPr>
          <p:cNvPr id="3" name="日付プレースホルダー 2">
            <a:extLst>
              <a:ext uri="{FF2B5EF4-FFF2-40B4-BE49-F238E27FC236}">
                <a16:creationId xmlns:a16="http://schemas.microsoft.com/office/drawing/2014/main" id="{F72F1585-9387-DCD1-0384-B1B8E40DC6FA}"/>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486DD827-1B85-83AE-DB96-F533B2C072F1}"/>
              </a:ext>
            </a:extLst>
          </p:cNvPr>
          <p:cNvSpPr>
            <a:spLocks noGrp="1"/>
          </p:cNvSpPr>
          <p:nvPr>
            <p:ph type="sldNum" sz="quarter" idx="12"/>
          </p:nvPr>
        </p:nvSpPr>
        <p:spPr/>
        <p:txBody>
          <a:bodyPr/>
          <a:lstStyle/>
          <a:p>
            <a:pPr rtl="0"/>
            <a:fld id="{9860EDB8-5305-433F-BE41-D7A86D811DB3}" type="slidenum">
              <a:rPr lang="en-US" altLang="ja-JP" noProof="0" smtClean="0"/>
              <a:pPr rtl="0"/>
              <a:t>42</a:t>
            </a:fld>
            <a:endParaRPr lang="ja-JP" altLang="en-US" noProof="0"/>
          </a:p>
        </p:txBody>
      </p:sp>
      <p:pic>
        <p:nvPicPr>
          <p:cNvPr id="6" name="図 5">
            <a:extLst>
              <a:ext uri="{FF2B5EF4-FFF2-40B4-BE49-F238E27FC236}">
                <a16:creationId xmlns:a16="http://schemas.microsoft.com/office/drawing/2014/main" id="{D77B2311-DD65-6D2F-8C1F-37922E9D3F5E}"/>
              </a:ext>
            </a:extLst>
          </p:cNvPr>
          <p:cNvPicPr>
            <a:picLocks noChangeAspect="1"/>
          </p:cNvPicPr>
          <p:nvPr/>
        </p:nvPicPr>
        <p:blipFill>
          <a:blip r:embed="rId2"/>
          <a:stretch>
            <a:fillRect/>
          </a:stretch>
        </p:blipFill>
        <p:spPr>
          <a:xfrm>
            <a:off x="396553" y="1184483"/>
            <a:ext cx="6990004" cy="3315065"/>
          </a:xfrm>
          <a:prstGeom prst="rect">
            <a:avLst/>
          </a:prstGeom>
        </p:spPr>
      </p:pic>
      <p:sp>
        <p:nvSpPr>
          <p:cNvPr id="11" name="楕円 10">
            <a:extLst>
              <a:ext uri="{FF2B5EF4-FFF2-40B4-BE49-F238E27FC236}">
                <a16:creationId xmlns:a16="http://schemas.microsoft.com/office/drawing/2014/main" id="{C686B88C-7E7C-0717-D6CB-7B175D8F5378}"/>
              </a:ext>
            </a:extLst>
          </p:cNvPr>
          <p:cNvSpPr/>
          <p:nvPr/>
        </p:nvSpPr>
        <p:spPr>
          <a:xfrm>
            <a:off x="590156" y="1967132"/>
            <a:ext cx="3072387" cy="304800"/>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楕円 12">
            <a:extLst>
              <a:ext uri="{FF2B5EF4-FFF2-40B4-BE49-F238E27FC236}">
                <a16:creationId xmlns:a16="http://schemas.microsoft.com/office/drawing/2014/main" id="{81738486-1864-3128-2741-20BB5D4FB65C}"/>
              </a:ext>
            </a:extLst>
          </p:cNvPr>
          <p:cNvSpPr/>
          <p:nvPr/>
        </p:nvSpPr>
        <p:spPr>
          <a:xfrm>
            <a:off x="3771886" y="1858423"/>
            <a:ext cx="824537" cy="304800"/>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8" name="図 17">
            <a:extLst>
              <a:ext uri="{FF2B5EF4-FFF2-40B4-BE49-F238E27FC236}">
                <a16:creationId xmlns:a16="http://schemas.microsoft.com/office/drawing/2014/main" id="{DC7E22C0-87B7-F896-5D2E-D4DFB2F952A3}"/>
              </a:ext>
            </a:extLst>
          </p:cNvPr>
          <p:cNvPicPr>
            <a:picLocks noChangeAspect="1"/>
          </p:cNvPicPr>
          <p:nvPr/>
        </p:nvPicPr>
        <p:blipFill>
          <a:blip r:embed="rId3"/>
          <a:stretch>
            <a:fillRect/>
          </a:stretch>
        </p:blipFill>
        <p:spPr>
          <a:xfrm>
            <a:off x="4302248" y="3125027"/>
            <a:ext cx="6990004" cy="3302364"/>
          </a:xfrm>
          <a:prstGeom prst="rect">
            <a:avLst/>
          </a:prstGeom>
        </p:spPr>
      </p:pic>
      <p:sp>
        <p:nvSpPr>
          <p:cNvPr id="15" name="楕円 14">
            <a:extLst>
              <a:ext uri="{FF2B5EF4-FFF2-40B4-BE49-F238E27FC236}">
                <a16:creationId xmlns:a16="http://schemas.microsoft.com/office/drawing/2014/main" id="{142C0E3A-F6BB-2500-84C2-9A264CEE10BD}"/>
              </a:ext>
            </a:extLst>
          </p:cNvPr>
          <p:cNvSpPr/>
          <p:nvPr/>
        </p:nvSpPr>
        <p:spPr>
          <a:xfrm>
            <a:off x="10510826" y="6131837"/>
            <a:ext cx="824537" cy="362712"/>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楕円 11">
            <a:extLst>
              <a:ext uri="{FF2B5EF4-FFF2-40B4-BE49-F238E27FC236}">
                <a16:creationId xmlns:a16="http://schemas.microsoft.com/office/drawing/2014/main" id="{1DDDB1E7-C3FB-9A6B-30FC-0973CB2D3308}"/>
              </a:ext>
            </a:extLst>
          </p:cNvPr>
          <p:cNvSpPr/>
          <p:nvPr/>
        </p:nvSpPr>
        <p:spPr>
          <a:xfrm>
            <a:off x="7386557" y="3319691"/>
            <a:ext cx="1753519" cy="1071783"/>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吹き出し: 角を丸めた四角形 15">
            <a:extLst>
              <a:ext uri="{FF2B5EF4-FFF2-40B4-BE49-F238E27FC236}">
                <a16:creationId xmlns:a16="http://schemas.microsoft.com/office/drawing/2014/main" id="{CA46111F-FF1D-F183-3235-8AEDFBC1A52C}"/>
              </a:ext>
            </a:extLst>
          </p:cNvPr>
          <p:cNvSpPr/>
          <p:nvPr/>
        </p:nvSpPr>
        <p:spPr>
          <a:xfrm>
            <a:off x="8150292" y="1876629"/>
            <a:ext cx="3514059" cy="960813"/>
          </a:xfrm>
          <a:prstGeom prst="wedgeRoundRectCallout">
            <a:avLst>
              <a:gd name="adj1" fmla="val -46518"/>
              <a:gd name="adj2" fmla="val 102792"/>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耐圧の違いで何種類かあるので</a:t>
            </a:r>
            <a:endParaRPr kumimoji="1" lang="en-US" altLang="ja-JP" dirty="0"/>
          </a:p>
          <a:p>
            <a:pPr algn="ctr"/>
            <a:r>
              <a:rPr kumimoji="1" lang="ja-JP" altLang="en-US" dirty="0"/>
              <a:t>必要なものを選択する</a:t>
            </a:r>
            <a:endParaRPr kumimoji="1" lang="en-US" altLang="ja-JP" dirty="0"/>
          </a:p>
        </p:txBody>
      </p:sp>
    </p:spTree>
    <p:extLst>
      <p:ext uri="{BB962C8B-B14F-4D97-AF65-F5344CB8AC3E}">
        <p14:creationId xmlns:p14="http://schemas.microsoft.com/office/powerpoint/2010/main" val="256364305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1A8B9D9-DCF1-D25B-A545-D0CE717D8DCF}"/>
              </a:ext>
            </a:extLst>
          </p:cNvPr>
          <p:cNvSpPr>
            <a:spLocks noGrp="1"/>
          </p:cNvSpPr>
          <p:nvPr>
            <p:ph type="title"/>
          </p:nvPr>
        </p:nvSpPr>
        <p:spPr/>
        <p:txBody>
          <a:bodyPr>
            <a:normAutofit/>
          </a:bodyPr>
          <a:lstStyle/>
          <a:p>
            <a:r>
              <a:rPr kumimoji="1" lang="en-US" altLang="ja-JP" dirty="0" err="1"/>
              <a:t>xschem</a:t>
            </a:r>
            <a:r>
              <a:rPr kumimoji="1" lang="ja-JP" altLang="en-US" dirty="0"/>
              <a:t>使い方：</a:t>
            </a:r>
            <a:r>
              <a:rPr kumimoji="1" lang="en-US" altLang="ja-JP" dirty="0"/>
              <a:t> MODULE</a:t>
            </a:r>
            <a:r>
              <a:rPr kumimoji="1" lang="ja-JP" altLang="en-US" dirty="0"/>
              <a:t>の配置とプロパティ</a:t>
            </a:r>
          </a:p>
        </p:txBody>
      </p:sp>
      <p:sp>
        <p:nvSpPr>
          <p:cNvPr id="3" name="日付プレースホルダー 2">
            <a:extLst>
              <a:ext uri="{FF2B5EF4-FFF2-40B4-BE49-F238E27FC236}">
                <a16:creationId xmlns:a16="http://schemas.microsoft.com/office/drawing/2014/main" id="{F72F1585-9387-DCD1-0384-B1B8E40DC6FA}"/>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486DD827-1B85-83AE-DB96-F533B2C072F1}"/>
              </a:ext>
            </a:extLst>
          </p:cNvPr>
          <p:cNvSpPr>
            <a:spLocks noGrp="1"/>
          </p:cNvSpPr>
          <p:nvPr>
            <p:ph type="sldNum" sz="quarter" idx="12"/>
          </p:nvPr>
        </p:nvSpPr>
        <p:spPr/>
        <p:txBody>
          <a:bodyPr/>
          <a:lstStyle/>
          <a:p>
            <a:pPr rtl="0"/>
            <a:fld id="{9860EDB8-5305-433F-BE41-D7A86D811DB3}" type="slidenum">
              <a:rPr lang="en-US" altLang="ja-JP" noProof="0" smtClean="0"/>
              <a:pPr rtl="0"/>
              <a:t>43</a:t>
            </a:fld>
            <a:endParaRPr lang="ja-JP" altLang="en-US" noProof="0"/>
          </a:p>
        </p:txBody>
      </p:sp>
      <p:pic>
        <p:nvPicPr>
          <p:cNvPr id="6" name="図 5">
            <a:extLst>
              <a:ext uri="{FF2B5EF4-FFF2-40B4-BE49-F238E27FC236}">
                <a16:creationId xmlns:a16="http://schemas.microsoft.com/office/drawing/2014/main" id="{D86ACADF-146D-DD20-2948-0BA83DDFA217}"/>
              </a:ext>
            </a:extLst>
          </p:cNvPr>
          <p:cNvPicPr>
            <a:picLocks noChangeAspect="1"/>
          </p:cNvPicPr>
          <p:nvPr/>
        </p:nvPicPr>
        <p:blipFill>
          <a:blip r:embed="rId2"/>
          <a:stretch>
            <a:fillRect/>
          </a:stretch>
        </p:blipFill>
        <p:spPr>
          <a:xfrm>
            <a:off x="0" y="1153894"/>
            <a:ext cx="6625641" cy="3550748"/>
          </a:xfrm>
          <a:prstGeom prst="rect">
            <a:avLst/>
          </a:prstGeom>
        </p:spPr>
      </p:pic>
      <p:pic>
        <p:nvPicPr>
          <p:cNvPr id="8" name="図 7">
            <a:extLst>
              <a:ext uri="{FF2B5EF4-FFF2-40B4-BE49-F238E27FC236}">
                <a16:creationId xmlns:a16="http://schemas.microsoft.com/office/drawing/2014/main" id="{22FE1794-D501-CAF9-7C67-F3B1EA60912A}"/>
              </a:ext>
            </a:extLst>
          </p:cNvPr>
          <p:cNvPicPr>
            <a:picLocks noChangeAspect="1"/>
          </p:cNvPicPr>
          <p:nvPr/>
        </p:nvPicPr>
        <p:blipFill>
          <a:blip r:embed="rId3"/>
          <a:stretch>
            <a:fillRect/>
          </a:stretch>
        </p:blipFill>
        <p:spPr>
          <a:xfrm>
            <a:off x="3088564" y="2201911"/>
            <a:ext cx="6873482" cy="3669087"/>
          </a:xfrm>
          <a:prstGeom prst="rect">
            <a:avLst/>
          </a:prstGeom>
        </p:spPr>
      </p:pic>
      <p:pic>
        <p:nvPicPr>
          <p:cNvPr id="11" name="図 10">
            <a:extLst>
              <a:ext uri="{FF2B5EF4-FFF2-40B4-BE49-F238E27FC236}">
                <a16:creationId xmlns:a16="http://schemas.microsoft.com/office/drawing/2014/main" id="{F7804CF3-D757-B374-4A25-602E03004906}"/>
              </a:ext>
            </a:extLst>
          </p:cNvPr>
          <p:cNvPicPr>
            <a:picLocks noChangeAspect="1"/>
          </p:cNvPicPr>
          <p:nvPr/>
        </p:nvPicPr>
        <p:blipFill>
          <a:blip r:embed="rId4"/>
          <a:stretch>
            <a:fillRect/>
          </a:stretch>
        </p:blipFill>
        <p:spPr>
          <a:xfrm>
            <a:off x="5996580" y="3252538"/>
            <a:ext cx="6195420" cy="3311011"/>
          </a:xfrm>
          <a:prstGeom prst="rect">
            <a:avLst/>
          </a:prstGeom>
        </p:spPr>
      </p:pic>
    </p:spTree>
    <p:extLst>
      <p:ext uri="{BB962C8B-B14F-4D97-AF65-F5344CB8AC3E}">
        <p14:creationId xmlns:p14="http://schemas.microsoft.com/office/powerpoint/2010/main" val="3555397421"/>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652A231-62BA-8E05-852B-3A0B1205A42F}"/>
              </a:ext>
            </a:extLst>
          </p:cNvPr>
          <p:cNvSpPr>
            <a:spLocks noGrp="1"/>
          </p:cNvSpPr>
          <p:nvPr>
            <p:ph type="title"/>
          </p:nvPr>
        </p:nvSpPr>
        <p:spPr/>
        <p:txBody>
          <a:bodyPr/>
          <a:lstStyle/>
          <a:p>
            <a:r>
              <a:rPr kumimoji="1" lang="en-US" altLang="ja-JP" dirty="0" err="1"/>
              <a:t>xschem</a:t>
            </a:r>
            <a:r>
              <a:rPr kumimoji="1" lang="ja-JP" altLang="en-US" dirty="0"/>
              <a:t>使い方：</a:t>
            </a:r>
            <a:r>
              <a:rPr kumimoji="1" lang="en-US" altLang="ja-JP" dirty="0"/>
              <a:t> </a:t>
            </a:r>
            <a:r>
              <a:rPr kumimoji="1" lang="ja-JP" altLang="en-US" dirty="0"/>
              <a:t>標準の</a:t>
            </a:r>
            <a:r>
              <a:rPr kumimoji="1" lang="en-US" altLang="ja-JP" dirty="0"/>
              <a:t>MODULE</a:t>
            </a:r>
            <a:r>
              <a:rPr kumimoji="1" lang="ja-JP" altLang="en-US" dirty="0"/>
              <a:t>の選択：</a:t>
            </a:r>
            <a:r>
              <a:rPr lang="en-US" altLang="ja-JP" dirty="0"/>
              <a:t>VDD</a:t>
            </a:r>
            <a:endParaRPr kumimoji="1" lang="ja-JP" altLang="en-US" dirty="0"/>
          </a:p>
        </p:txBody>
      </p:sp>
      <p:sp>
        <p:nvSpPr>
          <p:cNvPr id="3" name="日付プレースホルダー 2">
            <a:extLst>
              <a:ext uri="{FF2B5EF4-FFF2-40B4-BE49-F238E27FC236}">
                <a16:creationId xmlns:a16="http://schemas.microsoft.com/office/drawing/2014/main" id="{7AA6C13C-3A10-E855-B1D8-7AAF6AB5E28C}"/>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E084C49D-B5C3-9BC7-2ED5-17A37ADF2C95}"/>
              </a:ext>
            </a:extLst>
          </p:cNvPr>
          <p:cNvSpPr>
            <a:spLocks noGrp="1"/>
          </p:cNvSpPr>
          <p:nvPr>
            <p:ph type="sldNum" sz="quarter" idx="12"/>
          </p:nvPr>
        </p:nvSpPr>
        <p:spPr/>
        <p:txBody>
          <a:bodyPr/>
          <a:lstStyle/>
          <a:p>
            <a:pPr rtl="0"/>
            <a:fld id="{9860EDB8-5305-433F-BE41-D7A86D811DB3}" type="slidenum">
              <a:rPr lang="en-US" altLang="ja-JP" noProof="0" smtClean="0"/>
              <a:pPr rtl="0"/>
              <a:t>44</a:t>
            </a:fld>
            <a:endParaRPr lang="ja-JP" altLang="en-US" noProof="0"/>
          </a:p>
        </p:txBody>
      </p:sp>
      <p:pic>
        <p:nvPicPr>
          <p:cNvPr id="7" name="コンテンツ プレースホルダー 6" descr="グラフィカル ユーザー インターフェイス, テキスト&#10;&#10;自動的に生成された説明">
            <a:extLst>
              <a:ext uri="{FF2B5EF4-FFF2-40B4-BE49-F238E27FC236}">
                <a16:creationId xmlns:a16="http://schemas.microsoft.com/office/drawing/2014/main" id="{990BA6D9-487B-C3F1-4A45-20084AB682C2}"/>
              </a:ext>
            </a:extLst>
          </p:cNvPr>
          <p:cNvPicPr>
            <a:picLocks noGrp="1" noChangeAspect="1"/>
          </p:cNvPicPr>
          <p:nvPr>
            <p:ph sz="quarter" idx="13"/>
          </p:nvPr>
        </p:nvPicPr>
        <p:blipFill rotWithShape="1">
          <a:blip r:embed="rId2"/>
          <a:srcRect l="1880" t="5090" r="55181" b="52998"/>
          <a:stretch/>
        </p:blipFill>
        <p:spPr>
          <a:xfrm>
            <a:off x="474700" y="2036331"/>
            <a:ext cx="5333574" cy="3253815"/>
          </a:xfrm>
        </p:spPr>
      </p:pic>
      <p:pic>
        <p:nvPicPr>
          <p:cNvPr id="11" name="図 10" descr="テキスト&#10;&#10;自動的に生成された説明">
            <a:extLst>
              <a:ext uri="{FF2B5EF4-FFF2-40B4-BE49-F238E27FC236}">
                <a16:creationId xmlns:a16="http://schemas.microsoft.com/office/drawing/2014/main" id="{7D20DB67-4177-FAC0-89F7-30FC012F4464}"/>
              </a:ext>
            </a:extLst>
          </p:cNvPr>
          <p:cNvPicPr>
            <a:picLocks noChangeAspect="1"/>
          </p:cNvPicPr>
          <p:nvPr/>
        </p:nvPicPr>
        <p:blipFill rotWithShape="1">
          <a:blip r:embed="rId3"/>
          <a:srcRect l="1808" t="4889" r="55227" b="53422"/>
          <a:stretch/>
        </p:blipFill>
        <p:spPr>
          <a:xfrm>
            <a:off x="6049772" y="2036331"/>
            <a:ext cx="5365428" cy="3253816"/>
          </a:xfrm>
          <a:prstGeom prst="rect">
            <a:avLst/>
          </a:prstGeom>
        </p:spPr>
      </p:pic>
      <p:sp>
        <p:nvSpPr>
          <p:cNvPr id="5" name="楕円 4">
            <a:extLst>
              <a:ext uri="{FF2B5EF4-FFF2-40B4-BE49-F238E27FC236}">
                <a16:creationId xmlns:a16="http://schemas.microsoft.com/office/drawing/2014/main" id="{471EED61-BE29-97D9-3506-5FE03ECEE1C3}"/>
              </a:ext>
            </a:extLst>
          </p:cNvPr>
          <p:cNvSpPr/>
          <p:nvPr/>
        </p:nvSpPr>
        <p:spPr>
          <a:xfrm>
            <a:off x="524425" y="2150207"/>
            <a:ext cx="2358644" cy="304800"/>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楕円 5">
            <a:extLst>
              <a:ext uri="{FF2B5EF4-FFF2-40B4-BE49-F238E27FC236}">
                <a16:creationId xmlns:a16="http://schemas.microsoft.com/office/drawing/2014/main" id="{ECABA711-3C37-7AF1-8BBA-2A002E82D201}"/>
              </a:ext>
            </a:extLst>
          </p:cNvPr>
          <p:cNvSpPr/>
          <p:nvPr/>
        </p:nvSpPr>
        <p:spPr>
          <a:xfrm>
            <a:off x="2749958" y="2455007"/>
            <a:ext cx="838068" cy="228558"/>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楕円 7">
            <a:extLst>
              <a:ext uri="{FF2B5EF4-FFF2-40B4-BE49-F238E27FC236}">
                <a16:creationId xmlns:a16="http://schemas.microsoft.com/office/drawing/2014/main" id="{09FB5392-DBD7-4941-715C-5BAF9AC8ECE8}"/>
              </a:ext>
            </a:extLst>
          </p:cNvPr>
          <p:cNvSpPr/>
          <p:nvPr/>
        </p:nvSpPr>
        <p:spPr>
          <a:xfrm>
            <a:off x="8616484" y="2468259"/>
            <a:ext cx="838068" cy="228558"/>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吹き出し: 角を丸めた四角形 8">
            <a:extLst>
              <a:ext uri="{FF2B5EF4-FFF2-40B4-BE49-F238E27FC236}">
                <a16:creationId xmlns:a16="http://schemas.microsoft.com/office/drawing/2014/main" id="{3039BF16-733D-3EF6-58E9-165F4CDD46DF}"/>
              </a:ext>
            </a:extLst>
          </p:cNvPr>
          <p:cNvSpPr/>
          <p:nvPr/>
        </p:nvSpPr>
        <p:spPr>
          <a:xfrm>
            <a:off x="3806687" y="5505980"/>
            <a:ext cx="2468880" cy="832104"/>
          </a:xfrm>
          <a:prstGeom prst="wedgeRoundRectCallout">
            <a:avLst>
              <a:gd name="adj1" fmla="val 76124"/>
              <a:gd name="adj2" fmla="val -81511"/>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検索も可能</a:t>
            </a:r>
            <a:endParaRPr kumimoji="1" lang="en-US" altLang="ja-JP" dirty="0"/>
          </a:p>
        </p:txBody>
      </p:sp>
    </p:spTree>
    <p:extLst>
      <p:ext uri="{BB962C8B-B14F-4D97-AF65-F5344CB8AC3E}">
        <p14:creationId xmlns:p14="http://schemas.microsoft.com/office/powerpoint/2010/main" val="84860625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652A231-62BA-8E05-852B-3A0B1205A42F}"/>
              </a:ext>
            </a:extLst>
          </p:cNvPr>
          <p:cNvSpPr>
            <a:spLocks noGrp="1"/>
          </p:cNvSpPr>
          <p:nvPr>
            <p:ph type="title"/>
          </p:nvPr>
        </p:nvSpPr>
        <p:spPr/>
        <p:txBody>
          <a:bodyPr/>
          <a:lstStyle/>
          <a:p>
            <a:r>
              <a:rPr kumimoji="1" lang="en-US" altLang="ja-JP" dirty="0" err="1"/>
              <a:t>xschem</a:t>
            </a:r>
            <a:r>
              <a:rPr kumimoji="1" lang="ja-JP" altLang="en-US" dirty="0"/>
              <a:t>使い方：</a:t>
            </a:r>
            <a:r>
              <a:rPr kumimoji="1" lang="en-US" altLang="ja-JP" dirty="0"/>
              <a:t> </a:t>
            </a:r>
            <a:r>
              <a:rPr kumimoji="1" lang="ja-JP" altLang="en-US" dirty="0"/>
              <a:t>標準の</a:t>
            </a:r>
            <a:r>
              <a:rPr kumimoji="1" lang="en-US" altLang="ja-JP" dirty="0"/>
              <a:t>MODULE</a:t>
            </a:r>
            <a:r>
              <a:rPr kumimoji="1" lang="ja-JP" altLang="en-US" dirty="0"/>
              <a:t>の配置とプロパティ：</a:t>
            </a:r>
            <a:r>
              <a:rPr kumimoji="1" lang="en-US" altLang="ja-JP" dirty="0"/>
              <a:t>VDD</a:t>
            </a:r>
            <a:endParaRPr kumimoji="1" lang="ja-JP" altLang="en-US" dirty="0"/>
          </a:p>
        </p:txBody>
      </p:sp>
      <p:sp>
        <p:nvSpPr>
          <p:cNvPr id="3" name="日付プレースホルダー 2">
            <a:extLst>
              <a:ext uri="{FF2B5EF4-FFF2-40B4-BE49-F238E27FC236}">
                <a16:creationId xmlns:a16="http://schemas.microsoft.com/office/drawing/2014/main" id="{7AA6C13C-3A10-E855-B1D8-7AAF6AB5E28C}"/>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E084C49D-B5C3-9BC7-2ED5-17A37ADF2C95}"/>
              </a:ext>
            </a:extLst>
          </p:cNvPr>
          <p:cNvSpPr>
            <a:spLocks noGrp="1"/>
          </p:cNvSpPr>
          <p:nvPr>
            <p:ph type="sldNum" sz="quarter" idx="12"/>
          </p:nvPr>
        </p:nvSpPr>
        <p:spPr/>
        <p:txBody>
          <a:bodyPr/>
          <a:lstStyle/>
          <a:p>
            <a:pPr rtl="0"/>
            <a:fld id="{9860EDB8-5305-433F-BE41-D7A86D811DB3}" type="slidenum">
              <a:rPr lang="en-US" altLang="ja-JP" noProof="0" smtClean="0"/>
              <a:pPr rtl="0"/>
              <a:t>45</a:t>
            </a:fld>
            <a:endParaRPr lang="ja-JP" altLang="en-US" noProof="0"/>
          </a:p>
        </p:txBody>
      </p:sp>
      <p:pic>
        <p:nvPicPr>
          <p:cNvPr id="18" name="図 17" descr="テキスト&#10;&#10;自動的に生成された説明">
            <a:extLst>
              <a:ext uri="{FF2B5EF4-FFF2-40B4-BE49-F238E27FC236}">
                <a16:creationId xmlns:a16="http://schemas.microsoft.com/office/drawing/2014/main" id="{2B199052-78BA-A12E-0658-EB49DBB19968}"/>
              </a:ext>
            </a:extLst>
          </p:cNvPr>
          <p:cNvPicPr>
            <a:picLocks noChangeAspect="1"/>
          </p:cNvPicPr>
          <p:nvPr/>
        </p:nvPicPr>
        <p:blipFill rotWithShape="1">
          <a:blip r:embed="rId2"/>
          <a:srcRect t="2730"/>
          <a:stretch/>
        </p:blipFill>
        <p:spPr>
          <a:xfrm>
            <a:off x="362533" y="1323505"/>
            <a:ext cx="7992019" cy="4858634"/>
          </a:xfrm>
          <a:prstGeom prst="rect">
            <a:avLst/>
          </a:prstGeom>
        </p:spPr>
      </p:pic>
      <p:pic>
        <p:nvPicPr>
          <p:cNvPr id="19" name="図 18" descr="グラフィカル ユーザー インターフェイス, テキスト&#10;&#10;自動的に生成された説明">
            <a:extLst>
              <a:ext uri="{FF2B5EF4-FFF2-40B4-BE49-F238E27FC236}">
                <a16:creationId xmlns:a16="http://schemas.microsoft.com/office/drawing/2014/main" id="{BB43D2F7-420F-5584-B58B-BAB6FDD63AD8}"/>
              </a:ext>
            </a:extLst>
          </p:cNvPr>
          <p:cNvPicPr>
            <a:picLocks noChangeAspect="1"/>
          </p:cNvPicPr>
          <p:nvPr/>
        </p:nvPicPr>
        <p:blipFill rotWithShape="1">
          <a:blip r:embed="rId3"/>
          <a:srcRect l="38692" t="19146" r="20970" b="52769"/>
          <a:stretch/>
        </p:blipFill>
        <p:spPr>
          <a:xfrm>
            <a:off x="4435177" y="2188551"/>
            <a:ext cx="4796412" cy="2087218"/>
          </a:xfrm>
          <a:prstGeom prst="rect">
            <a:avLst/>
          </a:prstGeom>
        </p:spPr>
      </p:pic>
      <p:sp>
        <p:nvSpPr>
          <p:cNvPr id="20" name="吹き出し: 角を丸めた四角形 19">
            <a:extLst>
              <a:ext uri="{FF2B5EF4-FFF2-40B4-BE49-F238E27FC236}">
                <a16:creationId xmlns:a16="http://schemas.microsoft.com/office/drawing/2014/main" id="{759FA72B-89EA-DBF4-AB80-185F229AABE6}"/>
              </a:ext>
            </a:extLst>
          </p:cNvPr>
          <p:cNvSpPr/>
          <p:nvPr/>
        </p:nvSpPr>
        <p:spPr>
          <a:xfrm>
            <a:off x="8090452" y="1021335"/>
            <a:ext cx="2468880" cy="832104"/>
          </a:xfrm>
          <a:prstGeom prst="wedgeRoundRectCallout">
            <a:avLst>
              <a:gd name="adj1" fmla="val -166227"/>
              <a:gd name="adj2" fmla="val 177686"/>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ラベル名</a:t>
            </a:r>
            <a:endParaRPr kumimoji="1" lang="en-US" altLang="ja-JP" dirty="0"/>
          </a:p>
        </p:txBody>
      </p:sp>
    </p:spTree>
    <p:extLst>
      <p:ext uri="{BB962C8B-B14F-4D97-AF65-F5344CB8AC3E}">
        <p14:creationId xmlns:p14="http://schemas.microsoft.com/office/powerpoint/2010/main" val="223514879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C186960-38F0-772A-07D7-8D215D4B844B}"/>
              </a:ext>
            </a:extLst>
          </p:cNvPr>
          <p:cNvSpPr>
            <a:spLocks noGrp="1"/>
          </p:cNvSpPr>
          <p:nvPr>
            <p:ph type="title"/>
          </p:nvPr>
        </p:nvSpPr>
        <p:spPr/>
        <p:txBody>
          <a:bodyPr/>
          <a:lstStyle/>
          <a:p>
            <a:r>
              <a:rPr kumimoji="1" lang="en-US" altLang="ja-JP" dirty="0" err="1"/>
              <a:t>xschem</a:t>
            </a:r>
            <a:r>
              <a:rPr kumimoji="1" lang="ja-JP" altLang="en-US" dirty="0"/>
              <a:t>使い方：</a:t>
            </a:r>
            <a:r>
              <a:rPr kumimoji="1" lang="en-US" altLang="ja-JP" dirty="0"/>
              <a:t> </a:t>
            </a:r>
            <a:r>
              <a:rPr kumimoji="1" lang="ja-JP" altLang="en-US" dirty="0"/>
              <a:t>標準の</a:t>
            </a:r>
            <a:r>
              <a:rPr kumimoji="1" lang="en-US" altLang="ja-JP" dirty="0"/>
              <a:t>MODULE</a:t>
            </a:r>
            <a:r>
              <a:rPr kumimoji="1" lang="ja-JP" altLang="en-US" dirty="0"/>
              <a:t>の選択：</a:t>
            </a:r>
            <a:r>
              <a:rPr kumimoji="1" lang="en-US" altLang="ja-JP" dirty="0" err="1"/>
              <a:t>ipin</a:t>
            </a:r>
            <a:r>
              <a:rPr kumimoji="1" lang="en-US" altLang="ja-JP" dirty="0"/>
              <a:t>, </a:t>
            </a:r>
            <a:r>
              <a:rPr kumimoji="1" lang="en-US" altLang="ja-JP" dirty="0" err="1"/>
              <a:t>opin</a:t>
            </a:r>
            <a:r>
              <a:rPr kumimoji="1" lang="en-US" altLang="ja-JP" dirty="0"/>
              <a:t>, </a:t>
            </a:r>
            <a:r>
              <a:rPr kumimoji="1" lang="en-US" altLang="ja-JP" dirty="0" err="1"/>
              <a:t>iopin</a:t>
            </a:r>
            <a:endParaRPr kumimoji="1" lang="ja-JP" altLang="en-US" dirty="0"/>
          </a:p>
        </p:txBody>
      </p:sp>
      <p:sp>
        <p:nvSpPr>
          <p:cNvPr id="3" name="日付プレースホルダー 2">
            <a:extLst>
              <a:ext uri="{FF2B5EF4-FFF2-40B4-BE49-F238E27FC236}">
                <a16:creationId xmlns:a16="http://schemas.microsoft.com/office/drawing/2014/main" id="{C0E14126-3AD8-C6E9-439C-71011ABEFC38}"/>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1772B0E4-BA2A-EC0E-E5BA-0F1D9E322E04}"/>
              </a:ext>
            </a:extLst>
          </p:cNvPr>
          <p:cNvSpPr>
            <a:spLocks noGrp="1"/>
          </p:cNvSpPr>
          <p:nvPr>
            <p:ph type="sldNum" sz="quarter" idx="12"/>
          </p:nvPr>
        </p:nvSpPr>
        <p:spPr/>
        <p:txBody>
          <a:bodyPr/>
          <a:lstStyle/>
          <a:p>
            <a:pPr rtl="0"/>
            <a:fld id="{9860EDB8-5305-433F-BE41-D7A86D811DB3}" type="slidenum">
              <a:rPr lang="en-US" altLang="ja-JP" noProof="0" smtClean="0"/>
              <a:pPr rtl="0"/>
              <a:t>46</a:t>
            </a:fld>
            <a:endParaRPr lang="ja-JP" altLang="en-US" noProof="0"/>
          </a:p>
        </p:txBody>
      </p:sp>
      <p:pic>
        <p:nvPicPr>
          <p:cNvPr id="7" name="コンテンツ プレースホルダー 6" descr="グラフィカル ユーザー インターフェイス&#10;&#10;自動的に生成された説明">
            <a:extLst>
              <a:ext uri="{FF2B5EF4-FFF2-40B4-BE49-F238E27FC236}">
                <a16:creationId xmlns:a16="http://schemas.microsoft.com/office/drawing/2014/main" id="{97410141-D7A9-D440-5C7D-BDE6D92DE0E4}"/>
              </a:ext>
            </a:extLst>
          </p:cNvPr>
          <p:cNvPicPr>
            <a:picLocks noGrp="1" noChangeAspect="1"/>
          </p:cNvPicPr>
          <p:nvPr>
            <p:ph sz="quarter" idx="13"/>
          </p:nvPr>
        </p:nvPicPr>
        <p:blipFill rotWithShape="1">
          <a:blip r:embed="rId2"/>
          <a:srcRect t="3299"/>
          <a:stretch/>
        </p:blipFill>
        <p:spPr>
          <a:xfrm>
            <a:off x="1816415" y="1225045"/>
            <a:ext cx="9320286" cy="5632955"/>
          </a:xfrm>
        </p:spPr>
      </p:pic>
      <p:sp>
        <p:nvSpPr>
          <p:cNvPr id="12" name="吹き出し: 角を丸めた四角形 11">
            <a:extLst>
              <a:ext uri="{FF2B5EF4-FFF2-40B4-BE49-F238E27FC236}">
                <a16:creationId xmlns:a16="http://schemas.microsoft.com/office/drawing/2014/main" id="{E5E868AF-1037-1A43-472D-13C72C8160E6}"/>
              </a:ext>
            </a:extLst>
          </p:cNvPr>
          <p:cNvSpPr/>
          <p:nvPr/>
        </p:nvSpPr>
        <p:spPr>
          <a:xfrm>
            <a:off x="725556" y="4800851"/>
            <a:ext cx="2468880" cy="832104"/>
          </a:xfrm>
          <a:prstGeom prst="wedgeRoundRectCallout">
            <a:avLst>
              <a:gd name="adj1" fmla="val 53580"/>
              <a:gd name="adj2" fmla="val -104206"/>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dirty="0" err="1"/>
              <a:t>ipin.sym</a:t>
            </a:r>
            <a:endParaRPr kumimoji="1" lang="en-US" altLang="ja-JP" dirty="0"/>
          </a:p>
        </p:txBody>
      </p:sp>
      <p:pic>
        <p:nvPicPr>
          <p:cNvPr id="14" name="図 13" descr="コンピューターのスクリーンショット&#10;&#10;自動的に生成された説明">
            <a:extLst>
              <a:ext uri="{FF2B5EF4-FFF2-40B4-BE49-F238E27FC236}">
                <a16:creationId xmlns:a16="http://schemas.microsoft.com/office/drawing/2014/main" id="{17698E49-EBB5-9F8B-A928-6EE28EAF9F72}"/>
              </a:ext>
            </a:extLst>
          </p:cNvPr>
          <p:cNvPicPr>
            <a:picLocks noChangeAspect="1"/>
          </p:cNvPicPr>
          <p:nvPr/>
        </p:nvPicPr>
        <p:blipFill rotWithShape="1">
          <a:blip r:embed="rId3"/>
          <a:srcRect l="12198" t="52609" r="48400" b="19276"/>
          <a:stretch/>
        </p:blipFill>
        <p:spPr>
          <a:xfrm>
            <a:off x="4134679" y="4509389"/>
            <a:ext cx="4323521" cy="1928192"/>
          </a:xfrm>
          <a:prstGeom prst="rect">
            <a:avLst/>
          </a:prstGeom>
        </p:spPr>
      </p:pic>
      <p:sp>
        <p:nvSpPr>
          <p:cNvPr id="15" name="吹き出し: 角を丸めた四角形 14">
            <a:extLst>
              <a:ext uri="{FF2B5EF4-FFF2-40B4-BE49-F238E27FC236}">
                <a16:creationId xmlns:a16="http://schemas.microsoft.com/office/drawing/2014/main" id="{D26CEE99-60D2-4450-99B2-A5FE0CF1E8E7}"/>
              </a:ext>
            </a:extLst>
          </p:cNvPr>
          <p:cNvSpPr/>
          <p:nvPr/>
        </p:nvSpPr>
        <p:spPr>
          <a:xfrm>
            <a:off x="6296439" y="3558959"/>
            <a:ext cx="2468880" cy="832104"/>
          </a:xfrm>
          <a:prstGeom prst="wedgeRoundRectCallout">
            <a:avLst>
              <a:gd name="adj1" fmla="val -109866"/>
              <a:gd name="adj2" fmla="val 147825"/>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ラベル名は</a:t>
            </a:r>
            <a:endParaRPr kumimoji="1" lang="en-US" altLang="ja-JP" dirty="0"/>
          </a:p>
          <a:p>
            <a:pPr algn="ctr"/>
            <a:r>
              <a:rPr kumimoji="1" lang="ja-JP" altLang="en-US" dirty="0"/>
              <a:t>ここで変更</a:t>
            </a:r>
            <a:endParaRPr kumimoji="1" lang="en-US" altLang="ja-JP" dirty="0"/>
          </a:p>
        </p:txBody>
      </p:sp>
    </p:spTree>
    <p:extLst>
      <p:ext uri="{BB962C8B-B14F-4D97-AF65-F5344CB8AC3E}">
        <p14:creationId xmlns:p14="http://schemas.microsoft.com/office/powerpoint/2010/main" val="22942905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EA365BA-D7F0-0766-41F1-BF8087F276BD}"/>
              </a:ext>
            </a:extLst>
          </p:cNvPr>
          <p:cNvSpPr>
            <a:spLocks noGrp="1"/>
          </p:cNvSpPr>
          <p:nvPr>
            <p:ph type="title"/>
          </p:nvPr>
        </p:nvSpPr>
        <p:spPr/>
        <p:txBody>
          <a:bodyPr/>
          <a:lstStyle/>
          <a:p>
            <a:r>
              <a:rPr kumimoji="1" lang="en-US" altLang="ja-JP" dirty="0" err="1"/>
              <a:t>xschem</a:t>
            </a:r>
            <a:r>
              <a:rPr kumimoji="1" lang="ja-JP" altLang="en-US" dirty="0"/>
              <a:t>使い方：</a:t>
            </a:r>
            <a:r>
              <a:rPr kumimoji="1" lang="en-US" altLang="ja-JP" dirty="0"/>
              <a:t> </a:t>
            </a:r>
            <a:r>
              <a:rPr lang="en-US" altLang="ja-JP" dirty="0"/>
              <a:t>wire</a:t>
            </a:r>
            <a:r>
              <a:rPr lang="ja-JP" altLang="en-US" dirty="0"/>
              <a:t>の引き方</a:t>
            </a:r>
            <a:endParaRPr kumimoji="1" lang="ja-JP" altLang="en-US" dirty="0"/>
          </a:p>
        </p:txBody>
      </p:sp>
      <p:sp>
        <p:nvSpPr>
          <p:cNvPr id="3" name="日付プレースホルダー 2">
            <a:extLst>
              <a:ext uri="{FF2B5EF4-FFF2-40B4-BE49-F238E27FC236}">
                <a16:creationId xmlns:a16="http://schemas.microsoft.com/office/drawing/2014/main" id="{87140A10-FD65-4A66-E1EC-C21F14F3493D}"/>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22B85B46-BA19-5528-D122-ACF2B9D2A046}"/>
              </a:ext>
            </a:extLst>
          </p:cNvPr>
          <p:cNvSpPr>
            <a:spLocks noGrp="1"/>
          </p:cNvSpPr>
          <p:nvPr>
            <p:ph type="sldNum" sz="quarter" idx="12"/>
          </p:nvPr>
        </p:nvSpPr>
        <p:spPr/>
        <p:txBody>
          <a:bodyPr/>
          <a:lstStyle/>
          <a:p>
            <a:pPr rtl="0"/>
            <a:fld id="{9860EDB8-5305-433F-BE41-D7A86D811DB3}" type="slidenum">
              <a:rPr lang="en-US" altLang="ja-JP" noProof="0" smtClean="0"/>
              <a:pPr rtl="0"/>
              <a:t>47</a:t>
            </a:fld>
            <a:endParaRPr lang="ja-JP" altLang="en-US" noProof="0"/>
          </a:p>
        </p:txBody>
      </p:sp>
      <p:pic>
        <p:nvPicPr>
          <p:cNvPr id="7" name="コンテンツ プレースホルダー 6" descr="テキスト&#10;&#10;自動的に生成された説明">
            <a:extLst>
              <a:ext uri="{FF2B5EF4-FFF2-40B4-BE49-F238E27FC236}">
                <a16:creationId xmlns:a16="http://schemas.microsoft.com/office/drawing/2014/main" id="{D3B41FE2-B78A-E0A9-761B-7632E3DA9C52}"/>
              </a:ext>
            </a:extLst>
          </p:cNvPr>
          <p:cNvPicPr>
            <a:picLocks noGrp="1" noChangeAspect="1"/>
          </p:cNvPicPr>
          <p:nvPr>
            <p:ph sz="quarter" idx="13"/>
          </p:nvPr>
        </p:nvPicPr>
        <p:blipFill>
          <a:blip r:embed="rId2"/>
          <a:stretch>
            <a:fillRect/>
          </a:stretch>
        </p:blipFill>
        <p:spPr>
          <a:xfrm>
            <a:off x="1756519" y="1077300"/>
            <a:ext cx="8908168" cy="5567605"/>
          </a:xfrm>
        </p:spPr>
      </p:pic>
      <p:sp>
        <p:nvSpPr>
          <p:cNvPr id="8" name="吹き出し: 角を丸めた四角形 7">
            <a:extLst>
              <a:ext uri="{FF2B5EF4-FFF2-40B4-BE49-F238E27FC236}">
                <a16:creationId xmlns:a16="http://schemas.microsoft.com/office/drawing/2014/main" id="{10E781A2-6827-60D5-BDE1-04FEB5BFB222}"/>
              </a:ext>
            </a:extLst>
          </p:cNvPr>
          <p:cNvSpPr/>
          <p:nvPr/>
        </p:nvSpPr>
        <p:spPr>
          <a:xfrm>
            <a:off x="6584674" y="1223264"/>
            <a:ext cx="3066222" cy="832104"/>
          </a:xfrm>
          <a:prstGeom prst="wedgeRoundRectCallout">
            <a:avLst>
              <a:gd name="adj1" fmla="val -82694"/>
              <a:gd name="adj2" fmla="val 79741"/>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１，マウスでクリックして</a:t>
            </a:r>
            <a:endParaRPr kumimoji="1" lang="en-US" altLang="ja-JP" dirty="0"/>
          </a:p>
          <a:p>
            <a:pPr algn="ctr"/>
            <a:r>
              <a:rPr kumimoji="1" lang="ja-JP" altLang="en-US" dirty="0"/>
              <a:t>「</a:t>
            </a:r>
            <a:r>
              <a:rPr kumimoji="1" lang="en-US" altLang="ja-JP" dirty="0"/>
              <a:t>W</a:t>
            </a:r>
            <a:r>
              <a:rPr kumimoji="1" lang="ja-JP" altLang="en-US" dirty="0"/>
              <a:t>」キーを押す</a:t>
            </a:r>
            <a:endParaRPr kumimoji="1" lang="en-US" altLang="ja-JP" dirty="0"/>
          </a:p>
        </p:txBody>
      </p:sp>
      <p:sp>
        <p:nvSpPr>
          <p:cNvPr id="9" name="吹き出し: 角を丸めた四角形 8">
            <a:extLst>
              <a:ext uri="{FF2B5EF4-FFF2-40B4-BE49-F238E27FC236}">
                <a16:creationId xmlns:a16="http://schemas.microsoft.com/office/drawing/2014/main" id="{6C53C1E1-AFB8-125E-700C-1E95BADED7CD}"/>
              </a:ext>
            </a:extLst>
          </p:cNvPr>
          <p:cNvSpPr/>
          <p:nvPr/>
        </p:nvSpPr>
        <p:spPr>
          <a:xfrm>
            <a:off x="6612006" y="2844654"/>
            <a:ext cx="3066221" cy="832104"/>
          </a:xfrm>
          <a:prstGeom prst="wedgeRoundRectCallout">
            <a:avLst>
              <a:gd name="adj1" fmla="val -83404"/>
              <a:gd name="adj2" fmla="val -15815"/>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２，マウスでクリックする</a:t>
            </a:r>
            <a:endParaRPr kumimoji="1" lang="en-US" altLang="ja-JP" dirty="0"/>
          </a:p>
        </p:txBody>
      </p:sp>
      <p:sp>
        <p:nvSpPr>
          <p:cNvPr id="10" name="正方形/長方形 9">
            <a:extLst>
              <a:ext uri="{FF2B5EF4-FFF2-40B4-BE49-F238E27FC236}">
                <a16:creationId xmlns:a16="http://schemas.microsoft.com/office/drawing/2014/main" id="{72057D15-E4E6-D373-10D6-8F89EBA2C280}"/>
              </a:ext>
            </a:extLst>
          </p:cNvPr>
          <p:cNvSpPr/>
          <p:nvPr/>
        </p:nvSpPr>
        <p:spPr>
          <a:xfrm>
            <a:off x="9278481" y="1967413"/>
            <a:ext cx="2772411" cy="934279"/>
          </a:xfrm>
          <a:prstGeom prst="rect">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dirty="0"/>
              <a:t>「</a:t>
            </a:r>
            <a:r>
              <a:rPr kumimoji="1" lang="en-US" altLang="ja-JP" dirty="0"/>
              <a:t>W</a:t>
            </a:r>
            <a:r>
              <a:rPr kumimoji="1" lang="ja-JP" altLang="en-US" dirty="0"/>
              <a:t>」を再度押すと</a:t>
            </a:r>
            <a:r>
              <a:rPr kumimoji="1" lang="en-US" altLang="ja-JP" dirty="0"/>
              <a:t>90</a:t>
            </a:r>
            <a:r>
              <a:rPr kumimoji="1" lang="ja-JP" altLang="en-US" dirty="0"/>
              <a:t>度曲げられる</a:t>
            </a:r>
          </a:p>
        </p:txBody>
      </p:sp>
    </p:spTree>
    <p:extLst>
      <p:ext uri="{BB962C8B-B14F-4D97-AF65-F5344CB8AC3E}">
        <p14:creationId xmlns:p14="http://schemas.microsoft.com/office/powerpoint/2010/main" val="109471286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D91D837-5816-3DBB-1C4F-CE357DC0A67B}"/>
              </a:ext>
            </a:extLst>
          </p:cNvPr>
          <p:cNvSpPr>
            <a:spLocks noGrp="1"/>
          </p:cNvSpPr>
          <p:nvPr>
            <p:ph type="title"/>
          </p:nvPr>
        </p:nvSpPr>
        <p:spPr/>
        <p:txBody>
          <a:bodyPr/>
          <a:lstStyle/>
          <a:p>
            <a:r>
              <a:rPr kumimoji="1" lang="ja-JP" altLang="en-US" dirty="0"/>
              <a:t>ハンズオン：</a:t>
            </a:r>
            <a:r>
              <a:rPr kumimoji="1" lang="en-US" altLang="ja-JP" dirty="0"/>
              <a:t>CMOS</a:t>
            </a:r>
            <a:r>
              <a:rPr kumimoji="1" lang="ja-JP" altLang="en-US" dirty="0"/>
              <a:t>インバータを作る</a:t>
            </a:r>
          </a:p>
        </p:txBody>
      </p:sp>
      <p:sp>
        <p:nvSpPr>
          <p:cNvPr id="3" name="日付プレースホルダー 2">
            <a:extLst>
              <a:ext uri="{FF2B5EF4-FFF2-40B4-BE49-F238E27FC236}">
                <a16:creationId xmlns:a16="http://schemas.microsoft.com/office/drawing/2014/main" id="{79B2F595-9F10-953E-3C5D-274982AD8174}"/>
              </a:ext>
            </a:extLst>
          </p:cNvPr>
          <p:cNvSpPr>
            <a:spLocks noGrp="1"/>
          </p:cNvSpPr>
          <p:nvPr>
            <p:ph type="dt" sz="half" idx="10"/>
          </p:nvPr>
        </p:nvSpPr>
        <p:spPr/>
        <p:txBody>
          <a:bodyPr/>
          <a:lstStyle/>
          <a:p>
            <a:pPr rtl="0"/>
            <a:fld id="{F285CA99-162B-4CEB-8DE6-4999097D8ADF}"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602967E5-84BA-2928-F270-C268C276D2DE}"/>
              </a:ext>
            </a:extLst>
          </p:cNvPr>
          <p:cNvSpPr>
            <a:spLocks noGrp="1"/>
          </p:cNvSpPr>
          <p:nvPr>
            <p:ph type="sldNum" sz="quarter" idx="12"/>
          </p:nvPr>
        </p:nvSpPr>
        <p:spPr/>
        <p:txBody>
          <a:bodyPr/>
          <a:lstStyle/>
          <a:p>
            <a:pPr rtl="0"/>
            <a:fld id="{9860EDB8-5305-433F-BE41-D7A86D811DB3}" type="slidenum">
              <a:rPr lang="en-US" altLang="ja-JP" noProof="0" smtClean="0"/>
              <a:pPr rtl="0"/>
              <a:t>48</a:t>
            </a:fld>
            <a:endParaRPr lang="ja-JP" altLang="en-US" noProof="0"/>
          </a:p>
        </p:txBody>
      </p:sp>
      <p:graphicFrame>
        <p:nvGraphicFramePr>
          <p:cNvPr id="18" name="コンテンツ プレースホルダー 17">
            <a:extLst>
              <a:ext uri="{FF2B5EF4-FFF2-40B4-BE49-F238E27FC236}">
                <a16:creationId xmlns:a16="http://schemas.microsoft.com/office/drawing/2014/main" id="{DEF3DC0F-FBC6-C185-3636-B328E19F7BA2}"/>
              </a:ext>
            </a:extLst>
          </p:cNvPr>
          <p:cNvGraphicFramePr>
            <a:graphicFrameLocks noGrp="1"/>
          </p:cNvGraphicFramePr>
          <p:nvPr>
            <p:ph sz="quarter" idx="14"/>
          </p:nvPr>
        </p:nvGraphicFramePr>
        <p:xfrm>
          <a:off x="6096000" y="1944536"/>
          <a:ext cx="5330824" cy="1285240"/>
        </p:xfrm>
        <a:graphic>
          <a:graphicData uri="http://schemas.openxmlformats.org/drawingml/2006/table">
            <a:tbl>
              <a:tblPr firstRow="1" bandRow="1">
                <a:tableStyleId>{5C22544A-7EE6-4342-B048-85BDC9FD1C3A}</a:tableStyleId>
              </a:tblPr>
              <a:tblGrid>
                <a:gridCol w="2665412">
                  <a:extLst>
                    <a:ext uri="{9D8B030D-6E8A-4147-A177-3AD203B41FA5}">
                      <a16:colId xmlns:a16="http://schemas.microsoft.com/office/drawing/2014/main" val="2849878645"/>
                    </a:ext>
                  </a:extLst>
                </a:gridCol>
                <a:gridCol w="2665412">
                  <a:extLst>
                    <a:ext uri="{9D8B030D-6E8A-4147-A177-3AD203B41FA5}">
                      <a16:colId xmlns:a16="http://schemas.microsoft.com/office/drawing/2014/main" val="1102733262"/>
                    </a:ext>
                  </a:extLst>
                </a:gridCol>
              </a:tblGrid>
              <a:tr h="370840">
                <a:tc>
                  <a:txBody>
                    <a:bodyPr/>
                    <a:lstStyle/>
                    <a:p>
                      <a:pPr algn="ctr"/>
                      <a:r>
                        <a:rPr kumimoji="1" lang="ja-JP" altLang="en-US" dirty="0"/>
                        <a:t>入力</a:t>
                      </a:r>
                      <a:r>
                        <a:rPr kumimoji="1" lang="en-US" altLang="ja-JP" dirty="0"/>
                        <a:t>A</a:t>
                      </a:r>
                      <a:endParaRPr kumimoji="1" lang="ja-JP" altLang="en-US" dirty="0"/>
                    </a:p>
                  </a:txBody>
                  <a:tcPr/>
                </a:tc>
                <a:tc>
                  <a:txBody>
                    <a:bodyPr/>
                    <a:lstStyle/>
                    <a:p>
                      <a:pPr algn="ctr"/>
                      <a:r>
                        <a:rPr kumimoji="1" lang="ja-JP" altLang="en-US" dirty="0"/>
                        <a:t>出力</a:t>
                      </a:r>
                      <a:r>
                        <a:rPr kumimoji="1" lang="en-US" altLang="ja-JP" dirty="0"/>
                        <a:t>Q</a:t>
                      </a:r>
                      <a:endParaRPr kumimoji="1" lang="ja-JP" altLang="en-US" dirty="0"/>
                    </a:p>
                  </a:txBody>
                  <a:tcPr/>
                </a:tc>
                <a:extLst>
                  <a:ext uri="{0D108BD9-81ED-4DB2-BD59-A6C34878D82A}">
                    <a16:rowId xmlns:a16="http://schemas.microsoft.com/office/drawing/2014/main" val="1106780173"/>
                  </a:ext>
                </a:extLst>
              </a:tr>
              <a:tr h="370840">
                <a:tc>
                  <a:txBody>
                    <a:bodyPr/>
                    <a:lstStyle/>
                    <a:p>
                      <a:pPr algn="ctr"/>
                      <a:r>
                        <a:rPr kumimoji="1" lang="en-US" altLang="ja-JP" sz="2400" dirty="0"/>
                        <a:t>L</a:t>
                      </a:r>
                      <a:endParaRPr kumimoji="1" lang="ja-JP" altLang="en-US" sz="2400" dirty="0"/>
                    </a:p>
                  </a:txBody>
                  <a:tcPr/>
                </a:tc>
                <a:tc>
                  <a:txBody>
                    <a:bodyPr/>
                    <a:lstStyle/>
                    <a:p>
                      <a:pPr algn="ctr"/>
                      <a:r>
                        <a:rPr kumimoji="1" lang="en-US" altLang="ja-JP" sz="2400" dirty="0"/>
                        <a:t>H</a:t>
                      </a:r>
                      <a:endParaRPr kumimoji="1" lang="ja-JP" altLang="en-US" sz="2400" dirty="0"/>
                    </a:p>
                  </a:txBody>
                  <a:tcPr/>
                </a:tc>
                <a:extLst>
                  <a:ext uri="{0D108BD9-81ED-4DB2-BD59-A6C34878D82A}">
                    <a16:rowId xmlns:a16="http://schemas.microsoft.com/office/drawing/2014/main" val="2959510970"/>
                  </a:ext>
                </a:extLst>
              </a:tr>
              <a:tr h="370840">
                <a:tc>
                  <a:txBody>
                    <a:bodyPr/>
                    <a:lstStyle/>
                    <a:p>
                      <a:pPr algn="ctr"/>
                      <a:r>
                        <a:rPr kumimoji="1" lang="en-US" altLang="ja-JP" sz="2400" dirty="0"/>
                        <a:t>H</a:t>
                      </a:r>
                      <a:endParaRPr kumimoji="1" lang="ja-JP" altLang="en-US" sz="2400" dirty="0"/>
                    </a:p>
                  </a:txBody>
                  <a:tcPr/>
                </a:tc>
                <a:tc>
                  <a:txBody>
                    <a:bodyPr/>
                    <a:lstStyle/>
                    <a:p>
                      <a:pPr algn="ctr"/>
                      <a:r>
                        <a:rPr kumimoji="1" lang="en-US" altLang="ja-JP" sz="2400" dirty="0"/>
                        <a:t>L</a:t>
                      </a:r>
                      <a:endParaRPr kumimoji="1" lang="ja-JP" altLang="en-US" sz="2400" dirty="0"/>
                    </a:p>
                  </a:txBody>
                  <a:tcPr/>
                </a:tc>
                <a:extLst>
                  <a:ext uri="{0D108BD9-81ED-4DB2-BD59-A6C34878D82A}">
                    <a16:rowId xmlns:a16="http://schemas.microsoft.com/office/drawing/2014/main" val="3111800997"/>
                  </a:ext>
                </a:extLst>
              </a:tr>
            </a:tbl>
          </a:graphicData>
        </a:graphic>
      </p:graphicFrame>
      <p:pic>
        <p:nvPicPr>
          <p:cNvPr id="16" name="コンテンツ プレースホルダー 15" descr="図形&#10;&#10;低い精度で自動的に生成された説明">
            <a:extLst>
              <a:ext uri="{FF2B5EF4-FFF2-40B4-BE49-F238E27FC236}">
                <a16:creationId xmlns:a16="http://schemas.microsoft.com/office/drawing/2014/main" id="{361D0B2D-DD94-04E1-02A1-1FB10605CB44}"/>
              </a:ext>
            </a:extLst>
          </p:cNvPr>
          <p:cNvPicPr>
            <a:picLocks noGrp="1" noChangeAspect="1"/>
          </p:cNvPicPr>
          <p:nvPr>
            <p:ph sz="quarter" idx="13"/>
          </p:nvPr>
        </p:nvPicPr>
        <p:blipFill>
          <a:blip r:embed="rId2"/>
          <a:stretch>
            <a:fillRect/>
          </a:stretch>
        </p:blipFill>
        <p:spPr>
          <a:xfrm>
            <a:off x="823912" y="1477962"/>
            <a:ext cx="4572000" cy="4572000"/>
          </a:xfrm>
        </p:spPr>
      </p:pic>
      <p:graphicFrame>
        <p:nvGraphicFramePr>
          <p:cNvPr id="19" name="コンテンツ プレースホルダー 17">
            <a:extLst>
              <a:ext uri="{FF2B5EF4-FFF2-40B4-BE49-F238E27FC236}">
                <a16:creationId xmlns:a16="http://schemas.microsoft.com/office/drawing/2014/main" id="{A1FF29DB-E03B-B335-1911-92D0C5623956}"/>
              </a:ext>
            </a:extLst>
          </p:cNvPr>
          <p:cNvGraphicFramePr>
            <a:graphicFrameLocks/>
          </p:cNvGraphicFramePr>
          <p:nvPr/>
        </p:nvGraphicFramePr>
        <p:xfrm>
          <a:off x="6096000" y="4185920"/>
          <a:ext cx="5330824" cy="1285240"/>
        </p:xfrm>
        <a:graphic>
          <a:graphicData uri="http://schemas.openxmlformats.org/drawingml/2006/table">
            <a:tbl>
              <a:tblPr firstRow="1" bandRow="1">
                <a:tableStyleId>{5C22544A-7EE6-4342-B048-85BDC9FD1C3A}</a:tableStyleId>
              </a:tblPr>
              <a:tblGrid>
                <a:gridCol w="2665412">
                  <a:extLst>
                    <a:ext uri="{9D8B030D-6E8A-4147-A177-3AD203B41FA5}">
                      <a16:colId xmlns:a16="http://schemas.microsoft.com/office/drawing/2014/main" val="2849878645"/>
                    </a:ext>
                  </a:extLst>
                </a:gridCol>
                <a:gridCol w="2665412">
                  <a:extLst>
                    <a:ext uri="{9D8B030D-6E8A-4147-A177-3AD203B41FA5}">
                      <a16:colId xmlns:a16="http://schemas.microsoft.com/office/drawing/2014/main" val="1102733262"/>
                    </a:ext>
                  </a:extLst>
                </a:gridCol>
              </a:tblGrid>
              <a:tr h="370840">
                <a:tc>
                  <a:txBody>
                    <a:bodyPr/>
                    <a:lstStyle/>
                    <a:p>
                      <a:pPr algn="ctr"/>
                      <a:r>
                        <a:rPr kumimoji="1" lang="ja-JP" altLang="en-US" dirty="0"/>
                        <a:t>入力</a:t>
                      </a:r>
                      <a:r>
                        <a:rPr kumimoji="1" lang="en-US" altLang="ja-JP" dirty="0"/>
                        <a:t>A</a:t>
                      </a:r>
                      <a:endParaRPr kumimoji="1" lang="ja-JP" altLang="en-US" dirty="0"/>
                    </a:p>
                  </a:txBody>
                  <a:tcPr/>
                </a:tc>
                <a:tc>
                  <a:txBody>
                    <a:bodyPr/>
                    <a:lstStyle/>
                    <a:p>
                      <a:pPr algn="ctr"/>
                      <a:r>
                        <a:rPr kumimoji="1" lang="ja-JP" altLang="en-US" dirty="0"/>
                        <a:t>出力</a:t>
                      </a:r>
                      <a:r>
                        <a:rPr kumimoji="1" lang="en-US" altLang="ja-JP" dirty="0"/>
                        <a:t>Q</a:t>
                      </a:r>
                      <a:endParaRPr kumimoji="1" lang="ja-JP" altLang="en-US" dirty="0"/>
                    </a:p>
                  </a:txBody>
                  <a:tcPr/>
                </a:tc>
                <a:extLst>
                  <a:ext uri="{0D108BD9-81ED-4DB2-BD59-A6C34878D82A}">
                    <a16:rowId xmlns:a16="http://schemas.microsoft.com/office/drawing/2014/main" val="1106780173"/>
                  </a:ext>
                </a:extLst>
              </a:tr>
              <a:tr h="370840">
                <a:tc>
                  <a:txBody>
                    <a:bodyPr/>
                    <a:lstStyle/>
                    <a:p>
                      <a:pPr algn="ctr"/>
                      <a:r>
                        <a:rPr kumimoji="1" lang="en-US" altLang="ja-JP" sz="2400" dirty="0" err="1"/>
                        <a:t>Vss</a:t>
                      </a:r>
                      <a:endParaRPr kumimoji="1" lang="ja-JP" altLang="en-US" sz="2400" dirty="0"/>
                    </a:p>
                  </a:txBody>
                  <a:tcPr/>
                </a:tc>
                <a:tc>
                  <a:txBody>
                    <a:bodyPr/>
                    <a:lstStyle/>
                    <a:p>
                      <a:pPr algn="ctr"/>
                      <a:r>
                        <a:rPr kumimoji="1" lang="en-US" altLang="ja-JP" sz="2400" dirty="0" err="1"/>
                        <a:t>Vdd</a:t>
                      </a:r>
                      <a:endParaRPr kumimoji="1" lang="ja-JP" altLang="en-US" sz="2400" dirty="0"/>
                    </a:p>
                  </a:txBody>
                  <a:tcPr/>
                </a:tc>
                <a:extLst>
                  <a:ext uri="{0D108BD9-81ED-4DB2-BD59-A6C34878D82A}">
                    <a16:rowId xmlns:a16="http://schemas.microsoft.com/office/drawing/2014/main" val="2959510970"/>
                  </a:ext>
                </a:extLst>
              </a:tr>
              <a:tr h="370840">
                <a:tc>
                  <a:txBody>
                    <a:bodyPr/>
                    <a:lstStyle/>
                    <a:p>
                      <a:pPr algn="ctr"/>
                      <a:r>
                        <a:rPr kumimoji="1" lang="en-US" altLang="ja-JP" sz="2400" dirty="0" err="1"/>
                        <a:t>Vdd</a:t>
                      </a:r>
                      <a:endParaRPr kumimoji="1" lang="ja-JP" altLang="en-US" sz="2400" dirty="0"/>
                    </a:p>
                  </a:txBody>
                  <a:tcPr/>
                </a:tc>
                <a:tc>
                  <a:txBody>
                    <a:bodyPr/>
                    <a:lstStyle/>
                    <a:p>
                      <a:pPr algn="ctr"/>
                      <a:r>
                        <a:rPr kumimoji="1" lang="en-US" altLang="ja-JP" sz="2400" dirty="0" err="1"/>
                        <a:t>Vss</a:t>
                      </a:r>
                      <a:endParaRPr kumimoji="1" lang="ja-JP" altLang="en-US" sz="2400" dirty="0"/>
                    </a:p>
                  </a:txBody>
                  <a:tcPr/>
                </a:tc>
                <a:extLst>
                  <a:ext uri="{0D108BD9-81ED-4DB2-BD59-A6C34878D82A}">
                    <a16:rowId xmlns:a16="http://schemas.microsoft.com/office/drawing/2014/main" val="3111800997"/>
                  </a:ext>
                </a:extLst>
              </a:tr>
            </a:tbl>
          </a:graphicData>
        </a:graphic>
      </p:graphicFrame>
      <p:sp>
        <p:nvSpPr>
          <p:cNvPr id="20" name="矢印: 下 19">
            <a:extLst>
              <a:ext uri="{FF2B5EF4-FFF2-40B4-BE49-F238E27FC236}">
                <a16:creationId xmlns:a16="http://schemas.microsoft.com/office/drawing/2014/main" id="{3640FA1A-68A4-48A4-54F8-E8CB09D20817}"/>
              </a:ext>
            </a:extLst>
          </p:cNvPr>
          <p:cNvSpPr/>
          <p:nvPr/>
        </p:nvSpPr>
        <p:spPr>
          <a:xfrm>
            <a:off x="8429897" y="3429000"/>
            <a:ext cx="670560" cy="59436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2585385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1A8B9D9-DCF1-D25B-A545-D0CE717D8DCF}"/>
              </a:ext>
            </a:extLst>
          </p:cNvPr>
          <p:cNvSpPr>
            <a:spLocks noGrp="1"/>
          </p:cNvSpPr>
          <p:nvPr>
            <p:ph type="title"/>
          </p:nvPr>
        </p:nvSpPr>
        <p:spPr/>
        <p:txBody>
          <a:bodyPr/>
          <a:lstStyle/>
          <a:p>
            <a:r>
              <a:rPr kumimoji="1" lang="ja-JP" altLang="en-US" dirty="0"/>
              <a:t>ハンズオン：</a:t>
            </a:r>
            <a:r>
              <a:rPr kumimoji="1" lang="en-US" altLang="ja-JP" dirty="0"/>
              <a:t>CMOS</a:t>
            </a:r>
            <a:r>
              <a:rPr kumimoji="1" lang="ja-JP" altLang="en-US" dirty="0"/>
              <a:t>インバータのサンプル</a:t>
            </a:r>
          </a:p>
        </p:txBody>
      </p:sp>
      <p:sp>
        <p:nvSpPr>
          <p:cNvPr id="3" name="日付プレースホルダー 2">
            <a:extLst>
              <a:ext uri="{FF2B5EF4-FFF2-40B4-BE49-F238E27FC236}">
                <a16:creationId xmlns:a16="http://schemas.microsoft.com/office/drawing/2014/main" id="{F72F1585-9387-DCD1-0384-B1B8E40DC6FA}"/>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486DD827-1B85-83AE-DB96-F533B2C072F1}"/>
              </a:ext>
            </a:extLst>
          </p:cNvPr>
          <p:cNvSpPr>
            <a:spLocks noGrp="1"/>
          </p:cNvSpPr>
          <p:nvPr>
            <p:ph type="sldNum" sz="quarter" idx="12"/>
          </p:nvPr>
        </p:nvSpPr>
        <p:spPr/>
        <p:txBody>
          <a:bodyPr/>
          <a:lstStyle/>
          <a:p>
            <a:pPr rtl="0"/>
            <a:fld id="{9860EDB8-5305-433F-BE41-D7A86D811DB3}" type="slidenum">
              <a:rPr lang="en-US" altLang="ja-JP" noProof="0" smtClean="0"/>
              <a:pPr rtl="0"/>
              <a:t>49</a:t>
            </a:fld>
            <a:endParaRPr lang="ja-JP" altLang="en-US" noProof="0"/>
          </a:p>
        </p:txBody>
      </p:sp>
      <p:pic>
        <p:nvPicPr>
          <p:cNvPr id="13" name="コンテンツ プレースホルダー 12">
            <a:extLst>
              <a:ext uri="{FF2B5EF4-FFF2-40B4-BE49-F238E27FC236}">
                <a16:creationId xmlns:a16="http://schemas.microsoft.com/office/drawing/2014/main" id="{7D6A079C-187F-129C-F625-34726B255B69}"/>
              </a:ext>
            </a:extLst>
          </p:cNvPr>
          <p:cNvPicPr>
            <a:picLocks noGrp="1" noChangeAspect="1"/>
          </p:cNvPicPr>
          <p:nvPr>
            <p:ph sz="quarter" idx="13"/>
          </p:nvPr>
        </p:nvPicPr>
        <p:blipFill>
          <a:blip r:embed="rId2"/>
          <a:stretch>
            <a:fillRect/>
          </a:stretch>
        </p:blipFill>
        <p:spPr>
          <a:xfrm>
            <a:off x="3643870" y="1463675"/>
            <a:ext cx="4812185" cy="4600575"/>
          </a:xfrm>
          <a:prstGeom prst="rect">
            <a:avLst/>
          </a:prstGeom>
        </p:spPr>
      </p:pic>
    </p:spTree>
    <p:extLst>
      <p:ext uri="{BB962C8B-B14F-4D97-AF65-F5344CB8AC3E}">
        <p14:creationId xmlns:p14="http://schemas.microsoft.com/office/powerpoint/2010/main" val="147925125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E395776-2CC9-C57D-10E9-B4F1E47325B4}"/>
              </a:ext>
            </a:extLst>
          </p:cNvPr>
          <p:cNvSpPr>
            <a:spLocks noGrp="1"/>
          </p:cNvSpPr>
          <p:nvPr>
            <p:ph type="title"/>
          </p:nvPr>
        </p:nvSpPr>
        <p:spPr/>
        <p:txBody>
          <a:bodyPr/>
          <a:lstStyle/>
          <a:p>
            <a:r>
              <a:rPr lang="ja-JP" altLang="en-US" dirty="0"/>
              <a:t>アナログ半導体の設計フロー</a:t>
            </a:r>
            <a:endParaRPr kumimoji="1" lang="ja-JP" altLang="en-US" dirty="0"/>
          </a:p>
        </p:txBody>
      </p:sp>
      <p:sp>
        <p:nvSpPr>
          <p:cNvPr id="3" name="日付プレースホルダー 2">
            <a:extLst>
              <a:ext uri="{FF2B5EF4-FFF2-40B4-BE49-F238E27FC236}">
                <a16:creationId xmlns:a16="http://schemas.microsoft.com/office/drawing/2014/main" id="{102C7370-4158-5F3A-B29E-8AB24B8878EA}"/>
              </a:ext>
            </a:extLst>
          </p:cNvPr>
          <p:cNvSpPr>
            <a:spLocks noGrp="1"/>
          </p:cNvSpPr>
          <p:nvPr>
            <p:ph type="dt" sz="half" idx="10"/>
          </p:nvPr>
        </p:nvSpPr>
        <p:spPr/>
        <p:txBody>
          <a:bodyPr/>
          <a:lstStyle/>
          <a:p>
            <a:pPr rtl="0"/>
            <a:fld id="{7DB7185A-B6D3-437D-AD3B-3081FC695539}"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40E7729A-7159-13DA-B80A-5CF547A86157}"/>
              </a:ext>
            </a:extLst>
          </p:cNvPr>
          <p:cNvSpPr>
            <a:spLocks noGrp="1"/>
          </p:cNvSpPr>
          <p:nvPr>
            <p:ph type="sldNum" sz="quarter" idx="12"/>
          </p:nvPr>
        </p:nvSpPr>
        <p:spPr/>
        <p:txBody>
          <a:bodyPr/>
          <a:lstStyle/>
          <a:p>
            <a:pPr rtl="0"/>
            <a:fld id="{9860EDB8-5305-433F-BE41-D7A86D811DB3}" type="slidenum">
              <a:rPr lang="en-US" altLang="ja-JP" noProof="0" smtClean="0"/>
              <a:pPr rtl="0"/>
              <a:t>50</a:t>
            </a:fld>
            <a:endParaRPr lang="ja-JP" altLang="en-US" noProof="0"/>
          </a:p>
        </p:txBody>
      </p:sp>
      <p:sp>
        <p:nvSpPr>
          <p:cNvPr id="5" name="コンテンツ プレースホルダー 4">
            <a:extLst>
              <a:ext uri="{FF2B5EF4-FFF2-40B4-BE49-F238E27FC236}">
                <a16:creationId xmlns:a16="http://schemas.microsoft.com/office/drawing/2014/main" id="{218D7D6A-C682-EF52-E287-45B2D617822C}"/>
              </a:ext>
            </a:extLst>
          </p:cNvPr>
          <p:cNvSpPr>
            <a:spLocks noGrp="1"/>
          </p:cNvSpPr>
          <p:nvPr>
            <p:ph sz="quarter" idx="13"/>
          </p:nvPr>
        </p:nvSpPr>
        <p:spPr/>
        <p:txBody>
          <a:bodyPr>
            <a:normAutofit/>
          </a:bodyPr>
          <a:lstStyle/>
          <a:p>
            <a:pPr marL="457200" indent="-457200">
              <a:buFont typeface="+mj-lt"/>
              <a:buAutoNum type="arabicPeriod"/>
            </a:pPr>
            <a:r>
              <a:rPr kumimoji="1" lang="ja-JP" altLang="en-US" sz="2000" dirty="0">
                <a:solidFill>
                  <a:schemeClr val="tx1"/>
                </a:solidFill>
              </a:rPr>
              <a:t>回路図を描く</a:t>
            </a:r>
            <a:endParaRPr lang="en-US" altLang="ja-JP" sz="2000" b="1" dirty="0">
              <a:solidFill>
                <a:schemeClr val="accent1">
                  <a:lumMod val="75000"/>
                </a:schemeClr>
              </a:solidFill>
            </a:endParaRPr>
          </a:p>
          <a:p>
            <a:pPr marL="457200" indent="-457200">
              <a:buFont typeface="+mj-lt"/>
              <a:buAutoNum type="arabicPeriod"/>
            </a:pPr>
            <a:r>
              <a:rPr lang="ja-JP" altLang="en-US" sz="2000" b="1" dirty="0">
                <a:solidFill>
                  <a:schemeClr val="accent2"/>
                </a:solidFill>
              </a:rPr>
              <a:t>シミュレーションをする</a:t>
            </a:r>
            <a:endParaRPr lang="en-US" altLang="ja-JP" sz="2000" b="1" dirty="0">
              <a:solidFill>
                <a:schemeClr val="accent1">
                  <a:lumMod val="75000"/>
                </a:schemeClr>
              </a:solidFill>
            </a:endParaRPr>
          </a:p>
          <a:p>
            <a:pPr marL="457200" indent="-457200">
              <a:buFont typeface="+mj-lt"/>
              <a:buAutoNum type="arabicPeriod"/>
            </a:pPr>
            <a:r>
              <a:rPr kumimoji="1" lang="ja-JP" altLang="en-US" sz="2000" dirty="0"/>
              <a:t>回路図を基にレイアウトを描く</a:t>
            </a:r>
            <a:endParaRPr kumimoji="1" lang="en-US" altLang="ja-JP" sz="2000" dirty="0"/>
          </a:p>
          <a:p>
            <a:pPr marL="457200" indent="-457200">
              <a:buFont typeface="+mj-lt"/>
              <a:buAutoNum type="arabicPeriod"/>
            </a:pPr>
            <a:r>
              <a:rPr lang="ja-JP" altLang="en-US" sz="2000" dirty="0"/>
              <a:t>レイアウトを検証する</a:t>
            </a:r>
            <a:endParaRPr lang="en-US" altLang="ja-JP" sz="2000" dirty="0"/>
          </a:p>
          <a:p>
            <a:pPr marL="457200" indent="-457200">
              <a:buFont typeface="+mj-lt"/>
              <a:buAutoNum type="arabicPeriod"/>
            </a:pPr>
            <a:r>
              <a:rPr kumimoji="1" lang="ja-JP" altLang="en-US" sz="2000" dirty="0">
                <a:solidFill>
                  <a:schemeClr val="tx1"/>
                </a:solidFill>
              </a:rPr>
              <a:t>レイアウトを基に寄生成分を考慮したシミュレーションをする</a:t>
            </a:r>
            <a:endParaRPr kumimoji="1" lang="en-US" altLang="ja-JP" sz="2000" dirty="0">
              <a:solidFill>
                <a:schemeClr val="tx1"/>
              </a:solidFill>
            </a:endParaRPr>
          </a:p>
          <a:p>
            <a:pPr marL="457200" indent="-457200">
              <a:buFont typeface="+mj-lt"/>
              <a:buAutoNum type="arabicPeriod"/>
            </a:pPr>
            <a:r>
              <a:rPr lang="ja-JP" altLang="en-US" sz="2000" dirty="0"/>
              <a:t>フレームに載せる</a:t>
            </a:r>
            <a:endParaRPr kumimoji="1" lang="en-US" altLang="ja-JP" sz="2000" dirty="0"/>
          </a:p>
        </p:txBody>
      </p:sp>
    </p:spTree>
    <p:extLst>
      <p:ext uri="{BB962C8B-B14F-4D97-AF65-F5344CB8AC3E}">
        <p14:creationId xmlns:p14="http://schemas.microsoft.com/office/powerpoint/2010/main" val="2083462471"/>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9FDFB4E-58AA-89F7-C2C1-0105B970B8CB}"/>
              </a:ext>
            </a:extLst>
          </p:cNvPr>
          <p:cNvSpPr>
            <a:spLocks noGrp="1"/>
          </p:cNvSpPr>
          <p:nvPr>
            <p:ph type="title"/>
          </p:nvPr>
        </p:nvSpPr>
        <p:spPr/>
        <p:txBody>
          <a:bodyPr/>
          <a:lstStyle/>
          <a:p>
            <a:r>
              <a:rPr kumimoji="1" lang="en-US" altLang="ja-JP" dirty="0" err="1"/>
              <a:t>xschem</a:t>
            </a:r>
            <a:r>
              <a:rPr kumimoji="1" lang="ja-JP" altLang="en-US" dirty="0"/>
              <a:t>：ベンチマーク例</a:t>
            </a:r>
          </a:p>
        </p:txBody>
      </p:sp>
      <p:sp>
        <p:nvSpPr>
          <p:cNvPr id="3" name="日付プレースホルダー 2">
            <a:extLst>
              <a:ext uri="{FF2B5EF4-FFF2-40B4-BE49-F238E27FC236}">
                <a16:creationId xmlns:a16="http://schemas.microsoft.com/office/drawing/2014/main" id="{48BE3557-A72B-708B-B75D-010A35343F5C}"/>
              </a:ext>
            </a:extLst>
          </p:cNvPr>
          <p:cNvSpPr>
            <a:spLocks noGrp="1"/>
          </p:cNvSpPr>
          <p:nvPr>
            <p:ph type="dt" sz="half" idx="10"/>
          </p:nvPr>
        </p:nvSpPr>
        <p:spPr/>
        <p:txBody>
          <a:bodyPr/>
          <a:lstStyle/>
          <a:p>
            <a:pPr rtl="0"/>
            <a:fld id="{11E31BCD-44A5-4CD4-95BE-4DA1D06C8D7C}"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2E84277F-E5AF-03CA-F73E-26F130CAB9C5}"/>
              </a:ext>
            </a:extLst>
          </p:cNvPr>
          <p:cNvSpPr>
            <a:spLocks noGrp="1"/>
          </p:cNvSpPr>
          <p:nvPr>
            <p:ph type="sldNum" sz="quarter" idx="12"/>
          </p:nvPr>
        </p:nvSpPr>
        <p:spPr/>
        <p:txBody>
          <a:bodyPr/>
          <a:lstStyle/>
          <a:p>
            <a:pPr rtl="0"/>
            <a:fld id="{9860EDB8-5305-433F-BE41-D7A86D811DB3}" type="slidenum">
              <a:rPr lang="en-US" altLang="ja-JP" noProof="0" smtClean="0"/>
              <a:pPr rtl="0"/>
              <a:t>51</a:t>
            </a:fld>
            <a:endParaRPr lang="ja-JP" altLang="en-US" noProof="0"/>
          </a:p>
        </p:txBody>
      </p:sp>
      <p:pic>
        <p:nvPicPr>
          <p:cNvPr id="13" name="コンテンツ プレースホルダー 12">
            <a:extLst>
              <a:ext uri="{FF2B5EF4-FFF2-40B4-BE49-F238E27FC236}">
                <a16:creationId xmlns:a16="http://schemas.microsoft.com/office/drawing/2014/main" id="{4BF968B9-08F0-9305-DEFC-E678603798D0}"/>
              </a:ext>
            </a:extLst>
          </p:cNvPr>
          <p:cNvPicPr>
            <a:picLocks noGrp="1" noChangeAspect="1"/>
          </p:cNvPicPr>
          <p:nvPr>
            <p:ph sz="quarter" idx="13"/>
          </p:nvPr>
        </p:nvPicPr>
        <p:blipFill>
          <a:blip r:embed="rId2"/>
          <a:stretch>
            <a:fillRect/>
          </a:stretch>
        </p:blipFill>
        <p:spPr>
          <a:xfrm>
            <a:off x="1120220" y="1463675"/>
            <a:ext cx="9859485" cy="4600575"/>
          </a:xfrm>
          <a:prstGeom prst="rect">
            <a:avLst/>
          </a:prstGeom>
        </p:spPr>
      </p:pic>
    </p:spTree>
    <p:extLst>
      <p:ext uri="{BB962C8B-B14F-4D97-AF65-F5344CB8AC3E}">
        <p14:creationId xmlns:p14="http://schemas.microsoft.com/office/powerpoint/2010/main" val="57547283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9FDFB4E-58AA-89F7-C2C1-0105B970B8CB}"/>
              </a:ext>
            </a:extLst>
          </p:cNvPr>
          <p:cNvSpPr>
            <a:spLocks noGrp="1"/>
          </p:cNvSpPr>
          <p:nvPr>
            <p:ph type="title"/>
          </p:nvPr>
        </p:nvSpPr>
        <p:spPr/>
        <p:txBody>
          <a:bodyPr/>
          <a:lstStyle/>
          <a:p>
            <a:r>
              <a:rPr lang="en-US" altLang="ja-JP" dirty="0" err="1"/>
              <a:t>x</a:t>
            </a:r>
            <a:r>
              <a:rPr kumimoji="1" lang="en-US" altLang="ja-JP" dirty="0" err="1"/>
              <a:t>schem</a:t>
            </a:r>
            <a:r>
              <a:rPr kumimoji="1" lang="ja-JP" altLang="en-US" dirty="0"/>
              <a:t>：ベンチマーク</a:t>
            </a:r>
          </a:p>
        </p:txBody>
      </p:sp>
      <p:sp>
        <p:nvSpPr>
          <p:cNvPr id="3" name="日付プレースホルダー 2">
            <a:extLst>
              <a:ext uri="{FF2B5EF4-FFF2-40B4-BE49-F238E27FC236}">
                <a16:creationId xmlns:a16="http://schemas.microsoft.com/office/drawing/2014/main" id="{48BE3557-A72B-708B-B75D-010A35343F5C}"/>
              </a:ext>
            </a:extLst>
          </p:cNvPr>
          <p:cNvSpPr>
            <a:spLocks noGrp="1"/>
          </p:cNvSpPr>
          <p:nvPr>
            <p:ph type="dt" sz="half" idx="10"/>
          </p:nvPr>
        </p:nvSpPr>
        <p:spPr/>
        <p:txBody>
          <a:bodyPr/>
          <a:lstStyle/>
          <a:p>
            <a:pPr rtl="0"/>
            <a:fld id="{11E31BCD-44A5-4CD4-95BE-4DA1D06C8D7C}"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2E84277F-E5AF-03CA-F73E-26F130CAB9C5}"/>
              </a:ext>
            </a:extLst>
          </p:cNvPr>
          <p:cNvSpPr>
            <a:spLocks noGrp="1"/>
          </p:cNvSpPr>
          <p:nvPr>
            <p:ph type="sldNum" sz="quarter" idx="12"/>
          </p:nvPr>
        </p:nvSpPr>
        <p:spPr/>
        <p:txBody>
          <a:bodyPr/>
          <a:lstStyle/>
          <a:p>
            <a:pPr rtl="0"/>
            <a:fld id="{9860EDB8-5305-433F-BE41-D7A86D811DB3}" type="slidenum">
              <a:rPr lang="en-US" altLang="ja-JP" noProof="0" smtClean="0"/>
              <a:pPr rtl="0"/>
              <a:t>52</a:t>
            </a:fld>
            <a:endParaRPr lang="ja-JP" altLang="en-US" noProof="0"/>
          </a:p>
        </p:txBody>
      </p:sp>
      <p:pic>
        <p:nvPicPr>
          <p:cNvPr id="14" name="コンテンツ プレースホルダー 13">
            <a:extLst>
              <a:ext uri="{FF2B5EF4-FFF2-40B4-BE49-F238E27FC236}">
                <a16:creationId xmlns:a16="http://schemas.microsoft.com/office/drawing/2014/main" id="{8F40CFD1-9976-B6C3-7114-9C6729D12C4D}"/>
              </a:ext>
            </a:extLst>
          </p:cNvPr>
          <p:cNvPicPr>
            <a:picLocks noGrp="1" noChangeAspect="1"/>
          </p:cNvPicPr>
          <p:nvPr>
            <p:ph sz="quarter" idx="13"/>
          </p:nvPr>
        </p:nvPicPr>
        <p:blipFill>
          <a:blip r:embed="rId2"/>
          <a:stretch>
            <a:fillRect/>
          </a:stretch>
        </p:blipFill>
        <p:spPr>
          <a:xfrm>
            <a:off x="907097" y="1432279"/>
            <a:ext cx="10637732" cy="4963716"/>
          </a:xfrm>
          <a:prstGeom prst="rect">
            <a:avLst/>
          </a:prstGeom>
        </p:spPr>
      </p:pic>
      <p:sp>
        <p:nvSpPr>
          <p:cNvPr id="6" name="正方形/長方形 5">
            <a:extLst>
              <a:ext uri="{FF2B5EF4-FFF2-40B4-BE49-F238E27FC236}">
                <a16:creationId xmlns:a16="http://schemas.microsoft.com/office/drawing/2014/main" id="{D1E52F32-5586-5A6E-8BD5-C3A78BB88D7A}"/>
              </a:ext>
            </a:extLst>
          </p:cNvPr>
          <p:cNvSpPr/>
          <p:nvPr/>
        </p:nvSpPr>
        <p:spPr>
          <a:xfrm>
            <a:off x="9001993" y="78698"/>
            <a:ext cx="3137452" cy="2539374"/>
          </a:xfrm>
          <a:prstGeom prst="rect">
            <a:avLst/>
          </a:prstGeom>
        </p:spPr>
        <p:style>
          <a:lnRef idx="1">
            <a:schemeClr val="accent4"/>
          </a:lnRef>
          <a:fillRef idx="2">
            <a:schemeClr val="accent4"/>
          </a:fillRef>
          <a:effectRef idx="1">
            <a:schemeClr val="accent4"/>
          </a:effectRef>
          <a:fontRef idx="minor">
            <a:schemeClr val="dk1"/>
          </a:fontRef>
        </p:style>
        <p:txBody>
          <a:bodyPr rtlCol="0" anchor="t"/>
          <a:lstStyle/>
          <a:p>
            <a:pPr marL="285750" indent="-285750">
              <a:buFont typeface="Arial" panose="020B0604020202020204" pitchFamily="34" charset="0"/>
              <a:buChar char="•"/>
            </a:pPr>
            <a:r>
              <a:rPr kumimoji="1" lang="ja-JP" altLang="en-US" dirty="0"/>
              <a:t>キーワード</a:t>
            </a:r>
            <a:endParaRPr kumimoji="1" lang="en-US" altLang="ja-JP" dirty="0"/>
          </a:p>
          <a:p>
            <a:pPr marL="742950" lvl="1" indent="-285750">
              <a:buFont typeface="Arial" panose="020B0604020202020204" pitchFamily="34" charset="0"/>
              <a:buChar char="•"/>
            </a:pPr>
            <a:r>
              <a:rPr kumimoji="1" lang="en-US" altLang="ja-JP" dirty="0" err="1"/>
              <a:t>code.sym</a:t>
            </a:r>
            <a:endParaRPr kumimoji="1" lang="en-US" altLang="ja-JP" dirty="0"/>
          </a:p>
          <a:p>
            <a:pPr marL="742950" lvl="1" indent="-285750">
              <a:buFont typeface="Arial" panose="020B0604020202020204" pitchFamily="34" charset="0"/>
              <a:buChar char="•"/>
            </a:pPr>
            <a:r>
              <a:rPr kumimoji="1" lang="en-US" altLang="ja-JP" dirty="0" err="1"/>
              <a:t>code_shown.sym</a:t>
            </a:r>
            <a:endParaRPr kumimoji="1" lang="en-US" altLang="ja-JP" dirty="0"/>
          </a:p>
          <a:p>
            <a:pPr marL="742950" lvl="1" indent="-285750">
              <a:buFont typeface="Arial" panose="020B0604020202020204" pitchFamily="34" charset="0"/>
              <a:buChar char="•"/>
            </a:pPr>
            <a:r>
              <a:rPr kumimoji="1" lang="en-US" altLang="ja-JP" dirty="0" err="1"/>
              <a:t>vsource.sym</a:t>
            </a:r>
            <a:endParaRPr kumimoji="1" lang="en-US" altLang="ja-JP" dirty="0"/>
          </a:p>
          <a:p>
            <a:pPr marL="742950" lvl="1" indent="-285750">
              <a:buFont typeface="Arial" panose="020B0604020202020204" pitchFamily="34" charset="0"/>
              <a:buChar char="•"/>
            </a:pPr>
            <a:r>
              <a:rPr kumimoji="1" lang="en-US" altLang="ja-JP" dirty="0" err="1"/>
              <a:t>gnd.sym</a:t>
            </a:r>
            <a:endParaRPr kumimoji="1" lang="en-US" altLang="ja-JP" dirty="0"/>
          </a:p>
          <a:p>
            <a:pPr marL="742950" lvl="1" indent="-285750">
              <a:buFont typeface="Arial" panose="020B0604020202020204" pitchFamily="34" charset="0"/>
              <a:buChar char="•"/>
            </a:pPr>
            <a:r>
              <a:rPr kumimoji="1" lang="en-US" altLang="ja-JP" dirty="0" err="1"/>
              <a:t>ammeter.sym</a:t>
            </a:r>
            <a:endParaRPr kumimoji="1" lang="en-US" altLang="ja-JP" dirty="0"/>
          </a:p>
          <a:p>
            <a:pPr marL="742950" lvl="1" indent="-285750">
              <a:buFont typeface="Arial" panose="020B0604020202020204" pitchFamily="34" charset="0"/>
              <a:buChar char="•"/>
            </a:pPr>
            <a:r>
              <a:rPr kumimoji="1" lang="en-US" altLang="ja-JP" dirty="0" err="1"/>
              <a:t>lab_pin.sym</a:t>
            </a:r>
            <a:endParaRPr kumimoji="1" lang="en-US" altLang="ja-JP" dirty="0"/>
          </a:p>
          <a:p>
            <a:pPr marL="742950" lvl="1" indent="-285750">
              <a:buFont typeface="Arial" panose="020B0604020202020204" pitchFamily="34" charset="0"/>
              <a:buChar char="•"/>
            </a:pPr>
            <a:r>
              <a:rPr kumimoji="1" lang="en-US" altLang="ja-JP" dirty="0" err="1"/>
              <a:t>capa.sym</a:t>
            </a:r>
            <a:endParaRPr kumimoji="1" lang="en-US" altLang="ja-JP" dirty="0"/>
          </a:p>
          <a:p>
            <a:pPr marL="742950" lvl="1" indent="-285750">
              <a:buFont typeface="Arial" panose="020B0604020202020204" pitchFamily="34" charset="0"/>
              <a:buChar char="•"/>
            </a:pPr>
            <a:r>
              <a:rPr kumimoji="1" lang="en-US" altLang="ja-JP" dirty="0" err="1"/>
              <a:t>vdd.sym</a:t>
            </a:r>
            <a:endParaRPr kumimoji="1" lang="en-US" altLang="ja-JP" dirty="0"/>
          </a:p>
          <a:p>
            <a:pPr marL="285750" indent="-285750">
              <a:buFont typeface="Arial" panose="020B0604020202020204" pitchFamily="34" charset="0"/>
              <a:buChar char="•"/>
            </a:pPr>
            <a:endParaRPr kumimoji="1" lang="ja-JP" altLang="en-US" dirty="0"/>
          </a:p>
        </p:txBody>
      </p:sp>
    </p:spTree>
    <p:extLst>
      <p:ext uri="{BB962C8B-B14F-4D97-AF65-F5344CB8AC3E}">
        <p14:creationId xmlns:p14="http://schemas.microsoft.com/office/powerpoint/2010/main" val="217105678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CF6BCDE-D348-E83E-97B4-E2469BF8492E}"/>
              </a:ext>
            </a:extLst>
          </p:cNvPr>
          <p:cNvSpPr>
            <a:spLocks noGrp="1"/>
          </p:cNvSpPr>
          <p:nvPr>
            <p:ph type="title"/>
          </p:nvPr>
        </p:nvSpPr>
        <p:spPr/>
        <p:txBody>
          <a:bodyPr/>
          <a:lstStyle/>
          <a:p>
            <a:r>
              <a:rPr lang="en-US" altLang="ja-JP" dirty="0" err="1"/>
              <a:t>x</a:t>
            </a:r>
            <a:r>
              <a:rPr kumimoji="1" lang="en-US" altLang="ja-JP" dirty="0" err="1"/>
              <a:t>schem</a:t>
            </a:r>
            <a:r>
              <a:rPr kumimoji="1" lang="ja-JP" altLang="en-US" dirty="0"/>
              <a:t>：</a:t>
            </a:r>
            <a:r>
              <a:rPr kumimoji="1" lang="en-US" altLang="ja-JP" dirty="0"/>
              <a:t>GF180_MODELS</a:t>
            </a:r>
            <a:r>
              <a:rPr kumimoji="1" lang="ja-JP" altLang="en-US" dirty="0"/>
              <a:t>を記述する際の注意点</a:t>
            </a:r>
            <a:r>
              <a:rPr kumimoji="1" lang="en-US" altLang="ja-JP" dirty="0"/>
              <a:t>x</a:t>
            </a:r>
            <a:endParaRPr kumimoji="1" lang="ja-JP" altLang="en-US" dirty="0"/>
          </a:p>
        </p:txBody>
      </p:sp>
      <p:sp>
        <p:nvSpPr>
          <p:cNvPr id="3" name="日付プレースホルダー 2">
            <a:extLst>
              <a:ext uri="{FF2B5EF4-FFF2-40B4-BE49-F238E27FC236}">
                <a16:creationId xmlns:a16="http://schemas.microsoft.com/office/drawing/2014/main" id="{A5997105-DF86-88C2-00E5-FF6E7B98F971}"/>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28B12102-6BA0-C1C8-786E-830B9024F3BE}"/>
              </a:ext>
            </a:extLst>
          </p:cNvPr>
          <p:cNvSpPr>
            <a:spLocks noGrp="1"/>
          </p:cNvSpPr>
          <p:nvPr>
            <p:ph type="sldNum" sz="quarter" idx="12"/>
          </p:nvPr>
        </p:nvSpPr>
        <p:spPr/>
        <p:txBody>
          <a:bodyPr/>
          <a:lstStyle/>
          <a:p>
            <a:pPr rtl="0"/>
            <a:fld id="{9860EDB8-5305-433F-BE41-D7A86D811DB3}" type="slidenum">
              <a:rPr lang="en-US" altLang="ja-JP" noProof="0" smtClean="0"/>
              <a:pPr rtl="0"/>
              <a:t>53</a:t>
            </a:fld>
            <a:endParaRPr lang="ja-JP" altLang="en-US" noProof="0"/>
          </a:p>
        </p:txBody>
      </p:sp>
      <p:sp>
        <p:nvSpPr>
          <p:cNvPr id="9" name="コンテンツ プレースホルダー 8">
            <a:extLst>
              <a:ext uri="{FF2B5EF4-FFF2-40B4-BE49-F238E27FC236}">
                <a16:creationId xmlns:a16="http://schemas.microsoft.com/office/drawing/2014/main" id="{E1799E45-49D8-EB1A-887F-B17C251ED470}"/>
              </a:ext>
            </a:extLst>
          </p:cNvPr>
          <p:cNvSpPr>
            <a:spLocks noGrp="1"/>
          </p:cNvSpPr>
          <p:nvPr>
            <p:ph sz="quarter" idx="13"/>
          </p:nvPr>
        </p:nvSpPr>
        <p:spPr/>
        <p:txBody>
          <a:bodyPr>
            <a:normAutofit/>
          </a:bodyPr>
          <a:lstStyle/>
          <a:p>
            <a:pPr marL="342900" indent="-342900">
              <a:buFont typeface="Arial" panose="020B0604020202020204" pitchFamily="34" charset="0"/>
              <a:buChar char="•"/>
            </a:pPr>
            <a:r>
              <a:rPr lang="en-US" altLang="ja-JP" sz="2400" dirty="0" err="1"/>
              <a:t>code.sym</a:t>
            </a:r>
            <a:r>
              <a:rPr lang="ja-JP" altLang="en-US" sz="2400" dirty="0"/>
              <a:t>を使用する際、以下の行を追記する必要がある</a:t>
            </a:r>
            <a:r>
              <a:rPr lang="en-US" altLang="ja-JP" sz="2400" dirty="0"/>
              <a:t>	</a:t>
            </a:r>
          </a:p>
          <a:p>
            <a:pPr marL="626364" lvl="1" indent="-342900"/>
            <a:r>
              <a:rPr lang="en-US" altLang="ja-JP" sz="2400" dirty="0"/>
              <a:t>format=“</a:t>
            </a:r>
            <a:r>
              <a:rPr lang="en-US" altLang="ja-JP" sz="2400" dirty="0" err="1"/>
              <a:t>tcleval</a:t>
            </a:r>
            <a:r>
              <a:rPr lang="en-US" altLang="ja-JP" sz="2400" dirty="0"/>
              <a:t>( @value )”</a:t>
            </a:r>
          </a:p>
          <a:p>
            <a:pPr marL="342900" indent="-342900">
              <a:buFont typeface="Arial" panose="020B0604020202020204" pitchFamily="34" charset="0"/>
              <a:buChar char="•"/>
            </a:pPr>
            <a:r>
              <a:rPr lang="en-US" altLang="ja-JP" sz="2400" dirty="0"/>
              <a:t>include</a:t>
            </a:r>
            <a:r>
              <a:rPr lang="ja-JP" altLang="en-US" sz="2400" dirty="0"/>
              <a:t>は絶対パス（フルパス）である必要がある。相対パスは使えない。</a:t>
            </a:r>
            <a:endParaRPr lang="en-US" altLang="ja-JP" sz="2400" dirty="0"/>
          </a:p>
          <a:p>
            <a:pPr marL="626364" lvl="1" indent="-342900"/>
            <a:r>
              <a:rPr lang="ja-JP" altLang="en-US" sz="2400" dirty="0"/>
              <a:t>「</a:t>
            </a:r>
            <a:r>
              <a:rPr lang="en-US" altLang="ja-JP" sz="2400" dirty="0"/>
              <a:t>$::LIB</a:t>
            </a:r>
            <a:r>
              <a:rPr lang="ja-JP" altLang="en-US" sz="2400" dirty="0"/>
              <a:t>」は特殊パスのため利用可能</a:t>
            </a:r>
          </a:p>
        </p:txBody>
      </p:sp>
      <p:pic>
        <p:nvPicPr>
          <p:cNvPr id="10" name="図 9">
            <a:extLst>
              <a:ext uri="{FF2B5EF4-FFF2-40B4-BE49-F238E27FC236}">
                <a16:creationId xmlns:a16="http://schemas.microsoft.com/office/drawing/2014/main" id="{37D03445-7990-1C11-D140-683A4CD55BA2}"/>
              </a:ext>
            </a:extLst>
          </p:cNvPr>
          <p:cNvPicPr>
            <a:picLocks noChangeAspect="1"/>
          </p:cNvPicPr>
          <p:nvPr/>
        </p:nvPicPr>
        <p:blipFill>
          <a:blip r:embed="rId2"/>
          <a:stretch>
            <a:fillRect/>
          </a:stretch>
        </p:blipFill>
        <p:spPr>
          <a:xfrm>
            <a:off x="3104852" y="3859994"/>
            <a:ext cx="5770669" cy="2705398"/>
          </a:xfrm>
          <a:prstGeom prst="rect">
            <a:avLst/>
          </a:prstGeom>
        </p:spPr>
      </p:pic>
      <p:sp>
        <p:nvSpPr>
          <p:cNvPr id="7" name="楕円 6">
            <a:extLst>
              <a:ext uri="{FF2B5EF4-FFF2-40B4-BE49-F238E27FC236}">
                <a16:creationId xmlns:a16="http://schemas.microsoft.com/office/drawing/2014/main" id="{7A5B89A5-0510-3BC1-0067-F1569E922B46}"/>
              </a:ext>
            </a:extLst>
          </p:cNvPr>
          <p:cNvSpPr/>
          <p:nvPr/>
        </p:nvSpPr>
        <p:spPr>
          <a:xfrm>
            <a:off x="2847892" y="4933785"/>
            <a:ext cx="2540189" cy="191769"/>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楕円 7">
            <a:extLst>
              <a:ext uri="{FF2B5EF4-FFF2-40B4-BE49-F238E27FC236}">
                <a16:creationId xmlns:a16="http://schemas.microsoft.com/office/drawing/2014/main" id="{C3DAFE99-5E01-6F18-5684-070801C50B5B}"/>
              </a:ext>
            </a:extLst>
          </p:cNvPr>
          <p:cNvSpPr/>
          <p:nvPr/>
        </p:nvSpPr>
        <p:spPr>
          <a:xfrm>
            <a:off x="2847892" y="5255302"/>
            <a:ext cx="4674902" cy="1115842"/>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789710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2ADA9FB-37AB-B14D-CA72-4218E973B48E}"/>
              </a:ext>
            </a:extLst>
          </p:cNvPr>
          <p:cNvSpPr>
            <a:spLocks noGrp="1"/>
          </p:cNvSpPr>
          <p:nvPr>
            <p:ph type="title"/>
          </p:nvPr>
        </p:nvSpPr>
        <p:spPr/>
        <p:txBody>
          <a:bodyPr/>
          <a:lstStyle/>
          <a:p>
            <a:r>
              <a:rPr kumimoji="1" lang="en-US" altLang="ja-JP" dirty="0" err="1"/>
              <a:t>ngspice</a:t>
            </a:r>
            <a:r>
              <a:rPr kumimoji="1" lang="en-US" altLang="ja-JP" dirty="0"/>
              <a:t> </a:t>
            </a:r>
            <a:r>
              <a:rPr kumimoji="1" lang="ja-JP" altLang="en-US" dirty="0"/>
              <a:t>：シミュレーションの実行</a:t>
            </a:r>
          </a:p>
        </p:txBody>
      </p:sp>
      <p:sp>
        <p:nvSpPr>
          <p:cNvPr id="3" name="日付プレースホルダー 2">
            <a:extLst>
              <a:ext uri="{FF2B5EF4-FFF2-40B4-BE49-F238E27FC236}">
                <a16:creationId xmlns:a16="http://schemas.microsoft.com/office/drawing/2014/main" id="{0DE11FDC-D541-7D03-E357-F5DB5374DE48}"/>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700B586B-57B5-096C-C44F-B23C5E73570F}"/>
              </a:ext>
            </a:extLst>
          </p:cNvPr>
          <p:cNvSpPr>
            <a:spLocks noGrp="1"/>
          </p:cNvSpPr>
          <p:nvPr>
            <p:ph type="sldNum" sz="quarter" idx="12"/>
          </p:nvPr>
        </p:nvSpPr>
        <p:spPr/>
        <p:txBody>
          <a:bodyPr/>
          <a:lstStyle/>
          <a:p>
            <a:pPr rtl="0"/>
            <a:fld id="{9860EDB8-5305-433F-BE41-D7A86D811DB3}" type="slidenum">
              <a:rPr lang="en-US" altLang="ja-JP" noProof="0" smtClean="0"/>
              <a:pPr rtl="0"/>
              <a:t>54</a:t>
            </a:fld>
            <a:endParaRPr lang="ja-JP" altLang="en-US" noProof="0"/>
          </a:p>
        </p:txBody>
      </p:sp>
      <p:pic>
        <p:nvPicPr>
          <p:cNvPr id="14" name="コンテンツ プレースホルダー 13">
            <a:extLst>
              <a:ext uri="{FF2B5EF4-FFF2-40B4-BE49-F238E27FC236}">
                <a16:creationId xmlns:a16="http://schemas.microsoft.com/office/drawing/2014/main" id="{20114284-5219-3EA1-9AB1-5D10BAB4C352}"/>
              </a:ext>
            </a:extLst>
          </p:cNvPr>
          <p:cNvPicPr>
            <a:picLocks noGrp="1" noChangeAspect="1"/>
          </p:cNvPicPr>
          <p:nvPr>
            <p:ph sz="quarter" idx="13"/>
          </p:nvPr>
        </p:nvPicPr>
        <p:blipFill>
          <a:blip r:embed="rId2"/>
          <a:stretch>
            <a:fillRect/>
          </a:stretch>
        </p:blipFill>
        <p:spPr>
          <a:xfrm>
            <a:off x="1275451" y="1213283"/>
            <a:ext cx="9552143" cy="5102279"/>
          </a:xfrm>
          <a:prstGeom prst="rect">
            <a:avLst/>
          </a:prstGeom>
        </p:spPr>
      </p:pic>
      <p:sp>
        <p:nvSpPr>
          <p:cNvPr id="11" name="楕円 10">
            <a:extLst>
              <a:ext uri="{FF2B5EF4-FFF2-40B4-BE49-F238E27FC236}">
                <a16:creationId xmlns:a16="http://schemas.microsoft.com/office/drawing/2014/main" id="{F0288B9E-7D34-E92F-FB0D-EE6F5F14E529}"/>
              </a:ext>
            </a:extLst>
          </p:cNvPr>
          <p:cNvSpPr/>
          <p:nvPr/>
        </p:nvSpPr>
        <p:spPr>
          <a:xfrm>
            <a:off x="4834800" y="1269469"/>
            <a:ext cx="814055" cy="290766"/>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吹き出し: 角を丸めた四角形 11">
            <a:extLst>
              <a:ext uri="{FF2B5EF4-FFF2-40B4-BE49-F238E27FC236}">
                <a16:creationId xmlns:a16="http://schemas.microsoft.com/office/drawing/2014/main" id="{EC924BC2-79ED-0DC9-1F58-478C0E6E3D5A}"/>
              </a:ext>
            </a:extLst>
          </p:cNvPr>
          <p:cNvSpPr/>
          <p:nvPr/>
        </p:nvSpPr>
        <p:spPr>
          <a:xfrm>
            <a:off x="6178534" y="205719"/>
            <a:ext cx="2468880" cy="832104"/>
          </a:xfrm>
          <a:prstGeom prst="wedgeRoundRectCallout">
            <a:avLst>
              <a:gd name="adj1" fmla="val -79538"/>
              <a:gd name="adj2" fmla="val 85688"/>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dirty="0"/>
              <a:t>netlist</a:t>
            </a:r>
            <a:r>
              <a:rPr kumimoji="1" lang="ja-JP" altLang="en-US" dirty="0"/>
              <a:t>→</a:t>
            </a:r>
            <a:r>
              <a:rPr kumimoji="1" lang="en-US" altLang="ja-JP" dirty="0"/>
              <a:t>simulate</a:t>
            </a:r>
            <a:r>
              <a:rPr kumimoji="1" lang="ja-JP" altLang="en-US" dirty="0"/>
              <a:t>の</a:t>
            </a:r>
            <a:endParaRPr kumimoji="1" lang="en-US" altLang="ja-JP" dirty="0"/>
          </a:p>
          <a:p>
            <a:pPr algn="ctr"/>
            <a:r>
              <a:rPr kumimoji="1" lang="ja-JP" altLang="en-US" dirty="0"/>
              <a:t>順にクリック</a:t>
            </a:r>
            <a:endParaRPr kumimoji="1" lang="en-US" altLang="ja-JP" dirty="0"/>
          </a:p>
        </p:txBody>
      </p:sp>
    </p:spTree>
    <p:extLst>
      <p:ext uri="{BB962C8B-B14F-4D97-AF65-F5344CB8AC3E}">
        <p14:creationId xmlns:p14="http://schemas.microsoft.com/office/powerpoint/2010/main" val="157499083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4EB7356-4700-4617-AAB8-4F3EA93AD28E}"/>
              </a:ext>
            </a:extLst>
          </p:cNvPr>
          <p:cNvSpPr>
            <a:spLocks noGrp="1"/>
          </p:cNvSpPr>
          <p:nvPr>
            <p:ph type="title"/>
          </p:nvPr>
        </p:nvSpPr>
        <p:spPr/>
        <p:txBody>
          <a:bodyPr/>
          <a:lstStyle/>
          <a:p>
            <a:r>
              <a:rPr kumimoji="1" lang="en-US" altLang="ja-JP" dirty="0" err="1"/>
              <a:t>ngspice</a:t>
            </a:r>
            <a:r>
              <a:rPr kumimoji="1" lang="ja-JP" altLang="en-US" dirty="0"/>
              <a:t>：シミュレーション結果（</a:t>
            </a:r>
            <a:r>
              <a:rPr kumimoji="1" lang="en-US" altLang="ja-JP" dirty="0"/>
              <a:t>3.3V</a:t>
            </a:r>
            <a:r>
              <a:rPr kumimoji="1" lang="ja-JP" altLang="en-US" dirty="0"/>
              <a:t>素子の場合）</a:t>
            </a:r>
          </a:p>
        </p:txBody>
      </p:sp>
      <p:sp>
        <p:nvSpPr>
          <p:cNvPr id="3" name="日付プレースホルダー 2">
            <a:extLst>
              <a:ext uri="{FF2B5EF4-FFF2-40B4-BE49-F238E27FC236}">
                <a16:creationId xmlns:a16="http://schemas.microsoft.com/office/drawing/2014/main" id="{48C9A733-68FD-5440-E4F1-CA5BCE98BF0C}"/>
              </a:ext>
            </a:extLst>
          </p:cNvPr>
          <p:cNvSpPr>
            <a:spLocks noGrp="1"/>
          </p:cNvSpPr>
          <p:nvPr>
            <p:ph type="dt" sz="half" idx="10"/>
          </p:nvPr>
        </p:nvSpPr>
        <p:spPr/>
        <p:txBody>
          <a:bodyPr/>
          <a:lstStyle/>
          <a:p>
            <a:pPr rtl="0"/>
            <a:fld id="{6F19E1F3-B630-4884-9EE4-CA91010BB78C}"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CF649A82-5062-71A9-1CCF-FE9691B52730}"/>
              </a:ext>
            </a:extLst>
          </p:cNvPr>
          <p:cNvSpPr>
            <a:spLocks noGrp="1"/>
          </p:cNvSpPr>
          <p:nvPr>
            <p:ph type="sldNum" sz="quarter" idx="12"/>
          </p:nvPr>
        </p:nvSpPr>
        <p:spPr/>
        <p:txBody>
          <a:bodyPr/>
          <a:lstStyle/>
          <a:p>
            <a:pPr rtl="0"/>
            <a:fld id="{9860EDB8-5305-433F-BE41-D7A86D811DB3}" type="slidenum">
              <a:rPr lang="en-US" altLang="ja-JP" noProof="0" smtClean="0"/>
              <a:pPr rtl="0"/>
              <a:t>55</a:t>
            </a:fld>
            <a:endParaRPr lang="ja-JP" altLang="en-US" noProof="0"/>
          </a:p>
        </p:txBody>
      </p:sp>
      <p:sp>
        <p:nvSpPr>
          <p:cNvPr id="9" name="コンテンツ プレースホルダー 8">
            <a:extLst>
              <a:ext uri="{FF2B5EF4-FFF2-40B4-BE49-F238E27FC236}">
                <a16:creationId xmlns:a16="http://schemas.microsoft.com/office/drawing/2014/main" id="{F0C54B34-C1AA-F21C-8269-85D5F18B87E9}"/>
              </a:ext>
            </a:extLst>
          </p:cNvPr>
          <p:cNvSpPr>
            <a:spLocks noGrp="1"/>
          </p:cNvSpPr>
          <p:nvPr>
            <p:ph sz="quarter" idx="14"/>
          </p:nvPr>
        </p:nvSpPr>
        <p:spPr>
          <a:xfrm>
            <a:off x="7702826" y="1463040"/>
            <a:ext cx="3926816" cy="4601748"/>
          </a:xfrm>
        </p:spPr>
        <p:txBody>
          <a:bodyPr/>
          <a:lstStyle/>
          <a:p>
            <a:r>
              <a:rPr lang="ja-JP" altLang="en-US" sz="2000" b="0" i="0" u="none" strike="noStrike" baseline="0" dirty="0">
                <a:solidFill>
                  <a:schemeClr val="tx1"/>
                </a:solidFill>
                <a:latin typeface=""/>
              </a:rPr>
              <a:t>入力</a:t>
            </a:r>
            <a:r>
              <a:rPr lang="en-US" altLang="ja-JP" sz="2000" b="0" i="0" u="none" strike="noStrike" baseline="0" dirty="0">
                <a:solidFill>
                  <a:schemeClr val="tx1"/>
                </a:solidFill>
                <a:latin typeface=""/>
              </a:rPr>
              <a:t>A = 0 V</a:t>
            </a:r>
            <a:r>
              <a:rPr lang="en-US" altLang="ja-JP" sz="2000" dirty="0">
                <a:solidFill>
                  <a:schemeClr val="tx1"/>
                </a:solidFill>
                <a:latin typeface=""/>
              </a:rPr>
              <a:t>	</a:t>
            </a:r>
            <a:r>
              <a:rPr lang="ja-JP" altLang="en-US" sz="2000" dirty="0">
                <a:solidFill>
                  <a:schemeClr val="tx1"/>
                </a:solidFill>
                <a:latin typeface=""/>
              </a:rPr>
              <a:t>→</a:t>
            </a:r>
            <a:r>
              <a:rPr lang="ja-JP" altLang="en-US" sz="2000" b="0" i="0" u="none" strike="noStrike" baseline="0" dirty="0">
                <a:solidFill>
                  <a:schemeClr val="tx1"/>
                </a:solidFill>
                <a:latin typeface=""/>
              </a:rPr>
              <a:t>出力</a:t>
            </a:r>
            <a:r>
              <a:rPr lang="en-US" altLang="ja-JP" sz="2000" b="0" i="0" u="none" strike="noStrike" baseline="0" dirty="0">
                <a:solidFill>
                  <a:schemeClr val="tx1"/>
                </a:solidFill>
                <a:latin typeface=""/>
              </a:rPr>
              <a:t>Q = 3</a:t>
            </a:r>
            <a:r>
              <a:rPr lang="en-US" altLang="ja-JP" sz="2000" dirty="0">
                <a:solidFill>
                  <a:schemeClr val="tx1"/>
                </a:solidFill>
                <a:latin typeface=""/>
              </a:rPr>
              <a:t>.3</a:t>
            </a:r>
            <a:r>
              <a:rPr lang="en-US" altLang="ja-JP" sz="2000" b="0" i="0" u="none" strike="noStrike" baseline="0" dirty="0">
                <a:solidFill>
                  <a:schemeClr val="tx1"/>
                </a:solidFill>
                <a:latin typeface=""/>
              </a:rPr>
              <a:t> V</a:t>
            </a:r>
          </a:p>
          <a:p>
            <a:r>
              <a:rPr lang="ja-JP" altLang="en-US" sz="2000" b="0" i="0" u="none" strike="noStrike" baseline="0" dirty="0">
                <a:solidFill>
                  <a:schemeClr val="tx1"/>
                </a:solidFill>
                <a:latin typeface=""/>
              </a:rPr>
              <a:t>入力</a:t>
            </a:r>
            <a:r>
              <a:rPr lang="en-US" altLang="ja-JP" sz="2000" b="0" i="0" u="none" strike="noStrike" baseline="0" dirty="0">
                <a:solidFill>
                  <a:schemeClr val="tx1"/>
                </a:solidFill>
                <a:latin typeface=""/>
              </a:rPr>
              <a:t>A = 3</a:t>
            </a:r>
            <a:r>
              <a:rPr lang="en-US" altLang="ja-JP" sz="2000" dirty="0">
                <a:solidFill>
                  <a:schemeClr val="tx1"/>
                </a:solidFill>
                <a:latin typeface=""/>
              </a:rPr>
              <a:t>.3</a:t>
            </a:r>
            <a:r>
              <a:rPr lang="en-US" altLang="ja-JP" sz="2000" b="0" i="0" u="none" strike="noStrike" baseline="0" dirty="0">
                <a:solidFill>
                  <a:schemeClr val="tx1"/>
                </a:solidFill>
                <a:latin typeface=""/>
              </a:rPr>
              <a:t> V</a:t>
            </a:r>
            <a:r>
              <a:rPr lang="en-US" altLang="ja-JP" sz="2000" dirty="0">
                <a:solidFill>
                  <a:schemeClr val="tx1"/>
                </a:solidFill>
                <a:latin typeface=""/>
              </a:rPr>
              <a:t>	</a:t>
            </a:r>
            <a:r>
              <a:rPr lang="ja-JP" altLang="en-US" sz="2000" dirty="0">
                <a:solidFill>
                  <a:schemeClr val="tx1"/>
                </a:solidFill>
                <a:latin typeface=""/>
              </a:rPr>
              <a:t>→</a:t>
            </a:r>
            <a:r>
              <a:rPr lang="ja-JP" altLang="en-US" sz="2000" b="0" i="0" u="none" strike="noStrike" baseline="0" dirty="0">
                <a:solidFill>
                  <a:schemeClr val="tx1"/>
                </a:solidFill>
                <a:latin typeface=""/>
              </a:rPr>
              <a:t>出力</a:t>
            </a:r>
            <a:r>
              <a:rPr lang="en-US" altLang="ja-JP" sz="2000" b="0" i="0" u="none" strike="noStrike" baseline="0" dirty="0">
                <a:solidFill>
                  <a:schemeClr val="tx1"/>
                </a:solidFill>
                <a:latin typeface=""/>
              </a:rPr>
              <a:t>Q = 0 V</a:t>
            </a:r>
          </a:p>
          <a:p>
            <a:pPr marL="342900" indent="-342900">
              <a:buFont typeface="Arial" panose="020B0604020202020204" pitchFamily="34" charset="0"/>
              <a:buChar char="•"/>
            </a:pPr>
            <a:r>
              <a:rPr lang="ja-JP" altLang="en-US" sz="2000" dirty="0">
                <a:solidFill>
                  <a:schemeClr val="tx1"/>
                </a:solidFill>
                <a:latin typeface=""/>
              </a:rPr>
              <a:t>インバータとして機能している</a:t>
            </a:r>
            <a:r>
              <a:rPr lang="en-US" altLang="ja-JP" sz="2000" b="0" i="0" u="none" strike="noStrike" baseline="0" dirty="0">
                <a:solidFill>
                  <a:schemeClr val="tx1"/>
                </a:solidFill>
                <a:latin typeface=""/>
              </a:rPr>
              <a:t> </a:t>
            </a:r>
            <a:endParaRPr kumimoji="1" lang="ja-JP" altLang="en-US" sz="2000" dirty="0">
              <a:solidFill>
                <a:schemeClr val="tx1"/>
              </a:solidFill>
            </a:endParaRPr>
          </a:p>
          <a:p>
            <a:endParaRPr lang="ja-JP" altLang="en-US" dirty="0"/>
          </a:p>
        </p:txBody>
      </p:sp>
      <p:pic>
        <p:nvPicPr>
          <p:cNvPr id="8" name="コンテンツ プレースホルダー 7">
            <a:extLst>
              <a:ext uri="{FF2B5EF4-FFF2-40B4-BE49-F238E27FC236}">
                <a16:creationId xmlns:a16="http://schemas.microsoft.com/office/drawing/2014/main" id="{047F5A0A-901D-9DC5-3B23-611A9DDA55A4}"/>
              </a:ext>
            </a:extLst>
          </p:cNvPr>
          <p:cNvPicPr>
            <a:picLocks noGrp="1" noChangeAspect="1"/>
          </p:cNvPicPr>
          <p:nvPr>
            <p:ph sz="quarter" idx="13"/>
          </p:nvPr>
        </p:nvPicPr>
        <p:blipFill>
          <a:blip r:embed="rId2"/>
          <a:stretch>
            <a:fillRect/>
          </a:stretch>
        </p:blipFill>
        <p:spPr>
          <a:xfrm>
            <a:off x="74141" y="1210980"/>
            <a:ext cx="7628685" cy="5275348"/>
          </a:xfrm>
          <a:prstGeom prst="rect">
            <a:avLst/>
          </a:prstGeom>
        </p:spPr>
      </p:pic>
    </p:spTree>
    <p:extLst>
      <p:ext uri="{BB962C8B-B14F-4D97-AF65-F5344CB8AC3E}">
        <p14:creationId xmlns:p14="http://schemas.microsoft.com/office/powerpoint/2010/main" val="314258168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DC4ADE1-A9E4-F7E9-5ED9-A93E8DE98C41}"/>
              </a:ext>
            </a:extLst>
          </p:cNvPr>
          <p:cNvSpPr>
            <a:spLocks noGrp="1"/>
          </p:cNvSpPr>
          <p:nvPr>
            <p:ph type="title"/>
          </p:nvPr>
        </p:nvSpPr>
        <p:spPr/>
        <p:txBody>
          <a:bodyPr/>
          <a:lstStyle/>
          <a:p>
            <a:r>
              <a:rPr lang="en-US" altLang="ja-JP" dirty="0" err="1"/>
              <a:t>n</a:t>
            </a:r>
            <a:r>
              <a:rPr kumimoji="1" lang="en-US" altLang="ja-JP" dirty="0" err="1"/>
              <a:t>gspice</a:t>
            </a:r>
            <a:r>
              <a:rPr kumimoji="1" lang="ja-JP" altLang="en-US" dirty="0"/>
              <a:t>：</a:t>
            </a:r>
            <a:r>
              <a:rPr lang="en-US" altLang="ja-JP" dirty="0" err="1"/>
              <a:t>wrdata</a:t>
            </a:r>
            <a:r>
              <a:rPr lang="ja-JP" altLang="en-US" dirty="0"/>
              <a:t>　と　</a:t>
            </a:r>
            <a:r>
              <a:rPr lang="en-US" altLang="ja-JP" dirty="0" err="1"/>
              <a:t>gaw</a:t>
            </a:r>
            <a:r>
              <a:rPr lang="ja-JP" altLang="en-US" dirty="0"/>
              <a:t>による波形表示</a:t>
            </a:r>
            <a:endParaRPr kumimoji="1" lang="ja-JP" altLang="en-US" dirty="0"/>
          </a:p>
        </p:txBody>
      </p:sp>
      <p:sp>
        <p:nvSpPr>
          <p:cNvPr id="3" name="日付プレースホルダー 2">
            <a:extLst>
              <a:ext uri="{FF2B5EF4-FFF2-40B4-BE49-F238E27FC236}">
                <a16:creationId xmlns:a16="http://schemas.microsoft.com/office/drawing/2014/main" id="{1A1FCC80-85C9-5EE9-A48B-DEE2352E9D75}"/>
              </a:ext>
            </a:extLst>
          </p:cNvPr>
          <p:cNvSpPr>
            <a:spLocks noGrp="1"/>
          </p:cNvSpPr>
          <p:nvPr>
            <p:ph type="dt" sz="half" idx="10"/>
          </p:nvPr>
        </p:nvSpPr>
        <p:spPr/>
        <p:txBody>
          <a:bodyPr/>
          <a:lstStyle/>
          <a:p>
            <a:pPr rtl="0"/>
            <a:fld id="{7E97BB7A-C14A-4F6E-B0B0-20F2CA57ED83}" type="datetime1">
              <a:rPr lang="ja-JP" altLang="en-US" noProof="0" smtClean="0"/>
              <a:t>2026/10/20</a:t>
            </a:fld>
            <a:endParaRPr lang="ja-JP" altLang="en-US" noProof="0" dirty="0"/>
          </a:p>
        </p:txBody>
      </p:sp>
      <p:sp>
        <p:nvSpPr>
          <p:cNvPr id="4" name="スライド番号プレースホルダー 3">
            <a:extLst>
              <a:ext uri="{FF2B5EF4-FFF2-40B4-BE49-F238E27FC236}">
                <a16:creationId xmlns:a16="http://schemas.microsoft.com/office/drawing/2014/main" id="{E252E35E-6CA5-FDCF-8329-95128119AAEE}"/>
              </a:ext>
            </a:extLst>
          </p:cNvPr>
          <p:cNvSpPr>
            <a:spLocks noGrp="1"/>
          </p:cNvSpPr>
          <p:nvPr>
            <p:ph type="sldNum" sz="quarter" idx="12"/>
          </p:nvPr>
        </p:nvSpPr>
        <p:spPr/>
        <p:txBody>
          <a:bodyPr/>
          <a:lstStyle/>
          <a:p>
            <a:pPr rtl="0"/>
            <a:fld id="{9860EDB8-5305-433F-BE41-D7A86D811DB3}" type="slidenum">
              <a:rPr lang="en-US" altLang="ja-JP" noProof="0" smtClean="0"/>
              <a:pPr rtl="0"/>
              <a:t>56</a:t>
            </a:fld>
            <a:endParaRPr lang="ja-JP" altLang="en-US" noProof="0"/>
          </a:p>
        </p:txBody>
      </p:sp>
      <p:sp>
        <p:nvSpPr>
          <p:cNvPr id="5" name="コンテンツ プレースホルダー 4">
            <a:extLst>
              <a:ext uri="{FF2B5EF4-FFF2-40B4-BE49-F238E27FC236}">
                <a16:creationId xmlns:a16="http://schemas.microsoft.com/office/drawing/2014/main" id="{1441F24C-08E7-1FA3-7924-A94BF42C8C02}"/>
              </a:ext>
            </a:extLst>
          </p:cNvPr>
          <p:cNvSpPr>
            <a:spLocks noGrp="1"/>
          </p:cNvSpPr>
          <p:nvPr>
            <p:ph sz="quarter" idx="13"/>
          </p:nvPr>
        </p:nvSpPr>
        <p:spPr/>
        <p:txBody>
          <a:bodyPr/>
          <a:lstStyle/>
          <a:p>
            <a:pPr algn="ctr"/>
            <a:r>
              <a:rPr kumimoji="1" lang="en-US" altLang="ja-JP" dirty="0" err="1"/>
              <a:t>wrdata</a:t>
            </a:r>
            <a:r>
              <a:rPr kumimoji="1" lang="ja-JP" altLang="en-US" dirty="0"/>
              <a:t>を使用すると</a:t>
            </a:r>
            <a:r>
              <a:rPr lang="ja-JP" altLang="en-US" dirty="0"/>
              <a:t>テキスト</a:t>
            </a:r>
            <a:r>
              <a:rPr kumimoji="1" lang="ja-JP" altLang="en-US" dirty="0"/>
              <a:t>出力ができる</a:t>
            </a:r>
            <a:endParaRPr kumimoji="1" lang="en-US" altLang="ja-JP" dirty="0"/>
          </a:p>
          <a:p>
            <a:pPr marL="285750" indent="-285750">
              <a:buFont typeface="Arial" panose="020B0604020202020204" pitchFamily="34" charset="0"/>
              <a:buChar char="•"/>
            </a:pPr>
            <a:endParaRPr kumimoji="1" lang="ja-JP" altLang="en-US" dirty="0"/>
          </a:p>
        </p:txBody>
      </p:sp>
      <p:sp>
        <p:nvSpPr>
          <p:cNvPr id="6" name="コンテンツ プレースホルダー 5">
            <a:extLst>
              <a:ext uri="{FF2B5EF4-FFF2-40B4-BE49-F238E27FC236}">
                <a16:creationId xmlns:a16="http://schemas.microsoft.com/office/drawing/2014/main" id="{2051BC6E-A973-70B2-EF4D-61710E070E7B}"/>
              </a:ext>
            </a:extLst>
          </p:cNvPr>
          <p:cNvSpPr>
            <a:spLocks noGrp="1"/>
          </p:cNvSpPr>
          <p:nvPr>
            <p:ph sz="quarter" idx="14"/>
          </p:nvPr>
        </p:nvSpPr>
        <p:spPr/>
        <p:txBody>
          <a:bodyPr/>
          <a:lstStyle/>
          <a:p>
            <a:r>
              <a:rPr kumimoji="1" lang="en-US" altLang="ja-JP" dirty="0"/>
              <a:t>write</a:t>
            </a:r>
            <a:r>
              <a:rPr kumimoji="1" lang="ja-JP" altLang="en-US" dirty="0"/>
              <a:t>で</a:t>
            </a:r>
            <a:r>
              <a:rPr kumimoji="1" lang="en-US" altLang="ja-JP" dirty="0"/>
              <a:t>raw</a:t>
            </a:r>
            <a:r>
              <a:rPr kumimoji="1" lang="ja-JP" altLang="en-US" dirty="0"/>
              <a:t>ファイルを出力すると </a:t>
            </a:r>
            <a:r>
              <a:rPr kumimoji="1" lang="en-US" altLang="ja-JP" dirty="0" err="1"/>
              <a:t>gaw</a:t>
            </a:r>
            <a:r>
              <a:rPr kumimoji="1" lang="en-US" altLang="ja-JP" dirty="0"/>
              <a:t> </a:t>
            </a:r>
            <a:r>
              <a:rPr kumimoji="1" lang="ja-JP" altLang="en-US" dirty="0"/>
              <a:t>で波形表示ができる</a:t>
            </a:r>
            <a:endParaRPr kumimoji="1" lang="en-US" altLang="ja-JP" dirty="0"/>
          </a:p>
          <a:p>
            <a:endParaRPr kumimoji="1" lang="ja-JP" altLang="en-US" dirty="0"/>
          </a:p>
        </p:txBody>
      </p:sp>
      <p:sp>
        <p:nvSpPr>
          <p:cNvPr id="7" name="テキスト ボックス 6">
            <a:extLst>
              <a:ext uri="{FF2B5EF4-FFF2-40B4-BE49-F238E27FC236}">
                <a16:creationId xmlns:a16="http://schemas.microsoft.com/office/drawing/2014/main" id="{BC4F8BAF-C4E8-55E1-849F-AA692C4C568C}"/>
              </a:ext>
            </a:extLst>
          </p:cNvPr>
          <p:cNvSpPr txBox="1"/>
          <p:nvPr/>
        </p:nvSpPr>
        <p:spPr>
          <a:xfrm>
            <a:off x="444500" y="1968137"/>
            <a:ext cx="5330952" cy="4247317"/>
          </a:xfrm>
          <a:prstGeom prst="rect">
            <a:avLst/>
          </a:prstGeom>
          <a:noFill/>
        </p:spPr>
        <p:txBody>
          <a:bodyPr wrap="square" rtlCol="0">
            <a:spAutoFit/>
          </a:bodyPr>
          <a:lstStyle/>
          <a:p>
            <a:pPr algn="ctr"/>
            <a:r>
              <a:rPr kumimoji="1" lang="en-US" altLang="ja-JP" dirty="0"/>
              <a:t>0.00000000e+00  3.29999999e+00</a:t>
            </a:r>
            <a:r>
              <a:rPr kumimoji="1" lang="ja-JP" altLang="en-US" dirty="0"/>
              <a:t> </a:t>
            </a:r>
            <a:endParaRPr kumimoji="1" lang="en-US" altLang="ja-JP" dirty="0"/>
          </a:p>
          <a:p>
            <a:pPr algn="ctr"/>
            <a:r>
              <a:rPr kumimoji="1" lang="en-US" altLang="ja-JP" dirty="0"/>
              <a:t>5.00000000e-02  3.29999999e+00</a:t>
            </a:r>
          </a:p>
          <a:p>
            <a:pPr algn="ctr"/>
            <a:r>
              <a:rPr kumimoji="1" lang="en-US" altLang="ja-JP" dirty="0"/>
              <a:t>1.00000000e-01  3.29999997e+00  </a:t>
            </a:r>
          </a:p>
          <a:p>
            <a:pPr algn="ctr"/>
            <a:r>
              <a:rPr kumimoji="1" lang="en-US" altLang="ja-JP" dirty="0"/>
              <a:t>1.50000000e-01  3.29999990e+00  </a:t>
            </a:r>
          </a:p>
          <a:p>
            <a:pPr algn="ctr"/>
            <a:r>
              <a:rPr kumimoji="1" lang="en-US" altLang="ja-JP" dirty="0"/>
              <a:t>2.00000000e-01  3.29999960e+00  </a:t>
            </a:r>
          </a:p>
          <a:p>
            <a:pPr algn="ctr"/>
            <a:r>
              <a:rPr kumimoji="1" lang="en-US" altLang="ja-JP" dirty="0"/>
              <a:t>2.50000000e-01  3.29999842e+00  </a:t>
            </a:r>
          </a:p>
          <a:p>
            <a:pPr algn="ctr"/>
            <a:r>
              <a:rPr kumimoji="1" lang="en-US" altLang="ja-JP" dirty="0"/>
              <a:t>3.00000000e-01  3.29999375e+00  </a:t>
            </a:r>
          </a:p>
          <a:p>
            <a:pPr algn="ctr"/>
            <a:r>
              <a:rPr kumimoji="1" lang="en-US" altLang="ja-JP" dirty="0"/>
              <a:t>3.50000000e-01  3.29997564e+00  </a:t>
            </a:r>
          </a:p>
          <a:p>
            <a:pPr algn="ctr"/>
            <a:r>
              <a:rPr kumimoji="1" lang="en-US" altLang="ja-JP" dirty="0"/>
              <a:t>4.00000000e-01  3.29990878e+00  </a:t>
            </a:r>
          </a:p>
          <a:p>
            <a:pPr algn="ctr"/>
            <a:r>
              <a:rPr kumimoji="1" lang="en-US" altLang="ja-JP" dirty="0"/>
              <a:t>4.50000000e-01  3.29968137e+00  </a:t>
            </a:r>
          </a:p>
          <a:p>
            <a:pPr algn="ctr"/>
            <a:r>
              <a:rPr kumimoji="1" lang="en-US" altLang="ja-JP" dirty="0"/>
              <a:t>5.00000000e-01  3.29900073e+00  </a:t>
            </a:r>
          </a:p>
          <a:p>
            <a:pPr algn="ctr"/>
            <a:r>
              <a:rPr kumimoji="1" lang="en-US" altLang="ja-JP" dirty="0"/>
              <a:t>5.50000000e-01  3.29728006e+00</a:t>
            </a:r>
          </a:p>
          <a:p>
            <a:pPr algn="ctr"/>
            <a:r>
              <a:rPr kumimoji="1" lang="ja-JP" altLang="en-US" dirty="0"/>
              <a:t>・</a:t>
            </a:r>
            <a:endParaRPr kumimoji="1" lang="en-US" altLang="ja-JP" dirty="0"/>
          </a:p>
          <a:p>
            <a:pPr algn="ctr"/>
            <a:r>
              <a:rPr kumimoji="1" lang="ja-JP" altLang="en-US" dirty="0"/>
              <a:t>・</a:t>
            </a:r>
            <a:endParaRPr kumimoji="1" lang="en-US" altLang="ja-JP" dirty="0"/>
          </a:p>
          <a:p>
            <a:pPr algn="ctr"/>
            <a:r>
              <a:rPr kumimoji="1" lang="ja-JP" altLang="en-US" dirty="0"/>
              <a:t>・</a:t>
            </a:r>
          </a:p>
        </p:txBody>
      </p:sp>
      <p:sp>
        <p:nvSpPr>
          <p:cNvPr id="12" name="テキスト ボックス 11">
            <a:extLst>
              <a:ext uri="{FF2B5EF4-FFF2-40B4-BE49-F238E27FC236}">
                <a16:creationId xmlns:a16="http://schemas.microsoft.com/office/drawing/2014/main" id="{2D7F58DE-C77D-D491-2E2F-33851D73D0C1}"/>
              </a:ext>
            </a:extLst>
          </p:cNvPr>
          <p:cNvSpPr txBox="1"/>
          <p:nvPr/>
        </p:nvSpPr>
        <p:spPr>
          <a:xfrm>
            <a:off x="9246241" y="5419378"/>
            <a:ext cx="2501259" cy="646331"/>
          </a:xfrm>
          <a:prstGeom prst="rect">
            <a:avLst/>
          </a:prstGeom>
          <a:noFill/>
        </p:spPr>
        <p:txBody>
          <a:bodyPr wrap="square" rtlCol="0">
            <a:spAutoFit/>
          </a:bodyPr>
          <a:lstStyle/>
          <a:p>
            <a:r>
              <a:rPr kumimoji="1" lang="en-US" altLang="ja-JP" dirty="0" err="1"/>
              <a:t>xschem</a:t>
            </a:r>
            <a:r>
              <a:rPr kumimoji="1" lang="ja-JP" altLang="en-US" dirty="0"/>
              <a:t> 右上の</a:t>
            </a:r>
            <a:br>
              <a:rPr kumimoji="1" lang="en-US" altLang="ja-JP" dirty="0"/>
            </a:br>
            <a:r>
              <a:rPr kumimoji="1" lang="en-US" altLang="ja-JP" dirty="0"/>
              <a:t>Waves</a:t>
            </a:r>
            <a:r>
              <a:rPr kumimoji="1" lang="ja-JP" altLang="en-US" dirty="0"/>
              <a:t>から起動できる</a:t>
            </a:r>
          </a:p>
        </p:txBody>
      </p:sp>
      <p:pic>
        <p:nvPicPr>
          <p:cNvPr id="13" name="図 12" descr="コンピューターのスクリーンショット&#10;&#10;自動的に生成された説明">
            <a:extLst>
              <a:ext uri="{FF2B5EF4-FFF2-40B4-BE49-F238E27FC236}">
                <a16:creationId xmlns:a16="http://schemas.microsoft.com/office/drawing/2014/main" id="{5E6BC8A5-8B81-B6E4-1A20-FB62782022A3}"/>
              </a:ext>
            </a:extLst>
          </p:cNvPr>
          <p:cNvPicPr>
            <a:picLocks noChangeAspect="1"/>
          </p:cNvPicPr>
          <p:nvPr/>
        </p:nvPicPr>
        <p:blipFill>
          <a:blip r:embed="rId2"/>
          <a:stretch>
            <a:fillRect/>
          </a:stretch>
        </p:blipFill>
        <p:spPr>
          <a:xfrm>
            <a:off x="6351736" y="1947222"/>
            <a:ext cx="5002924" cy="3126828"/>
          </a:xfrm>
          <a:prstGeom prst="rect">
            <a:avLst/>
          </a:prstGeom>
        </p:spPr>
      </p:pic>
      <p:pic>
        <p:nvPicPr>
          <p:cNvPr id="9" name="図 8">
            <a:extLst>
              <a:ext uri="{FF2B5EF4-FFF2-40B4-BE49-F238E27FC236}">
                <a16:creationId xmlns:a16="http://schemas.microsoft.com/office/drawing/2014/main" id="{932A9D0A-C9F3-D370-09CC-90299FDEF853}"/>
              </a:ext>
            </a:extLst>
          </p:cNvPr>
          <p:cNvPicPr>
            <a:picLocks noChangeAspect="1"/>
          </p:cNvPicPr>
          <p:nvPr/>
        </p:nvPicPr>
        <p:blipFill>
          <a:blip r:embed="rId3"/>
          <a:stretch>
            <a:fillRect/>
          </a:stretch>
        </p:blipFill>
        <p:spPr>
          <a:xfrm>
            <a:off x="4057712" y="5473888"/>
            <a:ext cx="5184575" cy="840741"/>
          </a:xfrm>
          <a:prstGeom prst="rect">
            <a:avLst/>
          </a:prstGeom>
        </p:spPr>
      </p:pic>
    </p:spTree>
    <p:extLst>
      <p:ext uri="{BB962C8B-B14F-4D97-AF65-F5344CB8AC3E}">
        <p14:creationId xmlns:p14="http://schemas.microsoft.com/office/powerpoint/2010/main" val="101957544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55151CA-62B7-F53B-B57B-785CE4150BD2}"/>
              </a:ext>
            </a:extLst>
          </p:cNvPr>
          <p:cNvSpPr>
            <a:spLocks noGrp="1"/>
          </p:cNvSpPr>
          <p:nvPr>
            <p:ph type="title"/>
          </p:nvPr>
        </p:nvSpPr>
        <p:spPr/>
        <p:txBody>
          <a:bodyPr/>
          <a:lstStyle/>
          <a:p>
            <a:r>
              <a:rPr lang="en-US" altLang="ja-JP" dirty="0" err="1"/>
              <a:t>n</a:t>
            </a:r>
            <a:r>
              <a:rPr kumimoji="1" lang="en-US" altLang="ja-JP" dirty="0" err="1"/>
              <a:t>gspice</a:t>
            </a:r>
            <a:r>
              <a:rPr kumimoji="1" lang="ja-JP" altLang="en-US" dirty="0"/>
              <a:t>：</a:t>
            </a:r>
            <a:r>
              <a:rPr lang="ja-JP" altLang="en-US" dirty="0"/>
              <a:t>過渡応答、遅延時間</a:t>
            </a:r>
            <a:endParaRPr kumimoji="1" lang="ja-JP" altLang="en-US" dirty="0"/>
          </a:p>
        </p:txBody>
      </p:sp>
      <p:sp>
        <p:nvSpPr>
          <p:cNvPr id="3" name="日付プレースホルダー 2">
            <a:extLst>
              <a:ext uri="{FF2B5EF4-FFF2-40B4-BE49-F238E27FC236}">
                <a16:creationId xmlns:a16="http://schemas.microsoft.com/office/drawing/2014/main" id="{87032F22-2DFE-672E-E68C-F0F7B023CC6A}"/>
              </a:ext>
            </a:extLst>
          </p:cNvPr>
          <p:cNvSpPr>
            <a:spLocks noGrp="1"/>
          </p:cNvSpPr>
          <p:nvPr>
            <p:ph type="dt" sz="half" idx="10"/>
          </p:nvPr>
        </p:nvSpPr>
        <p:spPr/>
        <p:txBody>
          <a:bodyPr/>
          <a:lstStyle/>
          <a:p>
            <a:pPr rtl="0"/>
            <a:fld id="{8D8DB49E-3E1C-4EE9-B574-165AB3A95C68}"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EECD3E63-8178-2763-094A-07043DEE9CA6}"/>
              </a:ext>
            </a:extLst>
          </p:cNvPr>
          <p:cNvSpPr>
            <a:spLocks noGrp="1"/>
          </p:cNvSpPr>
          <p:nvPr>
            <p:ph type="sldNum" sz="quarter" idx="12"/>
          </p:nvPr>
        </p:nvSpPr>
        <p:spPr/>
        <p:txBody>
          <a:bodyPr/>
          <a:lstStyle/>
          <a:p>
            <a:pPr rtl="0"/>
            <a:fld id="{9860EDB8-5305-433F-BE41-D7A86D811DB3}" type="slidenum">
              <a:rPr lang="en-US" altLang="ja-JP" noProof="0" smtClean="0"/>
              <a:pPr rtl="0"/>
              <a:t>57</a:t>
            </a:fld>
            <a:endParaRPr lang="ja-JP" altLang="en-US" noProof="0"/>
          </a:p>
        </p:txBody>
      </p:sp>
      <p:sp>
        <p:nvSpPr>
          <p:cNvPr id="5" name="コンテンツ プレースホルダー 4">
            <a:extLst>
              <a:ext uri="{FF2B5EF4-FFF2-40B4-BE49-F238E27FC236}">
                <a16:creationId xmlns:a16="http://schemas.microsoft.com/office/drawing/2014/main" id="{9BA3EA52-D6F5-6704-82A9-65E03CCD8E4B}"/>
              </a:ext>
            </a:extLst>
          </p:cNvPr>
          <p:cNvSpPr>
            <a:spLocks noGrp="1"/>
          </p:cNvSpPr>
          <p:nvPr>
            <p:ph sz="quarter" idx="13"/>
          </p:nvPr>
        </p:nvSpPr>
        <p:spPr/>
        <p:txBody>
          <a:bodyPr>
            <a:normAutofit/>
          </a:bodyPr>
          <a:lstStyle/>
          <a:p>
            <a:pPr marL="342900" indent="-342900">
              <a:buFont typeface="Arial" panose="020B0604020202020204" pitchFamily="34" charset="0"/>
              <a:buChar char="•"/>
            </a:pPr>
            <a:r>
              <a:rPr kumimoji="1" lang="ja-JP" altLang="en-US" sz="2400" dirty="0"/>
              <a:t>過渡応答から遅延時間を見たい場合は</a:t>
            </a:r>
            <a:r>
              <a:rPr kumimoji="1" lang="en-US" altLang="ja-JP" sz="2400" dirty="0" err="1"/>
              <a:t>tran</a:t>
            </a:r>
            <a:r>
              <a:rPr kumimoji="1" lang="ja-JP" altLang="en-US" sz="2400" dirty="0"/>
              <a:t>解析を用いる</a:t>
            </a:r>
            <a:endParaRPr kumimoji="1" lang="en-US" altLang="ja-JP" sz="2400" dirty="0"/>
          </a:p>
          <a:p>
            <a:pPr marL="342900" indent="-342900">
              <a:buFont typeface="Arial" panose="020B0604020202020204" pitchFamily="34" charset="0"/>
              <a:buChar char="•"/>
            </a:pPr>
            <a:endParaRPr lang="en-US" altLang="ja-JP" sz="2400" dirty="0"/>
          </a:p>
          <a:p>
            <a:pPr marL="342900" indent="-342900">
              <a:buFont typeface="Arial" panose="020B0604020202020204" pitchFamily="34" charset="0"/>
              <a:buChar char="•"/>
            </a:pPr>
            <a:r>
              <a:rPr kumimoji="1" lang="ja-JP" altLang="en-US" sz="2400" dirty="0"/>
              <a:t>出力段に負荷を設定しないと正しい過渡応答が見れない</a:t>
            </a:r>
            <a:br>
              <a:rPr kumimoji="1" lang="en-US" altLang="ja-JP" sz="2400" dirty="0"/>
            </a:br>
            <a:r>
              <a:rPr kumimoji="1" lang="ja-JP" altLang="en-US" sz="2400" dirty="0"/>
              <a:t>今回は入力段・出力段共に何も接続しない状態を見る</a:t>
            </a:r>
            <a:br>
              <a:rPr kumimoji="1" lang="en-US" altLang="ja-JP" sz="2400" dirty="0"/>
            </a:br>
            <a:endParaRPr kumimoji="1" lang="ja-JP" altLang="en-US" sz="2400" dirty="0"/>
          </a:p>
        </p:txBody>
      </p:sp>
    </p:spTree>
    <p:extLst>
      <p:ext uri="{BB962C8B-B14F-4D97-AF65-F5344CB8AC3E}">
        <p14:creationId xmlns:p14="http://schemas.microsoft.com/office/powerpoint/2010/main" val="35466857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81BA94A-D7DB-A1F2-77B9-969C6AF81FFB}"/>
              </a:ext>
            </a:extLst>
          </p:cNvPr>
          <p:cNvSpPr>
            <a:spLocks noGrp="1"/>
          </p:cNvSpPr>
          <p:nvPr>
            <p:ph type="title"/>
          </p:nvPr>
        </p:nvSpPr>
        <p:spPr/>
        <p:txBody>
          <a:bodyPr/>
          <a:lstStyle/>
          <a:p>
            <a:r>
              <a:rPr kumimoji="1" lang="en-US" altLang="ja-JP" sz="2800" b="0" i="0" u="none" strike="noStrike" kern="1200" cap="none" spc="0" normalizeH="0" baseline="0" noProof="0" dirty="0" err="1">
                <a:ln>
                  <a:noFill/>
                </a:ln>
                <a:solidFill>
                  <a:srgbClr val="E7E6E6">
                    <a:lumMod val="25000"/>
                  </a:srgbClr>
                </a:solidFill>
                <a:effectLst/>
                <a:uLnTx/>
                <a:uFillTx/>
                <a:latin typeface="Meiryo UI" panose="020B0604030504040204" pitchFamily="50" charset="-128"/>
                <a:ea typeface="Meiryo UI" panose="020B0604030504040204" pitchFamily="50" charset="-128"/>
                <a:cs typeface="+mj-cs"/>
              </a:rPr>
              <a:t>ngspice</a:t>
            </a:r>
            <a:r>
              <a:rPr kumimoji="1" lang="ja-JP" altLang="en-US" sz="2800" b="0" i="0" u="none" strike="noStrike" kern="1200" cap="none" spc="0" normalizeH="0" baseline="0" noProof="0" dirty="0">
                <a:ln>
                  <a:noFill/>
                </a:ln>
                <a:solidFill>
                  <a:srgbClr val="E7E6E6">
                    <a:lumMod val="25000"/>
                  </a:srgbClr>
                </a:solidFill>
                <a:effectLst/>
                <a:uLnTx/>
                <a:uFillTx/>
                <a:latin typeface="Meiryo UI" panose="020B0604030504040204" pitchFamily="50" charset="-128"/>
                <a:ea typeface="Meiryo UI" panose="020B0604030504040204" pitchFamily="50" charset="-128"/>
                <a:cs typeface="+mj-cs"/>
              </a:rPr>
              <a:t>：過渡解析ベンチマーク例</a:t>
            </a:r>
            <a:endParaRPr kumimoji="1" lang="ja-JP" altLang="en-US" dirty="0"/>
          </a:p>
        </p:txBody>
      </p:sp>
      <p:sp>
        <p:nvSpPr>
          <p:cNvPr id="3" name="日付プレースホルダー 2">
            <a:extLst>
              <a:ext uri="{FF2B5EF4-FFF2-40B4-BE49-F238E27FC236}">
                <a16:creationId xmlns:a16="http://schemas.microsoft.com/office/drawing/2014/main" id="{B47C3B57-7340-3C82-4FFE-46FCC716B522}"/>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5A5BB053-BFEB-FA4E-478B-6047906927A5}"/>
              </a:ext>
            </a:extLst>
          </p:cNvPr>
          <p:cNvSpPr>
            <a:spLocks noGrp="1"/>
          </p:cNvSpPr>
          <p:nvPr>
            <p:ph type="sldNum" sz="quarter" idx="12"/>
          </p:nvPr>
        </p:nvSpPr>
        <p:spPr/>
        <p:txBody>
          <a:bodyPr/>
          <a:lstStyle/>
          <a:p>
            <a:pPr rtl="0"/>
            <a:fld id="{9860EDB8-5305-433F-BE41-D7A86D811DB3}" type="slidenum">
              <a:rPr lang="en-US" altLang="ja-JP" noProof="0" smtClean="0"/>
              <a:pPr rtl="0"/>
              <a:t>58</a:t>
            </a:fld>
            <a:endParaRPr lang="ja-JP" altLang="en-US" noProof="0"/>
          </a:p>
        </p:txBody>
      </p:sp>
      <p:pic>
        <p:nvPicPr>
          <p:cNvPr id="13" name="コンテンツ プレースホルダー 12">
            <a:extLst>
              <a:ext uri="{FF2B5EF4-FFF2-40B4-BE49-F238E27FC236}">
                <a16:creationId xmlns:a16="http://schemas.microsoft.com/office/drawing/2014/main" id="{29B25788-C07C-668D-43BD-21183FDF652F}"/>
              </a:ext>
            </a:extLst>
          </p:cNvPr>
          <p:cNvPicPr>
            <a:picLocks noGrp="1" noChangeAspect="1"/>
          </p:cNvPicPr>
          <p:nvPr>
            <p:ph sz="quarter" idx="13"/>
          </p:nvPr>
        </p:nvPicPr>
        <p:blipFill>
          <a:blip r:embed="rId2"/>
          <a:stretch>
            <a:fillRect/>
          </a:stretch>
        </p:blipFill>
        <p:spPr>
          <a:xfrm>
            <a:off x="1737345" y="1463675"/>
            <a:ext cx="8625234" cy="4600575"/>
          </a:xfrm>
          <a:prstGeom prst="rect">
            <a:avLst/>
          </a:prstGeom>
        </p:spPr>
      </p:pic>
    </p:spTree>
    <p:extLst>
      <p:ext uri="{BB962C8B-B14F-4D97-AF65-F5344CB8AC3E}">
        <p14:creationId xmlns:p14="http://schemas.microsoft.com/office/powerpoint/2010/main" val="2993780411"/>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D375D87-C170-53B8-1E80-8225474AA436}"/>
              </a:ext>
            </a:extLst>
          </p:cNvPr>
          <p:cNvSpPr>
            <a:spLocks noGrp="1"/>
          </p:cNvSpPr>
          <p:nvPr>
            <p:ph type="title"/>
          </p:nvPr>
        </p:nvSpPr>
        <p:spPr/>
        <p:txBody>
          <a:bodyPr/>
          <a:lstStyle/>
          <a:p>
            <a:r>
              <a:rPr lang="en-US" altLang="ja-JP" dirty="0" err="1"/>
              <a:t>n</a:t>
            </a:r>
            <a:r>
              <a:rPr kumimoji="1" lang="en-US" altLang="ja-JP" dirty="0" err="1"/>
              <a:t>gspice</a:t>
            </a:r>
            <a:r>
              <a:rPr kumimoji="1" lang="ja-JP" altLang="en-US" dirty="0"/>
              <a:t>：過渡解析シミュレーション結果</a:t>
            </a:r>
          </a:p>
        </p:txBody>
      </p:sp>
      <p:sp>
        <p:nvSpPr>
          <p:cNvPr id="3" name="日付プレースホルダー 2">
            <a:extLst>
              <a:ext uri="{FF2B5EF4-FFF2-40B4-BE49-F238E27FC236}">
                <a16:creationId xmlns:a16="http://schemas.microsoft.com/office/drawing/2014/main" id="{E42273DA-B73D-0DC8-C52B-DD56BCBC40C0}"/>
              </a:ext>
            </a:extLst>
          </p:cNvPr>
          <p:cNvSpPr>
            <a:spLocks noGrp="1"/>
          </p:cNvSpPr>
          <p:nvPr>
            <p:ph type="dt" sz="half" idx="10"/>
          </p:nvPr>
        </p:nvSpPr>
        <p:spPr/>
        <p:txBody>
          <a:bodyPr/>
          <a:lstStyle/>
          <a:p>
            <a:pPr rtl="0"/>
            <a:fld id="{768F1BDC-F29E-4BF4-AE1D-513260F461BE}"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0E9B62C4-31D2-0FB4-DE37-89DDD9ACAFB0}"/>
              </a:ext>
            </a:extLst>
          </p:cNvPr>
          <p:cNvSpPr>
            <a:spLocks noGrp="1"/>
          </p:cNvSpPr>
          <p:nvPr>
            <p:ph type="sldNum" sz="quarter" idx="12"/>
          </p:nvPr>
        </p:nvSpPr>
        <p:spPr/>
        <p:txBody>
          <a:bodyPr/>
          <a:lstStyle/>
          <a:p>
            <a:pPr rtl="0"/>
            <a:fld id="{9860EDB8-5305-433F-BE41-D7A86D811DB3}" type="slidenum">
              <a:rPr lang="en-US" altLang="ja-JP" noProof="0" smtClean="0"/>
              <a:pPr rtl="0"/>
              <a:t>59</a:t>
            </a:fld>
            <a:endParaRPr lang="ja-JP" altLang="en-US" noProof="0"/>
          </a:p>
        </p:txBody>
      </p:sp>
      <p:pic>
        <p:nvPicPr>
          <p:cNvPr id="10" name="コンテンツ プレースホルダー 9">
            <a:extLst>
              <a:ext uri="{FF2B5EF4-FFF2-40B4-BE49-F238E27FC236}">
                <a16:creationId xmlns:a16="http://schemas.microsoft.com/office/drawing/2014/main" id="{2ACE5508-9C52-A285-4980-26A258302A2D}"/>
              </a:ext>
            </a:extLst>
          </p:cNvPr>
          <p:cNvPicPr>
            <a:picLocks noGrp="1" noChangeAspect="1"/>
          </p:cNvPicPr>
          <p:nvPr>
            <p:ph sz="quarter" idx="13"/>
          </p:nvPr>
        </p:nvPicPr>
        <p:blipFill>
          <a:blip r:embed="rId2"/>
          <a:stretch>
            <a:fillRect/>
          </a:stretch>
        </p:blipFill>
        <p:spPr>
          <a:xfrm>
            <a:off x="1510548" y="1265053"/>
            <a:ext cx="9244773" cy="5115975"/>
          </a:xfrm>
          <a:prstGeom prst="rect">
            <a:avLst/>
          </a:prstGeom>
        </p:spPr>
      </p:pic>
    </p:spTree>
    <p:extLst>
      <p:ext uri="{BB962C8B-B14F-4D97-AF65-F5344CB8AC3E}">
        <p14:creationId xmlns:p14="http://schemas.microsoft.com/office/powerpoint/2010/main" val="21808638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AF8E56A-DE08-7C5B-842A-47705093CAB8}"/>
              </a:ext>
            </a:extLst>
          </p:cNvPr>
          <p:cNvSpPr>
            <a:spLocks noGrp="1"/>
          </p:cNvSpPr>
          <p:nvPr>
            <p:ph type="title"/>
          </p:nvPr>
        </p:nvSpPr>
        <p:spPr/>
        <p:txBody>
          <a:bodyPr/>
          <a:lstStyle/>
          <a:p>
            <a:r>
              <a:rPr kumimoji="1" lang="ja-JP" altLang="en-US" dirty="0"/>
              <a:t>ワンポイントアドバイス：サンプル回路の読み込み</a:t>
            </a:r>
          </a:p>
        </p:txBody>
      </p:sp>
      <p:sp>
        <p:nvSpPr>
          <p:cNvPr id="3" name="日付プレースホルダー 2">
            <a:extLst>
              <a:ext uri="{FF2B5EF4-FFF2-40B4-BE49-F238E27FC236}">
                <a16:creationId xmlns:a16="http://schemas.microsoft.com/office/drawing/2014/main" id="{3AFDB245-92EB-3B36-344F-B004B8EB588E}"/>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C183FFAD-6B7E-6CA4-A4B9-F0723BDA7E6B}"/>
              </a:ext>
            </a:extLst>
          </p:cNvPr>
          <p:cNvSpPr>
            <a:spLocks noGrp="1"/>
          </p:cNvSpPr>
          <p:nvPr>
            <p:ph type="sldNum" sz="quarter" idx="12"/>
          </p:nvPr>
        </p:nvSpPr>
        <p:spPr/>
        <p:txBody>
          <a:bodyPr/>
          <a:lstStyle/>
          <a:p>
            <a:pPr rtl="0"/>
            <a:fld id="{9860EDB8-5305-433F-BE41-D7A86D811DB3}" type="slidenum">
              <a:rPr lang="en-US" altLang="ja-JP" noProof="0" smtClean="0"/>
              <a:pPr rtl="0"/>
              <a:t>60</a:t>
            </a:fld>
            <a:endParaRPr lang="ja-JP" altLang="en-US" noProof="0"/>
          </a:p>
        </p:txBody>
      </p:sp>
      <p:sp>
        <p:nvSpPr>
          <p:cNvPr id="5" name="コンテンツ プレースホルダー 4">
            <a:extLst>
              <a:ext uri="{FF2B5EF4-FFF2-40B4-BE49-F238E27FC236}">
                <a16:creationId xmlns:a16="http://schemas.microsoft.com/office/drawing/2014/main" id="{F6CE16D5-065A-2783-08AA-1115A581F576}"/>
              </a:ext>
            </a:extLst>
          </p:cNvPr>
          <p:cNvSpPr>
            <a:spLocks noGrp="1"/>
          </p:cNvSpPr>
          <p:nvPr>
            <p:ph sz="quarter" idx="13"/>
          </p:nvPr>
        </p:nvSpPr>
        <p:spPr>
          <a:xfrm>
            <a:off x="444500" y="1463040"/>
            <a:ext cx="11210543" cy="4848266"/>
          </a:xfrm>
        </p:spPr>
        <p:txBody>
          <a:bodyPr>
            <a:normAutofit/>
          </a:bodyPr>
          <a:lstStyle/>
          <a:p>
            <a:pPr marL="285750" indent="-285750">
              <a:buFont typeface="Arial" panose="020B0604020202020204" pitchFamily="34" charset="0"/>
              <a:buChar char="•"/>
            </a:pPr>
            <a:r>
              <a:rPr kumimoji="1" lang="ja-JP" altLang="en-US" dirty="0"/>
              <a:t>サンプル回路：</a:t>
            </a:r>
            <a:r>
              <a:rPr kumimoji="1" lang="en-US" altLang="ja-JP" dirty="0"/>
              <a:t>ISHI</a:t>
            </a:r>
            <a:r>
              <a:rPr kumimoji="1" lang="ja-JP" altLang="en-US" dirty="0"/>
              <a:t>会のイメージを利用している場合</a:t>
            </a:r>
            <a:endParaRPr kumimoji="1" lang="en-US" altLang="ja-JP" dirty="0"/>
          </a:p>
          <a:p>
            <a:pPr marL="569214" lvl="1" indent="-285750"/>
            <a:r>
              <a:rPr lang="en-US" altLang="ja-JP" dirty="0"/>
              <a:t>~/</a:t>
            </a:r>
            <a:r>
              <a:rPr lang="en-US" altLang="ja-JP" dirty="0" err="1"/>
              <a:t>OpenEDA-PDK_SetupScript</a:t>
            </a:r>
            <a:r>
              <a:rPr lang="en-US" altLang="ja-JP" dirty="0"/>
              <a:t>/samples/inverter/GF180/</a:t>
            </a:r>
          </a:p>
          <a:p>
            <a:pPr marL="285750" indent="-285750"/>
            <a:endParaRPr lang="en-US" altLang="ja-JP" dirty="0"/>
          </a:p>
          <a:p>
            <a:pPr marL="285750" indent="-285750">
              <a:buFont typeface="Arial" panose="020B0604020202020204" pitchFamily="34" charset="0"/>
              <a:buChar char="•"/>
            </a:pPr>
            <a:r>
              <a:rPr lang="ja-JP" altLang="en-US" dirty="0"/>
              <a:t>利用する場合</a:t>
            </a:r>
            <a:endParaRPr lang="en-US" altLang="ja-JP" dirty="0"/>
          </a:p>
          <a:p>
            <a:pPr marL="626364" lvl="1" indent="-342900">
              <a:buFont typeface="+mj-lt"/>
              <a:buAutoNum type="arabicPeriod"/>
            </a:pPr>
            <a:r>
              <a:rPr lang="ja-JP" altLang="en-US" dirty="0"/>
              <a:t>コマンドラインで、上記のディレクトリまで移動する</a:t>
            </a:r>
            <a:endParaRPr lang="en-US" altLang="ja-JP" dirty="0"/>
          </a:p>
          <a:p>
            <a:pPr marL="1028700" lvl="2" indent="-342900"/>
            <a:r>
              <a:rPr lang="en-US" altLang="ja-JP" dirty="0"/>
              <a:t>cd ~/</a:t>
            </a:r>
            <a:r>
              <a:rPr lang="en-US" altLang="ja-JP" dirty="0" err="1"/>
              <a:t>OpenEDA-PDK_SetupScript</a:t>
            </a:r>
            <a:r>
              <a:rPr lang="en-US" altLang="ja-JP" dirty="0"/>
              <a:t>/samples/inverter/GF180/</a:t>
            </a:r>
          </a:p>
          <a:p>
            <a:pPr marL="626364" lvl="1" indent="-342900">
              <a:buFont typeface="+mj-lt"/>
              <a:buAutoNum type="arabicPeriod"/>
            </a:pPr>
            <a:r>
              <a:rPr lang="ja-JP" altLang="en-US" dirty="0"/>
              <a:t>上記ディレクトリで</a:t>
            </a:r>
            <a:r>
              <a:rPr lang="en-US" altLang="ja-JP" dirty="0" err="1"/>
              <a:t>xschem</a:t>
            </a:r>
            <a:r>
              <a:rPr lang="ja-JP" altLang="en-US" dirty="0"/>
              <a:t>を起動する</a:t>
            </a:r>
            <a:endParaRPr lang="en-US" altLang="ja-JP" dirty="0"/>
          </a:p>
          <a:p>
            <a:pPr marL="626364" lvl="1" indent="-342900">
              <a:buFont typeface="+mj-lt"/>
              <a:buAutoNum type="arabicPeriod"/>
            </a:pPr>
            <a:r>
              <a:rPr lang="ja-JP" altLang="en-US" dirty="0"/>
              <a:t>新規ファイルを作成する</a:t>
            </a:r>
            <a:endParaRPr lang="en-US" altLang="ja-JP" dirty="0"/>
          </a:p>
          <a:p>
            <a:pPr marL="626364" lvl="1" indent="-342900">
              <a:buFont typeface="+mj-lt"/>
              <a:buAutoNum type="arabicPeriod"/>
            </a:pPr>
            <a:r>
              <a:rPr lang="en-US" altLang="ja-JP" dirty="0"/>
              <a:t>[Current </a:t>
            </a:r>
            <a:r>
              <a:rPr lang="en-US" altLang="ja-JP" dirty="0" err="1"/>
              <a:t>dir</a:t>
            </a:r>
            <a:r>
              <a:rPr lang="en-US" altLang="ja-JP" dirty="0"/>
              <a:t>]</a:t>
            </a:r>
            <a:r>
              <a:rPr lang="ja-JP" altLang="en-US" dirty="0"/>
              <a:t>ボタンを押すと一覧にサンプルファイルが表示される</a:t>
            </a:r>
            <a:endParaRPr lang="en-US" altLang="ja-JP" dirty="0"/>
          </a:p>
          <a:p>
            <a:pPr marL="569214" lvl="1" indent="-285750"/>
            <a:endParaRPr lang="en-US" altLang="ja-JP" dirty="0"/>
          </a:p>
        </p:txBody>
      </p:sp>
      <p:pic>
        <p:nvPicPr>
          <p:cNvPr id="7" name="図 6">
            <a:extLst>
              <a:ext uri="{FF2B5EF4-FFF2-40B4-BE49-F238E27FC236}">
                <a16:creationId xmlns:a16="http://schemas.microsoft.com/office/drawing/2014/main" id="{9FD1A2C2-7D25-1020-ABD4-96A592F1EC76}"/>
              </a:ext>
            </a:extLst>
          </p:cNvPr>
          <p:cNvPicPr>
            <a:picLocks noChangeAspect="1"/>
          </p:cNvPicPr>
          <p:nvPr/>
        </p:nvPicPr>
        <p:blipFill>
          <a:blip r:embed="rId2"/>
          <a:stretch>
            <a:fillRect/>
          </a:stretch>
        </p:blipFill>
        <p:spPr>
          <a:xfrm>
            <a:off x="6544769" y="4451647"/>
            <a:ext cx="4309276" cy="2087788"/>
          </a:xfrm>
          <a:prstGeom prst="rect">
            <a:avLst/>
          </a:prstGeom>
        </p:spPr>
      </p:pic>
      <p:sp>
        <p:nvSpPr>
          <p:cNvPr id="8" name="楕円 7">
            <a:extLst>
              <a:ext uri="{FF2B5EF4-FFF2-40B4-BE49-F238E27FC236}">
                <a16:creationId xmlns:a16="http://schemas.microsoft.com/office/drawing/2014/main" id="{A6205A76-94A7-8388-EFDC-AAA229FCF58C}"/>
              </a:ext>
            </a:extLst>
          </p:cNvPr>
          <p:cNvSpPr/>
          <p:nvPr/>
        </p:nvSpPr>
        <p:spPr>
          <a:xfrm>
            <a:off x="7252943" y="6123320"/>
            <a:ext cx="669263" cy="250243"/>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4390957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FBDA30-9424-292E-8BC7-140EF1F045D0}"/>
            </a:ext>
          </a:extLst>
        </p:cNvPr>
        <p:cNvGrpSpPr/>
        <p:nvPr/>
      </p:nvGrpSpPr>
      <p:grpSpPr>
        <a:xfrm>
          <a:off x="0" y="0"/>
          <a:ext cx="0" cy="0"/>
          <a:chOff x="0" y="0"/>
          <a:chExt cx="0" cy="0"/>
        </a:xfrm>
      </p:grpSpPr>
      <p:sp>
        <p:nvSpPr>
          <p:cNvPr id="6" name="タイトル 5">
            <a:extLst>
              <a:ext uri="{FF2B5EF4-FFF2-40B4-BE49-F238E27FC236}">
                <a16:creationId xmlns:a16="http://schemas.microsoft.com/office/drawing/2014/main" id="{14AD1C5F-B370-FE07-3735-66E1A6C4A6E1}"/>
              </a:ext>
            </a:extLst>
          </p:cNvPr>
          <p:cNvSpPr>
            <a:spLocks noGrp="1"/>
          </p:cNvSpPr>
          <p:nvPr>
            <p:ph type="title"/>
          </p:nvPr>
        </p:nvSpPr>
        <p:spPr/>
        <p:txBody>
          <a:bodyPr/>
          <a:lstStyle/>
          <a:p>
            <a:r>
              <a:rPr lang="ja-JP" altLang="en-US" dirty="0"/>
              <a:t>半導体の基礎知識</a:t>
            </a:r>
          </a:p>
        </p:txBody>
      </p:sp>
      <p:sp>
        <p:nvSpPr>
          <p:cNvPr id="7" name="テキスト プレースホルダー 6">
            <a:extLst>
              <a:ext uri="{FF2B5EF4-FFF2-40B4-BE49-F238E27FC236}">
                <a16:creationId xmlns:a16="http://schemas.microsoft.com/office/drawing/2014/main" id="{51EB9D38-6BBA-D885-162F-FEC369836D77}"/>
              </a:ext>
            </a:extLst>
          </p:cNvPr>
          <p:cNvSpPr>
            <a:spLocks noGrp="1"/>
          </p:cNvSpPr>
          <p:nvPr>
            <p:ph type="body" sz="quarter" idx="10"/>
          </p:nvPr>
        </p:nvSpPr>
        <p:spPr/>
        <p:txBody>
          <a:bodyPr/>
          <a:lstStyle/>
          <a:p>
            <a:r>
              <a:rPr lang="ja-JP" altLang="en-US" dirty="0"/>
              <a:t>回路の設計</a:t>
            </a:r>
          </a:p>
        </p:txBody>
      </p:sp>
      <p:sp>
        <p:nvSpPr>
          <p:cNvPr id="3" name="日付プレースホルダー 2">
            <a:extLst>
              <a:ext uri="{FF2B5EF4-FFF2-40B4-BE49-F238E27FC236}">
                <a16:creationId xmlns:a16="http://schemas.microsoft.com/office/drawing/2014/main" id="{8BC4B579-471E-44BF-E9E9-1022850CDF96}"/>
              </a:ext>
            </a:extLst>
          </p:cNvPr>
          <p:cNvSpPr>
            <a:spLocks noGrp="1"/>
          </p:cNvSpPr>
          <p:nvPr>
            <p:ph type="dt" sz="half" idx="2"/>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64D83176-3ED6-9B02-900B-429D88476344}"/>
              </a:ext>
            </a:extLst>
          </p:cNvPr>
          <p:cNvSpPr>
            <a:spLocks noGrp="1"/>
          </p:cNvSpPr>
          <p:nvPr>
            <p:ph type="sldNum" sz="quarter" idx="4294967295"/>
          </p:nvPr>
        </p:nvSpPr>
        <p:spPr>
          <a:xfrm>
            <a:off x="11136313" y="6565900"/>
            <a:ext cx="1055687" cy="292100"/>
          </a:xfrm>
        </p:spPr>
        <p:txBody>
          <a:bodyPr/>
          <a:lstStyle/>
          <a:p>
            <a:pPr rtl="0"/>
            <a:fld id="{9860EDB8-5305-433F-BE41-D7A86D811DB3}" type="slidenum">
              <a:rPr lang="en-US" altLang="ja-JP" noProof="0" smtClean="0"/>
              <a:pPr rtl="0"/>
              <a:t>61</a:t>
            </a:fld>
            <a:endParaRPr lang="ja-JP" altLang="en-US" noProof="0"/>
          </a:p>
        </p:txBody>
      </p:sp>
    </p:spTree>
    <p:extLst>
      <p:ext uri="{BB962C8B-B14F-4D97-AF65-F5344CB8AC3E}">
        <p14:creationId xmlns:p14="http://schemas.microsoft.com/office/powerpoint/2010/main" val="405984097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81773B-A3DC-F874-160B-BFD6439B9D6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9ACF203-9827-B0C7-40DD-5AAC86B983D7}"/>
              </a:ext>
            </a:extLst>
          </p:cNvPr>
          <p:cNvSpPr>
            <a:spLocks noGrp="1"/>
          </p:cNvSpPr>
          <p:nvPr>
            <p:ph type="title"/>
          </p:nvPr>
        </p:nvSpPr>
        <p:spPr/>
        <p:txBody>
          <a:bodyPr/>
          <a:lstStyle/>
          <a:p>
            <a:r>
              <a:rPr lang="ja-JP" altLang="en-US" dirty="0"/>
              <a:t>インバータ回路</a:t>
            </a:r>
            <a:r>
              <a:rPr kumimoji="1" lang="ja-JP" altLang="en-US" dirty="0"/>
              <a:t>の設計ポイント</a:t>
            </a:r>
          </a:p>
        </p:txBody>
      </p:sp>
      <p:sp>
        <p:nvSpPr>
          <p:cNvPr id="3" name="日付プレースホルダー 2">
            <a:extLst>
              <a:ext uri="{FF2B5EF4-FFF2-40B4-BE49-F238E27FC236}">
                <a16:creationId xmlns:a16="http://schemas.microsoft.com/office/drawing/2014/main" id="{2F8FC734-6198-29B6-A006-3059CDF8FFED}"/>
              </a:ext>
            </a:extLst>
          </p:cNvPr>
          <p:cNvSpPr>
            <a:spLocks noGrp="1"/>
          </p:cNvSpPr>
          <p:nvPr>
            <p:ph type="dt" sz="half" idx="10"/>
          </p:nvPr>
        </p:nvSpPr>
        <p:spPr/>
        <p:txBody>
          <a:bodyPr/>
          <a:lstStyle/>
          <a:p>
            <a:pPr rtl="0"/>
            <a:fld id="{6F19E1F3-B630-4884-9EE4-CA91010BB78C}"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8E0D6262-5DF6-A7B5-C742-BE0166ECB8BB}"/>
              </a:ext>
            </a:extLst>
          </p:cNvPr>
          <p:cNvSpPr>
            <a:spLocks noGrp="1"/>
          </p:cNvSpPr>
          <p:nvPr>
            <p:ph type="sldNum" sz="quarter" idx="12"/>
          </p:nvPr>
        </p:nvSpPr>
        <p:spPr/>
        <p:txBody>
          <a:bodyPr/>
          <a:lstStyle/>
          <a:p>
            <a:pPr rtl="0"/>
            <a:fld id="{9860EDB8-5305-433F-BE41-D7A86D811DB3}" type="slidenum">
              <a:rPr lang="en-US" altLang="ja-JP" noProof="0" smtClean="0"/>
              <a:pPr rtl="0"/>
              <a:t>62</a:t>
            </a:fld>
            <a:endParaRPr lang="ja-JP" altLang="en-US" noProof="0"/>
          </a:p>
        </p:txBody>
      </p:sp>
      <p:sp>
        <p:nvSpPr>
          <p:cNvPr id="9" name="コンテンツ プレースホルダー 8">
            <a:extLst>
              <a:ext uri="{FF2B5EF4-FFF2-40B4-BE49-F238E27FC236}">
                <a16:creationId xmlns:a16="http://schemas.microsoft.com/office/drawing/2014/main" id="{930C57DD-56D4-EA9C-C389-2AA6F7673498}"/>
              </a:ext>
            </a:extLst>
          </p:cNvPr>
          <p:cNvSpPr>
            <a:spLocks noGrp="1"/>
          </p:cNvSpPr>
          <p:nvPr>
            <p:ph sz="quarter" idx="14"/>
          </p:nvPr>
        </p:nvSpPr>
        <p:spPr>
          <a:xfrm>
            <a:off x="7702825" y="1463040"/>
            <a:ext cx="4149775" cy="4601748"/>
          </a:xfrm>
        </p:spPr>
        <p:txBody>
          <a:bodyPr/>
          <a:lstStyle/>
          <a:p>
            <a:r>
              <a:rPr lang="ja-JP" altLang="en-US" sz="2000" b="0" i="0" u="none" strike="noStrike" baseline="0" dirty="0">
                <a:solidFill>
                  <a:schemeClr val="tx1"/>
                </a:solidFill>
                <a:latin typeface=""/>
              </a:rPr>
              <a:t>入力</a:t>
            </a:r>
            <a:r>
              <a:rPr lang="en-US" altLang="ja-JP" sz="2000" b="0" i="0" u="none" strike="noStrike" baseline="0" dirty="0">
                <a:solidFill>
                  <a:schemeClr val="tx1"/>
                </a:solidFill>
                <a:latin typeface=""/>
              </a:rPr>
              <a:t>A = 1.2V</a:t>
            </a:r>
            <a:r>
              <a:rPr lang="en-US" altLang="ja-JP" sz="2000" dirty="0">
                <a:solidFill>
                  <a:schemeClr val="tx1"/>
                </a:solidFill>
                <a:latin typeface=""/>
              </a:rPr>
              <a:t>	</a:t>
            </a:r>
            <a:r>
              <a:rPr lang="ja-JP" altLang="en-US" sz="2000" dirty="0">
                <a:solidFill>
                  <a:schemeClr val="tx1"/>
                </a:solidFill>
                <a:latin typeface=""/>
              </a:rPr>
              <a:t>→</a:t>
            </a:r>
            <a:r>
              <a:rPr lang="ja-JP" altLang="en-US" sz="2000" b="0" i="0" u="none" strike="noStrike" baseline="0" dirty="0">
                <a:solidFill>
                  <a:schemeClr val="tx1"/>
                </a:solidFill>
                <a:latin typeface=""/>
              </a:rPr>
              <a:t>出力</a:t>
            </a:r>
            <a:r>
              <a:rPr lang="en-US" altLang="ja-JP" sz="2000" b="0" i="0" u="none" strike="noStrike" baseline="0" dirty="0">
                <a:solidFill>
                  <a:schemeClr val="tx1"/>
                </a:solidFill>
                <a:latin typeface=""/>
              </a:rPr>
              <a:t>Q = </a:t>
            </a:r>
            <a:r>
              <a:rPr lang="en-US" altLang="ja-JP" sz="2000" dirty="0">
                <a:solidFill>
                  <a:schemeClr val="tx1"/>
                </a:solidFill>
                <a:latin typeface=""/>
              </a:rPr>
              <a:t>0</a:t>
            </a:r>
            <a:r>
              <a:rPr lang="en-US" altLang="ja-JP" sz="2000" b="0" i="0" u="none" strike="noStrike" baseline="0" dirty="0">
                <a:solidFill>
                  <a:schemeClr val="tx1"/>
                </a:solidFill>
                <a:latin typeface=""/>
              </a:rPr>
              <a:t> V</a:t>
            </a:r>
          </a:p>
          <a:p>
            <a:pPr marL="342900" indent="-342900">
              <a:buFont typeface="Arial" panose="020B0604020202020204" pitchFamily="34" charset="0"/>
              <a:buChar char="•"/>
            </a:pPr>
            <a:r>
              <a:rPr kumimoji="1" lang="ja-JP" altLang="en-US" sz="2000" dirty="0">
                <a:solidFill>
                  <a:schemeClr val="tx1"/>
                </a:solidFill>
                <a:latin typeface=""/>
              </a:rPr>
              <a:t>本来は、</a:t>
            </a:r>
            <a:r>
              <a:rPr kumimoji="1" lang="en-US" altLang="ja-JP" sz="2000" dirty="0">
                <a:solidFill>
                  <a:schemeClr val="tx1"/>
                </a:solidFill>
                <a:latin typeface=""/>
              </a:rPr>
              <a:t>VDD=</a:t>
            </a:r>
            <a:r>
              <a:rPr lang="en-US" altLang="ja-JP" sz="2000" dirty="0">
                <a:solidFill>
                  <a:schemeClr val="tx1"/>
                </a:solidFill>
                <a:latin typeface=""/>
              </a:rPr>
              <a:t>3.3</a:t>
            </a:r>
            <a:r>
              <a:rPr kumimoji="1" lang="en-US" altLang="ja-JP" sz="2000" dirty="0">
                <a:solidFill>
                  <a:schemeClr val="tx1"/>
                </a:solidFill>
                <a:latin typeface=""/>
              </a:rPr>
              <a:t>V</a:t>
            </a:r>
            <a:r>
              <a:rPr kumimoji="1" lang="ja-JP" altLang="en-US" sz="2000" dirty="0">
                <a:solidFill>
                  <a:schemeClr val="tx1"/>
                </a:solidFill>
                <a:latin typeface=""/>
              </a:rPr>
              <a:t>の半分</a:t>
            </a:r>
            <a:r>
              <a:rPr lang="ja-JP" altLang="en-US" sz="2000" dirty="0">
                <a:solidFill>
                  <a:schemeClr val="tx1"/>
                </a:solidFill>
                <a:latin typeface=""/>
              </a:rPr>
              <a:t>である  入力</a:t>
            </a:r>
            <a:r>
              <a:rPr lang="en-US" altLang="ja-JP" sz="2000" dirty="0">
                <a:solidFill>
                  <a:schemeClr val="tx1"/>
                </a:solidFill>
                <a:latin typeface=""/>
              </a:rPr>
              <a:t>A = 1.65V</a:t>
            </a:r>
            <a:r>
              <a:rPr lang="ja-JP" altLang="en-US" sz="2000" dirty="0">
                <a:solidFill>
                  <a:schemeClr val="tx1"/>
                </a:solidFill>
                <a:latin typeface=""/>
              </a:rPr>
              <a:t>で動作すべき</a:t>
            </a:r>
            <a:endParaRPr lang="en-US" altLang="ja-JP" sz="2000" dirty="0">
              <a:solidFill>
                <a:schemeClr val="tx1"/>
              </a:solidFill>
              <a:latin typeface=""/>
            </a:endParaRPr>
          </a:p>
          <a:p>
            <a:pPr marL="342900" indent="-342900">
              <a:buFont typeface="Arial" panose="020B0604020202020204" pitchFamily="34" charset="0"/>
              <a:buChar char="•"/>
            </a:pPr>
            <a:r>
              <a:rPr lang="ja-JP" altLang="en-US" sz="2000" dirty="0">
                <a:solidFill>
                  <a:schemeClr val="tx1"/>
                </a:solidFill>
                <a:latin typeface=""/>
              </a:rPr>
              <a:t>入力</a:t>
            </a:r>
            <a:r>
              <a:rPr lang="en-US" altLang="ja-JP" sz="2000" dirty="0">
                <a:solidFill>
                  <a:schemeClr val="tx1"/>
                </a:solidFill>
                <a:latin typeface=""/>
              </a:rPr>
              <a:t>A = 1.65V</a:t>
            </a:r>
            <a:r>
              <a:rPr lang="ja-JP" altLang="en-US" sz="2000" dirty="0">
                <a:solidFill>
                  <a:schemeClr val="tx1"/>
                </a:solidFill>
                <a:latin typeface=""/>
              </a:rPr>
              <a:t>より低い方向のため、</a:t>
            </a:r>
            <a:r>
              <a:rPr lang="en-US" altLang="ja-JP" sz="2000" dirty="0">
                <a:solidFill>
                  <a:schemeClr val="tx1"/>
                </a:solidFill>
                <a:latin typeface=""/>
              </a:rPr>
              <a:t>PMOS</a:t>
            </a:r>
            <a:r>
              <a:rPr lang="ja-JP" altLang="en-US" sz="2000" dirty="0">
                <a:solidFill>
                  <a:schemeClr val="tx1"/>
                </a:solidFill>
                <a:latin typeface=""/>
              </a:rPr>
              <a:t>の性能が低いことが原因</a:t>
            </a:r>
            <a:endParaRPr lang="en-US" altLang="ja-JP" sz="2000" dirty="0">
              <a:solidFill>
                <a:schemeClr val="tx1"/>
              </a:solidFill>
              <a:latin typeface=""/>
            </a:endParaRPr>
          </a:p>
          <a:p>
            <a:pPr marL="626364" lvl="1" indent="-342900"/>
            <a:r>
              <a:rPr kumimoji="1" lang="ja-JP" altLang="en-US" sz="2000" dirty="0">
                <a:solidFill>
                  <a:schemeClr val="tx1"/>
                </a:solidFill>
                <a:latin typeface=""/>
              </a:rPr>
              <a:t>対策</a:t>
            </a:r>
            <a:endParaRPr kumimoji="1" lang="en-US" altLang="ja-JP" sz="2000" dirty="0">
              <a:solidFill>
                <a:schemeClr val="tx1"/>
              </a:solidFill>
              <a:latin typeface=""/>
            </a:endParaRPr>
          </a:p>
          <a:p>
            <a:pPr marL="1028700" lvl="2" indent="-342900"/>
            <a:r>
              <a:rPr kumimoji="1" lang="en-US" altLang="ja-JP" sz="2000" dirty="0">
                <a:solidFill>
                  <a:schemeClr val="tx1"/>
                </a:solidFill>
                <a:latin typeface=""/>
              </a:rPr>
              <a:t>PMOS</a:t>
            </a:r>
            <a:r>
              <a:rPr kumimoji="1" lang="ja-JP" altLang="en-US" sz="2000" dirty="0">
                <a:solidFill>
                  <a:schemeClr val="tx1"/>
                </a:solidFill>
                <a:latin typeface=""/>
              </a:rPr>
              <a:t>の性能を上げる</a:t>
            </a:r>
            <a:endParaRPr kumimoji="1" lang="en-US" altLang="ja-JP" sz="2000" dirty="0">
              <a:solidFill>
                <a:schemeClr val="tx1"/>
              </a:solidFill>
              <a:latin typeface=""/>
            </a:endParaRPr>
          </a:p>
          <a:p>
            <a:pPr marL="1028700" lvl="2" indent="-342900"/>
            <a:r>
              <a:rPr lang="en-US" altLang="ja-JP" sz="2000" dirty="0">
                <a:solidFill>
                  <a:schemeClr val="tx1"/>
                </a:solidFill>
                <a:latin typeface=""/>
              </a:rPr>
              <a:t>NMOS</a:t>
            </a:r>
            <a:r>
              <a:rPr lang="ja-JP" altLang="en-US" sz="2000" dirty="0">
                <a:solidFill>
                  <a:schemeClr val="tx1"/>
                </a:solidFill>
                <a:latin typeface=""/>
              </a:rPr>
              <a:t>の性能を下げる</a:t>
            </a:r>
            <a:endParaRPr kumimoji="1" lang="ja-JP" altLang="en-US" sz="2000" dirty="0">
              <a:solidFill>
                <a:schemeClr val="tx1"/>
              </a:solidFill>
            </a:endParaRPr>
          </a:p>
          <a:p>
            <a:endParaRPr lang="ja-JP" altLang="en-US" dirty="0"/>
          </a:p>
        </p:txBody>
      </p:sp>
      <p:pic>
        <p:nvPicPr>
          <p:cNvPr id="8" name="コンテンツ プレースホルダー 7">
            <a:extLst>
              <a:ext uri="{FF2B5EF4-FFF2-40B4-BE49-F238E27FC236}">
                <a16:creationId xmlns:a16="http://schemas.microsoft.com/office/drawing/2014/main" id="{A478BF08-9005-3D2B-B1FA-5B8F190E9A22}"/>
              </a:ext>
            </a:extLst>
          </p:cNvPr>
          <p:cNvPicPr>
            <a:picLocks noGrp="1" noChangeAspect="1"/>
          </p:cNvPicPr>
          <p:nvPr>
            <p:ph sz="quarter" idx="13"/>
          </p:nvPr>
        </p:nvPicPr>
        <p:blipFill>
          <a:blip r:embed="rId2"/>
          <a:stretch>
            <a:fillRect/>
          </a:stretch>
        </p:blipFill>
        <p:spPr>
          <a:xfrm>
            <a:off x="200452" y="1195612"/>
            <a:ext cx="7065321" cy="5284271"/>
          </a:xfrm>
          <a:prstGeom prst="rect">
            <a:avLst/>
          </a:prstGeom>
        </p:spPr>
      </p:pic>
    </p:spTree>
    <p:extLst>
      <p:ext uri="{BB962C8B-B14F-4D97-AF65-F5344CB8AC3E}">
        <p14:creationId xmlns:p14="http://schemas.microsoft.com/office/powerpoint/2010/main" val="261409035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9EA82E-24B0-2B9A-FCD1-64F3AE318CD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EB80075-67F5-D424-B638-A73ECA0F1DF7}"/>
              </a:ext>
            </a:extLst>
          </p:cNvPr>
          <p:cNvSpPr>
            <a:spLocks noGrp="1"/>
          </p:cNvSpPr>
          <p:nvPr>
            <p:ph type="title"/>
          </p:nvPr>
        </p:nvSpPr>
        <p:spPr/>
        <p:txBody>
          <a:bodyPr/>
          <a:lstStyle/>
          <a:p>
            <a:r>
              <a:rPr lang="ja-JP" altLang="en-US" dirty="0"/>
              <a:t>インバータ回路ってなにもの？</a:t>
            </a:r>
            <a:endParaRPr kumimoji="1" lang="ja-JP" altLang="en-US" dirty="0"/>
          </a:p>
        </p:txBody>
      </p:sp>
      <p:sp>
        <p:nvSpPr>
          <p:cNvPr id="3" name="日付プレースホルダー 2">
            <a:extLst>
              <a:ext uri="{FF2B5EF4-FFF2-40B4-BE49-F238E27FC236}">
                <a16:creationId xmlns:a16="http://schemas.microsoft.com/office/drawing/2014/main" id="{EF749A1C-83FE-8F0F-B191-35F4F71FDBE4}"/>
              </a:ext>
            </a:extLst>
          </p:cNvPr>
          <p:cNvSpPr>
            <a:spLocks noGrp="1"/>
          </p:cNvSpPr>
          <p:nvPr>
            <p:ph type="dt" sz="half" idx="10"/>
          </p:nvPr>
        </p:nvSpPr>
        <p:spPr/>
        <p:txBody>
          <a:bodyPr/>
          <a:lstStyle/>
          <a:p>
            <a:pPr rtl="0"/>
            <a:fld id="{6F19E1F3-B630-4884-9EE4-CA91010BB78C}"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B60537F6-C0B9-9EDC-A5CF-F436BA20C682}"/>
              </a:ext>
            </a:extLst>
          </p:cNvPr>
          <p:cNvSpPr>
            <a:spLocks noGrp="1"/>
          </p:cNvSpPr>
          <p:nvPr>
            <p:ph type="sldNum" sz="quarter" idx="12"/>
          </p:nvPr>
        </p:nvSpPr>
        <p:spPr/>
        <p:txBody>
          <a:bodyPr/>
          <a:lstStyle/>
          <a:p>
            <a:pPr rtl="0"/>
            <a:fld id="{9860EDB8-5305-433F-BE41-D7A86D811DB3}" type="slidenum">
              <a:rPr lang="en-US" altLang="ja-JP" noProof="0" smtClean="0"/>
              <a:pPr rtl="0"/>
              <a:t>63</a:t>
            </a:fld>
            <a:endParaRPr lang="ja-JP" altLang="en-US" noProof="0"/>
          </a:p>
        </p:txBody>
      </p:sp>
      <p:pic>
        <p:nvPicPr>
          <p:cNvPr id="12" name="図 11">
            <a:extLst>
              <a:ext uri="{FF2B5EF4-FFF2-40B4-BE49-F238E27FC236}">
                <a16:creationId xmlns:a16="http://schemas.microsoft.com/office/drawing/2014/main" id="{915677CB-FAE6-0CA3-CC83-164DA63ED632}"/>
              </a:ext>
            </a:extLst>
          </p:cNvPr>
          <p:cNvPicPr>
            <a:picLocks noChangeAspect="1"/>
          </p:cNvPicPr>
          <p:nvPr/>
        </p:nvPicPr>
        <p:blipFill>
          <a:blip r:embed="rId2"/>
          <a:stretch>
            <a:fillRect/>
          </a:stretch>
        </p:blipFill>
        <p:spPr>
          <a:xfrm>
            <a:off x="7440985" y="1255951"/>
            <a:ext cx="4306516" cy="1236781"/>
          </a:xfrm>
          <a:prstGeom prst="rect">
            <a:avLst/>
          </a:prstGeom>
        </p:spPr>
      </p:pic>
      <p:sp>
        <p:nvSpPr>
          <p:cNvPr id="7" name="コンテンツ プレースホルダー 6">
            <a:extLst>
              <a:ext uri="{FF2B5EF4-FFF2-40B4-BE49-F238E27FC236}">
                <a16:creationId xmlns:a16="http://schemas.microsoft.com/office/drawing/2014/main" id="{5D2CAAF5-F746-D8FC-91CC-1387B11776F4}"/>
              </a:ext>
            </a:extLst>
          </p:cNvPr>
          <p:cNvSpPr>
            <a:spLocks noGrp="1"/>
          </p:cNvSpPr>
          <p:nvPr>
            <p:ph sz="quarter" idx="13"/>
          </p:nvPr>
        </p:nvSpPr>
        <p:spPr>
          <a:xfrm>
            <a:off x="444499" y="1463040"/>
            <a:ext cx="7336113" cy="557784"/>
          </a:xfrm>
        </p:spPr>
        <p:txBody>
          <a:bodyPr/>
          <a:lstStyle/>
          <a:p>
            <a:pPr marL="342900" indent="-342900">
              <a:buFont typeface="Arial" panose="020B0604020202020204" pitchFamily="34" charset="0"/>
              <a:buChar char="•"/>
            </a:pPr>
            <a:r>
              <a:rPr lang="ja-JP" altLang="en-US" sz="2000" dirty="0">
                <a:solidFill>
                  <a:schemeClr val="tx1"/>
                </a:solidFill>
                <a:latin typeface=""/>
              </a:rPr>
              <a:t>本来は、</a:t>
            </a:r>
            <a:r>
              <a:rPr lang="en-US" altLang="ja-JP" sz="2000" dirty="0">
                <a:solidFill>
                  <a:schemeClr val="tx1"/>
                </a:solidFill>
                <a:latin typeface=""/>
              </a:rPr>
              <a:t>VDD=5.0V</a:t>
            </a:r>
            <a:r>
              <a:rPr lang="ja-JP" altLang="en-US" sz="2000" dirty="0">
                <a:solidFill>
                  <a:schemeClr val="tx1"/>
                </a:solidFill>
                <a:latin typeface=""/>
              </a:rPr>
              <a:t>の半分である入力</a:t>
            </a:r>
            <a:r>
              <a:rPr lang="en-US" altLang="ja-JP" sz="2000" dirty="0">
                <a:solidFill>
                  <a:schemeClr val="tx1"/>
                </a:solidFill>
                <a:latin typeface=""/>
              </a:rPr>
              <a:t>A = 2.5V</a:t>
            </a:r>
            <a:r>
              <a:rPr lang="ja-JP" altLang="en-US" sz="2000" dirty="0">
                <a:solidFill>
                  <a:schemeClr val="tx1"/>
                </a:solidFill>
                <a:latin typeface=""/>
              </a:rPr>
              <a:t>で動作すべき</a:t>
            </a:r>
            <a:endParaRPr lang="en-US" altLang="ja-JP" sz="2000" dirty="0">
              <a:solidFill>
                <a:schemeClr val="tx1"/>
              </a:solidFill>
              <a:latin typeface=""/>
            </a:endParaRPr>
          </a:p>
        </p:txBody>
      </p:sp>
      <p:pic>
        <p:nvPicPr>
          <p:cNvPr id="11" name="コンテンツ プレースホルダー 15" descr="図形&#10;&#10;低い精度で自動的に生成された説明">
            <a:extLst>
              <a:ext uri="{FF2B5EF4-FFF2-40B4-BE49-F238E27FC236}">
                <a16:creationId xmlns:a16="http://schemas.microsoft.com/office/drawing/2014/main" id="{6B67BF5E-4FBF-9788-6743-3942CEA25296}"/>
              </a:ext>
            </a:extLst>
          </p:cNvPr>
          <p:cNvPicPr>
            <a:picLocks noChangeAspect="1"/>
          </p:cNvPicPr>
          <p:nvPr/>
        </p:nvPicPr>
        <p:blipFill>
          <a:blip r:embed="rId3"/>
          <a:stretch>
            <a:fillRect/>
          </a:stretch>
        </p:blipFill>
        <p:spPr>
          <a:xfrm>
            <a:off x="892270" y="2715823"/>
            <a:ext cx="3711568" cy="3711568"/>
          </a:xfrm>
          <a:prstGeom prst="rect">
            <a:avLst/>
          </a:prstGeom>
        </p:spPr>
      </p:pic>
      <p:pic>
        <p:nvPicPr>
          <p:cNvPr id="18" name="図 17">
            <a:extLst>
              <a:ext uri="{FF2B5EF4-FFF2-40B4-BE49-F238E27FC236}">
                <a16:creationId xmlns:a16="http://schemas.microsoft.com/office/drawing/2014/main" id="{548B1DDC-5AB2-5188-C732-DF15E0E47CC0}"/>
              </a:ext>
            </a:extLst>
          </p:cNvPr>
          <p:cNvPicPr>
            <a:picLocks noChangeAspect="1"/>
          </p:cNvPicPr>
          <p:nvPr/>
        </p:nvPicPr>
        <p:blipFill>
          <a:blip r:embed="rId4"/>
          <a:stretch>
            <a:fillRect/>
          </a:stretch>
        </p:blipFill>
        <p:spPr>
          <a:xfrm>
            <a:off x="5282661" y="2564138"/>
            <a:ext cx="6581225" cy="3933533"/>
          </a:xfrm>
          <a:prstGeom prst="rect">
            <a:avLst/>
          </a:prstGeom>
        </p:spPr>
      </p:pic>
      <p:sp>
        <p:nvSpPr>
          <p:cNvPr id="19" name="吹き出し: 角を丸めた四角形 18">
            <a:extLst>
              <a:ext uri="{FF2B5EF4-FFF2-40B4-BE49-F238E27FC236}">
                <a16:creationId xmlns:a16="http://schemas.microsoft.com/office/drawing/2014/main" id="{9D119888-F337-378A-B967-ADBC9DD553E3}"/>
              </a:ext>
            </a:extLst>
          </p:cNvPr>
          <p:cNvSpPr/>
          <p:nvPr/>
        </p:nvSpPr>
        <p:spPr>
          <a:xfrm>
            <a:off x="558495" y="2113524"/>
            <a:ext cx="1336010" cy="602299"/>
          </a:xfrm>
          <a:prstGeom prst="wedgeRoundRectCallout">
            <a:avLst>
              <a:gd name="adj1" fmla="val -1980"/>
              <a:gd name="adj2" fmla="val 79773"/>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kumimoji="1" lang="ja-JP" altLang="en-US" dirty="0"/>
              <a:t>電源：</a:t>
            </a:r>
            <a:r>
              <a:rPr kumimoji="1" lang="en-US" altLang="ja-JP" dirty="0"/>
              <a:t>5V</a:t>
            </a:r>
          </a:p>
        </p:txBody>
      </p:sp>
      <p:sp>
        <p:nvSpPr>
          <p:cNvPr id="20" name="吹き出し: 角を丸めた四角形 19">
            <a:extLst>
              <a:ext uri="{FF2B5EF4-FFF2-40B4-BE49-F238E27FC236}">
                <a16:creationId xmlns:a16="http://schemas.microsoft.com/office/drawing/2014/main" id="{3EA71409-A542-D4CE-D254-987B57FFAA0A}"/>
              </a:ext>
            </a:extLst>
          </p:cNvPr>
          <p:cNvSpPr/>
          <p:nvPr/>
        </p:nvSpPr>
        <p:spPr>
          <a:xfrm>
            <a:off x="3946651" y="3457780"/>
            <a:ext cx="1336010" cy="602299"/>
          </a:xfrm>
          <a:prstGeom prst="wedgeRoundRectCallout">
            <a:avLst>
              <a:gd name="adj1" fmla="val -38046"/>
              <a:gd name="adj2" fmla="val 102500"/>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kumimoji="1" lang="ja-JP" altLang="en-US" dirty="0"/>
              <a:t>出力：</a:t>
            </a:r>
            <a:r>
              <a:rPr kumimoji="1" lang="en-US" altLang="ja-JP" dirty="0"/>
              <a:t>5V</a:t>
            </a:r>
          </a:p>
        </p:txBody>
      </p:sp>
      <p:sp>
        <p:nvSpPr>
          <p:cNvPr id="21" name="吹き出し: 角を丸めた四角形 20">
            <a:extLst>
              <a:ext uri="{FF2B5EF4-FFF2-40B4-BE49-F238E27FC236}">
                <a16:creationId xmlns:a16="http://schemas.microsoft.com/office/drawing/2014/main" id="{1A8D971B-A07C-1BCA-9FD2-0F5980FAC770}"/>
              </a:ext>
            </a:extLst>
          </p:cNvPr>
          <p:cNvSpPr/>
          <p:nvPr/>
        </p:nvSpPr>
        <p:spPr>
          <a:xfrm>
            <a:off x="207971" y="3676371"/>
            <a:ext cx="1412761" cy="602299"/>
          </a:xfrm>
          <a:prstGeom prst="wedgeRoundRectCallout">
            <a:avLst>
              <a:gd name="adj1" fmla="val 35315"/>
              <a:gd name="adj2" fmla="val 87045"/>
              <a:gd name="adj3" fmla="val 16667"/>
            </a:avLst>
          </a:prstGeom>
        </p:spPr>
        <p:style>
          <a:lnRef idx="1">
            <a:schemeClr val="accent4"/>
          </a:lnRef>
          <a:fillRef idx="2">
            <a:schemeClr val="accent4"/>
          </a:fillRef>
          <a:effectRef idx="1">
            <a:schemeClr val="accent4"/>
          </a:effectRef>
          <a:fontRef idx="minor">
            <a:schemeClr val="dk1"/>
          </a:fontRef>
        </p:style>
        <p:txBody>
          <a:bodyPr rtlCol="0" anchor="ctr"/>
          <a:lstStyle/>
          <a:p>
            <a:pPr algn="ctr"/>
            <a:r>
              <a:rPr kumimoji="1" lang="ja-JP" altLang="en-US" dirty="0"/>
              <a:t>入力：</a:t>
            </a:r>
            <a:r>
              <a:rPr kumimoji="1" lang="en-US" altLang="ja-JP"/>
              <a:t>1.8V</a:t>
            </a:r>
            <a:endParaRPr kumimoji="1" lang="en-US" altLang="ja-JP" dirty="0"/>
          </a:p>
        </p:txBody>
      </p:sp>
    </p:spTree>
    <p:extLst>
      <p:ext uri="{BB962C8B-B14F-4D97-AF65-F5344CB8AC3E}">
        <p14:creationId xmlns:p14="http://schemas.microsoft.com/office/powerpoint/2010/main" val="106617289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図 19">
            <a:extLst>
              <a:ext uri="{FF2B5EF4-FFF2-40B4-BE49-F238E27FC236}">
                <a16:creationId xmlns:a16="http://schemas.microsoft.com/office/drawing/2014/main" id="{54FC473D-E110-E173-BBC8-4A7980C27364}"/>
              </a:ext>
            </a:extLst>
          </p:cNvPr>
          <p:cNvPicPr>
            <a:picLocks noChangeAspect="1"/>
          </p:cNvPicPr>
          <p:nvPr/>
        </p:nvPicPr>
        <p:blipFill>
          <a:blip r:embed="rId2"/>
          <a:stretch>
            <a:fillRect/>
          </a:stretch>
        </p:blipFill>
        <p:spPr>
          <a:xfrm>
            <a:off x="6270628" y="1965716"/>
            <a:ext cx="3015797" cy="4156543"/>
          </a:xfrm>
          <a:prstGeom prst="rect">
            <a:avLst/>
          </a:prstGeom>
        </p:spPr>
      </p:pic>
      <p:sp>
        <p:nvSpPr>
          <p:cNvPr id="2" name="タイトル 1">
            <a:extLst>
              <a:ext uri="{FF2B5EF4-FFF2-40B4-BE49-F238E27FC236}">
                <a16:creationId xmlns:a16="http://schemas.microsoft.com/office/drawing/2014/main" id="{6C930C03-EC22-0342-16D9-D3E101590D2B}"/>
              </a:ext>
            </a:extLst>
          </p:cNvPr>
          <p:cNvSpPr>
            <a:spLocks noGrp="1"/>
          </p:cNvSpPr>
          <p:nvPr>
            <p:ph type="title"/>
          </p:nvPr>
        </p:nvSpPr>
        <p:spPr/>
        <p:txBody>
          <a:bodyPr/>
          <a:lstStyle/>
          <a:p>
            <a:r>
              <a:rPr kumimoji="1" lang="ja-JP" altLang="en-US" dirty="0"/>
              <a:t>トランジスタのパラメータ</a:t>
            </a:r>
          </a:p>
        </p:txBody>
      </p:sp>
      <p:sp>
        <p:nvSpPr>
          <p:cNvPr id="3" name="日付プレースホルダー 2">
            <a:extLst>
              <a:ext uri="{FF2B5EF4-FFF2-40B4-BE49-F238E27FC236}">
                <a16:creationId xmlns:a16="http://schemas.microsoft.com/office/drawing/2014/main" id="{3E8FCFB6-5A35-98CB-2B21-C5B356767AC7}"/>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45A38BC6-7876-B78B-A8BE-2218DD5061BC}"/>
              </a:ext>
            </a:extLst>
          </p:cNvPr>
          <p:cNvSpPr>
            <a:spLocks noGrp="1"/>
          </p:cNvSpPr>
          <p:nvPr>
            <p:ph type="sldNum" sz="quarter" idx="12"/>
          </p:nvPr>
        </p:nvSpPr>
        <p:spPr/>
        <p:txBody>
          <a:bodyPr/>
          <a:lstStyle/>
          <a:p>
            <a:pPr rtl="0"/>
            <a:fld id="{9860EDB8-5305-433F-BE41-D7A86D811DB3}" type="slidenum">
              <a:rPr lang="en-US" altLang="ja-JP" noProof="0" smtClean="0"/>
              <a:pPr rtl="0"/>
              <a:t>64</a:t>
            </a:fld>
            <a:endParaRPr lang="ja-JP" altLang="en-US" noProof="0"/>
          </a:p>
        </p:txBody>
      </p:sp>
      <p:sp>
        <p:nvSpPr>
          <p:cNvPr id="5" name="コンテンツ プレースホルダー 4">
            <a:extLst>
              <a:ext uri="{FF2B5EF4-FFF2-40B4-BE49-F238E27FC236}">
                <a16:creationId xmlns:a16="http://schemas.microsoft.com/office/drawing/2014/main" id="{673D62D2-0B76-1A0B-0F4A-EF55BE5811F5}"/>
              </a:ext>
            </a:extLst>
          </p:cNvPr>
          <p:cNvSpPr>
            <a:spLocks noGrp="1"/>
          </p:cNvSpPr>
          <p:nvPr>
            <p:ph sz="quarter" idx="13"/>
          </p:nvPr>
        </p:nvSpPr>
        <p:spPr/>
        <p:txBody>
          <a:bodyPr>
            <a:normAutofit/>
          </a:bodyPr>
          <a:lstStyle/>
          <a:p>
            <a:pPr marL="285750" indent="-285750">
              <a:buFont typeface="Arial" panose="020B0604020202020204" pitchFamily="34" charset="0"/>
              <a:buChar char="•"/>
            </a:pPr>
            <a:r>
              <a:rPr kumimoji="1" lang="ja-JP" altLang="en-US" sz="1800" dirty="0"/>
              <a:t>基本は</a:t>
            </a:r>
            <a:r>
              <a:rPr kumimoji="1" lang="en-US" altLang="ja-JP" sz="1800" dirty="0"/>
              <a:t>W</a:t>
            </a:r>
            <a:r>
              <a:rPr kumimoji="1" lang="ja-JP" altLang="en-US" sz="1800" dirty="0"/>
              <a:t>と</a:t>
            </a:r>
            <a:r>
              <a:rPr kumimoji="1" lang="en-US" altLang="ja-JP" sz="1800" dirty="0"/>
              <a:t>L</a:t>
            </a:r>
            <a:r>
              <a:rPr kumimoji="1" lang="ja-JP" altLang="en-US" sz="1800" dirty="0"/>
              <a:t>を変える</a:t>
            </a:r>
            <a:endParaRPr kumimoji="1" lang="en-US" altLang="ja-JP" sz="1800" dirty="0"/>
          </a:p>
          <a:p>
            <a:pPr marL="569214" lvl="1" indent="-285750"/>
            <a:r>
              <a:rPr lang="en-US" altLang="ja-JP" sz="1800" dirty="0"/>
              <a:t>W	</a:t>
            </a:r>
            <a:r>
              <a:rPr lang="ja-JP" altLang="en-US" sz="1800" dirty="0"/>
              <a:t>：チャネル幅</a:t>
            </a:r>
            <a:endParaRPr lang="en-US" altLang="ja-JP" sz="1800" dirty="0"/>
          </a:p>
          <a:p>
            <a:pPr marL="569214" lvl="1" indent="-285750"/>
            <a:r>
              <a:rPr lang="en-US" altLang="ja-JP" sz="1800" dirty="0"/>
              <a:t>L	</a:t>
            </a:r>
            <a:r>
              <a:rPr lang="ja-JP" altLang="en-US" sz="1800" dirty="0"/>
              <a:t>：チャネル長（</a:t>
            </a:r>
            <a:r>
              <a:rPr lang="en-US" altLang="ja-JP" sz="1800" dirty="0"/>
              <a:t>※</a:t>
            </a:r>
            <a:r>
              <a:rPr lang="ja-JP" altLang="en-US" sz="1800" dirty="0"/>
              <a:t>実際のチャネル長はちょっと短い）</a:t>
            </a:r>
            <a:endParaRPr kumimoji="1" lang="en-US" altLang="ja-JP" sz="1800" dirty="0"/>
          </a:p>
          <a:p>
            <a:pPr marL="285750" indent="-285750">
              <a:buFont typeface="Arial" panose="020B0604020202020204" pitchFamily="34" charset="0"/>
              <a:buChar char="•"/>
            </a:pPr>
            <a:r>
              <a:rPr lang="ja-JP" altLang="en-US" sz="1800" b="1" dirty="0">
                <a:solidFill>
                  <a:srgbClr val="FF0000"/>
                </a:solidFill>
              </a:rPr>
              <a:t>ゲートと拡散層の重なった部分がトランジスタ本体</a:t>
            </a:r>
            <a:br>
              <a:rPr lang="en-US" altLang="ja-JP" sz="1800" dirty="0"/>
            </a:br>
            <a:r>
              <a:rPr lang="ja-JP" altLang="en-US" sz="1800" dirty="0"/>
              <a:t>ゲートに充分な電位を与えると</a:t>
            </a:r>
            <a:r>
              <a:rPr lang="ja-JP" altLang="en-US" sz="1800" b="1" dirty="0">
                <a:solidFill>
                  <a:srgbClr val="FF0000"/>
                </a:solidFill>
              </a:rPr>
              <a:t>チャネル</a:t>
            </a:r>
            <a:r>
              <a:rPr lang="ja-JP" altLang="en-US" sz="1800" dirty="0"/>
              <a:t>が形成</a:t>
            </a:r>
            <a:endParaRPr lang="en-US" altLang="ja-JP" sz="1800" dirty="0"/>
          </a:p>
          <a:p>
            <a:pPr marL="285750" indent="-285750">
              <a:buFont typeface="Arial" panose="020B0604020202020204" pitchFamily="34" charset="0"/>
              <a:buChar char="•"/>
            </a:pPr>
            <a:r>
              <a:rPr lang="en-US" altLang="ja-JP" sz="1800" dirty="0"/>
              <a:t>m,</a:t>
            </a:r>
            <a:r>
              <a:rPr lang="ja-JP" altLang="en-US" sz="1800" dirty="0"/>
              <a:t> </a:t>
            </a:r>
            <a:r>
              <a:rPr lang="en-US" altLang="ja-JP" sz="1800" dirty="0" err="1"/>
              <a:t>nf</a:t>
            </a:r>
            <a:r>
              <a:rPr lang="en-US" altLang="ja-JP" sz="1800" dirty="0"/>
              <a:t>, mf </a:t>
            </a:r>
            <a:r>
              <a:rPr lang="ja-JP" altLang="en-US" sz="1800" dirty="0"/>
              <a:t>などはゲートの本数（マルチフィンガー）　</a:t>
            </a:r>
            <a:r>
              <a:rPr lang="en-US" altLang="ja-JP" sz="1800" dirty="0"/>
              <a:t> </a:t>
            </a:r>
            <a:endParaRPr kumimoji="1" lang="ja-JP" altLang="en-US" sz="1800" dirty="0"/>
          </a:p>
        </p:txBody>
      </p:sp>
      <p:cxnSp>
        <p:nvCxnSpPr>
          <p:cNvPr id="7" name="直線矢印コネクタ 6">
            <a:extLst>
              <a:ext uri="{FF2B5EF4-FFF2-40B4-BE49-F238E27FC236}">
                <a16:creationId xmlns:a16="http://schemas.microsoft.com/office/drawing/2014/main" id="{0D71352B-9953-A785-D1E9-18FDCB615480}"/>
              </a:ext>
            </a:extLst>
          </p:cNvPr>
          <p:cNvCxnSpPr>
            <a:cxnSpLocks/>
          </p:cNvCxnSpPr>
          <p:nvPr/>
        </p:nvCxnSpPr>
        <p:spPr>
          <a:xfrm>
            <a:off x="7543324" y="4095420"/>
            <a:ext cx="383106"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 name="直線矢印コネクタ 7">
            <a:extLst>
              <a:ext uri="{FF2B5EF4-FFF2-40B4-BE49-F238E27FC236}">
                <a16:creationId xmlns:a16="http://schemas.microsoft.com/office/drawing/2014/main" id="{F93ABDA2-2CA4-15AC-F566-E0C98F22E929}"/>
              </a:ext>
            </a:extLst>
          </p:cNvPr>
          <p:cNvCxnSpPr>
            <a:cxnSpLocks/>
          </p:cNvCxnSpPr>
          <p:nvPr/>
        </p:nvCxnSpPr>
        <p:spPr>
          <a:xfrm>
            <a:off x="7730781" y="2537827"/>
            <a:ext cx="0" cy="2977912"/>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4B44759B-2F8F-2DF7-09D6-E790C99B5775}"/>
                  </a:ext>
                </a:extLst>
              </p:cNvPr>
              <p:cNvSpPr txBox="1"/>
              <p:nvPr/>
            </p:nvSpPr>
            <p:spPr>
              <a:xfrm>
                <a:off x="8025956" y="3956920"/>
                <a:ext cx="524118" cy="277064"/>
              </a:xfrm>
              <a:prstGeom prst="rect">
                <a:avLst/>
              </a:prstGeom>
              <a:noFill/>
            </p:spPr>
            <p:txBody>
              <a:bodyPr wrap="none" lIns="0" tIns="0" rIns="0" bIns="0" rtlCol="0">
                <a:spAutoFit/>
              </a:bodyPr>
              <a:lstStyle/>
              <a:p>
                <a:pPr/>
                <a14:m>
                  <m:oMathPara xmlns:m="http://schemas.openxmlformats.org/officeDocument/2006/math">
                    <m:oMath>
                      <m:r>
                        <a:rPr kumimoji="1" lang="en-US" altLang="ja-JP" b="0" i="1" smtClean="0">
                          <a:solidFill>
                            <a:schemeClr val="bg1"/>
                          </a:solidFill>
                          <a:latin typeface="Cambria Math" panose="02040503050406030204" pitchFamily="18" charset="0"/>
                        </a:rPr>
                        <m:t>𝐿</m:t>
                      </m:r>
                    </m:oMath>
                  </m:oMathPara>
                </a14:m>
                <a:br>
                  <a:rPr kumimoji="1" lang="en-US" altLang="ja-JP" b="0" i="1" dirty="0">
                    <a:solidFill>
                      <a:schemeClr val="bg1"/>
                    </a:solidFill>
                    <a:latin typeface="Cambria Math" panose="02040503050406030204" pitchFamily="18" charset="0"/>
                  </a:rPr>
                </a:br>
                <a:endParaRPr kumimoji="1" lang="ja-JP" altLang="en-US" dirty="0">
                  <a:solidFill>
                    <a:schemeClr val="bg1"/>
                  </a:solidFill>
                </a:endParaRPr>
              </a:p>
            </p:txBody>
          </p:sp>
        </mc:Choice>
        <mc:Fallback xmlns="">
          <p:sp>
            <p:nvSpPr>
              <p:cNvPr id="9" name="テキスト ボックス 8">
                <a:extLst>
                  <a:ext uri="{FF2B5EF4-FFF2-40B4-BE49-F238E27FC236}">
                    <a16:creationId xmlns:a16="http://schemas.microsoft.com/office/drawing/2014/main" id="{4B44759B-2F8F-2DF7-09D6-E790C99B5775}"/>
                  </a:ext>
                </a:extLst>
              </p:cNvPr>
              <p:cNvSpPr txBox="1">
                <a:spLocks noRot="1" noChangeAspect="1" noMove="1" noResize="1" noEditPoints="1" noAdjustHandles="1" noChangeArrowheads="1" noChangeShapeType="1" noTextEdit="1"/>
              </p:cNvSpPr>
              <p:nvPr/>
            </p:nvSpPr>
            <p:spPr>
              <a:xfrm>
                <a:off x="8025956" y="3956920"/>
                <a:ext cx="524118" cy="277064"/>
              </a:xfrm>
              <a:prstGeom prst="rect">
                <a:avLst/>
              </a:prstGeom>
              <a:blipFill>
                <a:blip r:embed="rId3"/>
                <a:stretch>
                  <a:fillRect b="-869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0" name="テキスト ボックス 9">
                <a:extLst>
                  <a:ext uri="{FF2B5EF4-FFF2-40B4-BE49-F238E27FC236}">
                    <a16:creationId xmlns:a16="http://schemas.microsoft.com/office/drawing/2014/main" id="{A6B7D764-8ADE-E442-641A-77133C240AAC}"/>
                  </a:ext>
                </a:extLst>
              </p:cNvPr>
              <p:cNvSpPr txBox="1"/>
              <p:nvPr/>
            </p:nvSpPr>
            <p:spPr>
              <a:xfrm>
                <a:off x="7597465" y="5590599"/>
                <a:ext cx="279948" cy="276999"/>
              </a:xfrm>
              <a:prstGeom prst="rect">
                <a:avLst/>
              </a:prstGeom>
              <a:noFill/>
            </p:spPr>
            <p:txBody>
              <a:bodyPr wrap="none" lIns="0" tIns="0" rIns="0" bIns="0" rtlCol="0">
                <a:spAutoFit/>
              </a:bodyPr>
              <a:lstStyle/>
              <a:p>
                <a:pPr algn="ctr"/>
                <a14:m>
                  <m:oMathPara xmlns:m="http://schemas.openxmlformats.org/officeDocument/2006/math">
                    <m:oMath>
                      <m:r>
                        <a:rPr kumimoji="1" lang="en-US" altLang="ja-JP" b="0" i="1" smtClean="0">
                          <a:solidFill>
                            <a:schemeClr val="bg1"/>
                          </a:solidFill>
                          <a:latin typeface="Cambria Math" panose="02040503050406030204" pitchFamily="18" charset="0"/>
                        </a:rPr>
                        <m:t>𝑊</m:t>
                      </m:r>
                    </m:oMath>
                  </m:oMathPara>
                </a14:m>
                <a:endParaRPr kumimoji="1" lang="en-US" altLang="ja-JP" b="0" i="1" dirty="0">
                  <a:solidFill>
                    <a:schemeClr val="bg1"/>
                  </a:solidFill>
                  <a:latin typeface="Cambria Math" panose="02040503050406030204" pitchFamily="18" charset="0"/>
                </a:endParaRPr>
              </a:p>
            </p:txBody>
          </p:sp>
        </mc:Choice>
        <mc:Fallback xmlns="">
          <p:sp>
            <p:nvSpPr>
              <p:cNvPr id="10" name="テキスト ボックス 9">
                <a:extLst>
                  <a:ext uri="{FF2B5EF4-FFF2-40B4-BE49-F238E27FC236}">
                    <a16:creationId xmlns:a16="http://schemas.microsoft.com/office/drawing/2014/main" id="{A6B7D764-8ADE-E442-641A-77133C240AAC}"/>
                  </a:ext>
                </a:extLst>
              </p:cNvPr>
              <p:cNvSpPr txBox="1">
                <a:spLocks noRot="1" noChangeAspect="1" noMove="1" noResize="1" noEditPoints="1" noAdjustHandles="1" noChangeArrowheads="1" noChangeShapeType="1" noTextEdit="1"/>
              </p:cNvSpPr>
              <p:nvPr/>
            </p:nvSpPr>
            <p:spPr>
              <a:xfrm>
                <a:off x="7597465" y="5590599"/>
                <a:ext cx="279948" cy="276999"/>
              </a:xfrm>
              <a:prstGeom prst="rect">
                <a:avLst/>
              </a:prstGeom>
              <a:blipFill>
                <a:blip r:embed="rId4"/>
                <a:stretch>
                  <a:fillRect l="-28261" r="-8696" b="-8696"/>
                </a:stretch>
              </a:blipFill>
            </p:spPr>
            <p:txBody>
              <a:bodyPr/>
              <a:lstStyle/>
              <a:p>
                <a:r>
                  <a:rPr lang="ja-JP" altLang="en-US">
                    <a:noFill/>
                  </a:rPr>
                  <a:t> </a:t>
                </a:r>
              </a:p>
            </p:txBody>
          </p:sp>
        </mc:Fallback>
      </mc:AlternateContent>
      <p:sp>
        <p:nvSpPr>
          <p:cNvPr id="11" name="矢印: 左右 10">
            <a:extLst>
              <a:ext uri="{FF2B5EF4-FFF2-40B4-BE49-F238E27FC236}">
                <a16:creationId xmlns:a16="http://schemas.microsoft.com/office/drawing/2014/main" id="{78755E70-F26D-9909-062B-6C99E8964431}"/>
              </a:ext>
            </a:extLst>
          </p:cNvPr>
          <p:cNvSpPr/>
          <p:nvPr/>
        </p:nvSpPr>
        <p:spPr>
          <a:xfrm>
            <a:off x="6542606" y="3213480"/>
            <a:ext cx="2430250" cy="337616"/>
          </a:xfrm>
          <a:prstGeom prst="leftRightArrow">
            <a:avLst/>
          </a:prstGeom>
          <a:solidFill>
            <a:srgbClr val="00B0F0"/>
          </a:solidFill>
          <a:ln>
            <a:solidFill>
              <a:srgbClr val="0070C0"/>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12" name="正方形/長方形 11">
            <a:extLst>
              <a:ext uri="{FF2B5EF4-FFF2-40B4-BE49-F238E27FC236}">
                <a16:creationId xmlns:a16="http://schemas.microsoft.com/office/drawing/2014/main" id="{A36EA36A-5813-8506-BECD-919AD1FC9F90}"/>
              </a:ext>
            </a:extLst>
          </p:cNvPr>
          <p:cNvSpPr/>
          <p:nvPr/>
        </p:nvSpPr>
        <p:spPr>
          <a:xfrm>
            <a:off x="9518295" y="2650048"/>
            <a:ext cx="2133600" cy="272544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正方形/長方形 12">
            <a:extLst>
              <a:ext uri="{FF2B5EF4-FFF2-40B4-BE49-F238E27FC236}">
                <a16:creationId xmlns:a16="http://schemas.microsoft.com/office/drawing/2014/main" id="{F5BC72BA-20CB-1844-DAF0-0E9D1045054A}"/>
              </a:ext>
            </a:extLst>
          </p:cNvPr>
          <p:cNvSpPr/>
          <p:nvPr/>
        </p:nvSpPr>
        <p:spPr>
          <a:xfrm>
            <a:off x="10346970" y="2023047"/>
            <a:ext cx="476250" cy="3783142"/>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B24D2D76-DFAB-A483-20D5-7FD0FC3A136C}"/>
              </a:ext>
            </a:extLst>
          </p:cNvPr>
          <p:cNvSpPr/>
          <p:nvPr/>
        </p:nvSpPr>
        <p:spPr>
          <a:xfrm>
            <a:off x="10346970" y="2652083"/>
            <a:ext cx="476250" cy="2725445"/>
          </a:xfrm>
          <a:prstGeom prst="rect">
            <a:avLst/>
          </a:prstGeom>
          <a:solidFill>
            <a:srgbClr val="0070C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0BB7C41C-8C8A-631B-AA95-82EFA7D0C408}"/>
              </a:ext>
            </a:extLst>
          </p:cNvPr>
          <p:cNvSpPr txBox="1"/>
          <p:nvPr/>
        </p:nvSpPr>
        <p:spPr>
          <a:xfrm>
            <a:off x="10363618" y="3135606"/>
            <a:ext cx="476250" cy="1754326"/>
          </a:xfrm>
          <a:prstGeom prst="rect">
            <a:avLst/>
          </a:prstGeom>
          <a:noFill/>
        </p:spPr>
        <p:txBody>
          <a:bodyPr wrap="square" rtlCol="0">
            <a:spAutoFit/>
          </a:bodyPr>
          <a:lstStyle/>
          <a:p>
            <a:r>
              <a:rPr kumimoji="1" lang="ja-JP" altLang="en-US" dirty="0">
                <a:solidFill>
                  <a:schemeClr val="bg1"/>
                </a:solidFill>
              </a:rPr>
              <a:t>ほぼ</a:t>
            </a:r>
            <a:endParaRPr kumimoji="1" lang="en-US" altLang="ja-JP" dirty="0">
              <a:solidFill>
                <a:schemeClr val="bg1"/>
              </a:solidFill>
            </a:endParaRPr>
          </a:p>
          <a:p>
            <a:r>
              <a:rPr kumimoji="1" lang="ja-JP" altLang="en-US" dirty="0">
                <a:solidFill>
                  <a:schemeClr val="bg1"/>
                </a:solidFill>
              </a:rPr>
              <a:t>チャネル</a:t>
            </a:r>
            <a:endParaRPr kumimoji="1" lang="en-US" altLang="ja-JP" dirty="0">
              <a:solidFill>
                <a:schemeClr val="bg1"/>
              </a:solidFill>
            </a:endParaRPr>
          </a:p>
        </p:txBody>
      </p:sp>
      <p:sp>
        <p:nvSpPr>
          <p:cNvPr id="16" name="テキスト ボックス 15">
            <a:extLst>
              <a:ext uri="{FF2B5EF4-FFF2-40B4-BE49-F238E27FC236}">
                <a16:creationId xmlns:a16="http://schemas.microsoft.com/office/drawing/2014/main" id="{BBFA34C0-62F2-59DD-1D51-A26EA4C9C5C1}"/>
              </a:ext>
            </a:extLst>
          </p:cNvPr>
          <p:cNvSpPr txBox="1"/>
          <p:nvPr/>
        </p:nvSpPr>
        <p:spPr>
          <a:xfrm>
            <a:off x="9733934" y="3412605"/>
            <a:ext cx="409303" cy="1200329"/>
          </a:xfrm>
          <a:prstGeom prst="rect">
            <a:avLst/>
          </a:prstGeom>
          <a:noFill/>
        </p:spPr>
        <p:txBody>
          <a:bodyPr wrap="square" rtlCol="0">
            <a:spAutoFit/>
          </a:bodyPr>
          <a:lstStyle/>
          <a:p>
            <a:r>
              <a:rPr kumimoji="1" lang="ja-JP" altLang="en-US" dirty="0"/>
              <a:t>ドレイン</a:t>
            </a:r>
          </a:p>
        </p:txBody>
      </p:sp>
      <p:sp>
        <p:nvSpPr>
          <p:cNvPr id="17" name="テキスト ボックス 16">
            <a:extLst>
              <a:ext uri="{FF2B5EF4-FFF2-40B4-BE49-F238E27FC236}">
                <a16:creationId xmlns:a16="http://schemas.microsoft.com/office/drawing/2014/main" id="{B9E6F7A7-EA24-33F2-E5B0-CD0D495648F3}"/>
              </a:ext>
            </a:extLst>
          </p:cNvPr>
          <p:cNvSpPr txBox="1"/>
          <p:nvPr/>
        </p:nvSpPr>
        <p:spPr>
          <a:xfrm>
            <a:off x="11010722" y="3551104"/>
            <a:ext cx="409303" cy="923330"/>
          </a:xfrm>
          <a:prstGeom prst="rect">
            <a:avLst/>
          </a:prstGeom>
          <a:noFill/>
        </p:spPr>
        <p:txBody>
          <a:bodyPr wrap="square" rtlCol="0">
            <a:spAutoFit/>
          </a:bodyPr>
          <a:lstStyle/>
          <a:p>
            <a:r>
              <a:rPr kumimoji="1" lang="ja-JP" altLang="en-US" dirty="0"/>
              <a:t>ソ｜ス</a:t>
            </a:r>
          </a:p>
        </p:txBody>
      </p:sp>
      <p:sp>
        <p:nvSpPr>
          <p:cNvPr id="18" name="テキスト ボックス 17">
            <a:extLst>
              <a:ext uri="{FF2B5EF4-FFF2-40B4-BE49-F238E27FC236}">
                <a16:creationId xmlns:a16="http://schemas.microsoft.com/office/drawing/2014/main" id="{99657E91-B183-486E-B185-C7212072EFB7}"/>
              </a:ext>
            </a:extLst>
          </p:cNvPr>
          <p:cNvSpPr txBox="1"/>
          <p:nvPr/>
        </p:nvSpPr>
        <p:spPr>
          <a:xfrm>
            <a:off x="9984204" y="1614948"/>
            <a:ext cx="1201782" cy="369332"/>
          </a:xfrm>
          <a:prstGeom prst="rect">
            <a:avLst/>
          </a:prstGeom>
          <a:noFill/>
        </p:spPr>
        <p:txBody>
          <a:bodyPr wrap="square" rtlCol="0">
            <a:spAutoFit/>
          </a:bodyPr>
          <a:lstStyle/>
          <a:p>
            <a:pPr algn="ctr"/>
            <a:r>
              <a:rPr kumimoji="1" lang="ja-JP" altLang="en-US" dirty="0">
                <a:solidFill>
                  <a:srgbClr val="FF0000"/>
                </a:solidFill>
              </a:rPr>
              <a:t>ゲート</a:t>
            </a:r>
          </a:p>
        </p:txBody>
      </p:sp>
    </p:spTree>
    <p:extLst>
      <p:ext uri="{BB962C8B-B14F-4D97-AF65-F5344CB8AC3E}">
        <p14:creationId xmlns:p14="http://schemas.microsoft.com/office/powerpoint/2010/main" val="108793988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正方形/長方形 28">
            <a:extLst>
              <a:ext uri="{FF2B5EF4-FFF2-40B4-BE49-F238E27FC236}">
                <a16:creationId xmlns:a16="http://schemas.microsoft.com/office/drawing/2014/main" id="{04E293D9-E058-3588-CB46-CF463ABECECA}"/>
              </a:ext>
            </a:extLst>
          </p:cNvPr>
          <p:cNvSpPr/>
          <p:nvPr/>
        </p:nvSpPr>
        <p:spPr>
          <a:xfrm>
            <a:off x="7438564" y="3600196"/>
            <a:ext cx="1739772" cy="1354576"/>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1" name="正方形/長方形 80">
            <a:extLst>
              <a:ext uri="{FF2B5EF4-FFF2-40B4-BE49-F238E27FC236}">
                <a16:creationId xmlns:a16="http://schemas.microsoft.com/office/drawing/2014/main" id="{ADC4AE93-FF30-0331-D937-B351345514FE}"/>
              </a:ext>
            </a:extLst>
          </p:cNvPr>
          <p:cNvSpPr/>
          <p:nvPr/>
        </p:nvSpPr>
        <p:spPr>
          <a:xfrm rot="5400000">
            <a:off x="7505486" y="3532184"/>
            <a:ext cx="2722552" cy="445532"/>
          </a:xfrm>
          <a:prstGeom prst="rect">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84D8B704-2A44-3507-DBDC-33C165ED4BC6}"/>
              </a:ext>
            </a:extLst>
          </p:cNvPr>
          <p:cNvSpPr>
            <a:spLocks noGrp="1"/>
          </p:cNvSpPr>
          <p:nvPr>
            <p:ph type="title"/>
          </p:nvPr>
        </p:nvSpPr>
        <p:spPr/>
        <p:txBody>
          <a:bodyPr/>
          <a:lstStyle/>
          <a:p>
            <a:r>
              <a:rPr lang="ja-JP" altLang="en-US" dirty="0"/>
              <a:t>チャネル幅　</a:t>
            </a:r>
            <a:r>
              <a:rPr kumimoji="1" lang="en-US" altLang="ja-JP" dirty="0"/>
              <a:t>W</a:t>
            </a:r>
            <a:r>
              <a:rPr lang="ja-JP" altLang="en-US" dirty="0"/>
              <a:t>を変えるとどうなる？</a:t>
            </a:r>
            <a:endParaRPr kumimoji="1" lang="ja-JP" altLang="en-US" dirty="0"/>
          </a:p>
        </p:txBody>
      </p:sp>
      <p:sp>
        <p:nvSpPr>
          <p:cNvPr id="3" name="日付プレースホルダー 2">
            <a:extLst>
              <a:ext uri="{FF2B5EF4-FFF2-40B4-BE49-F238E27FC236}">
                <a16:creationId xmlns:a16="http://schemas.microsoft.com/office/drawing/2014/main" id="{48FC6C92-1A03-7BB7-D07A-33CEFCC3FDF8}"/>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8737296A-84A9-1904-B69B-F62BF2925429}"/>
              </a:ext>
            </a:extLst>
          </p:cNvPr>
          <p:cNvSpPr>
            <a:spLocks noGrp="1"/>
          </p:cNvSpPr>
          <p:nvPr>
            <p:ph type="sldNum" sz="quarter" idx="12"/>
          </p:nvPr>
        </p:nvSpPr>
        <p:spPr/>
        <p:txBody>
          <a:bodyPr/>
          <a:lstStyle/>
          <a:p>
            <a:pPr rtl="0"/>
            <a:fld id="{9860EDB8-5305-433F-BE41-D7A86D811DB3}" type="slidenum">
              <a:rPr lang="en-US" altLang="ja-JP" noProof="0" smtClean="0"/>
              <a:pPr rtl="0"/>
              <a:t>65</a:t>
            </a:fld>
            <a:endParaRPr lang="ja-JP" altLang="en-US" noProof="0"/>
          </a:p>
        </p:txBody>
      </p:sp>
      <p:sp>
        <p:nvSpPr>
          <p:cNvPr id="5" name="コンテンツ プレースホルダー 4">
            <a:extLst>
              <a:ext uri="{FF2B5EF4-FFF2-40B4-BE49-F238E27FC236}">
                <a16:creationId xmlns:a16="http://schemas.microsoft.com/office/drawing/2014/main" id="{DF6CC52A-B587-080A-F9A1-E962FD799A61}"/>
              </a:ext>
            </a:extLst>
          </p:cNvPr>
          <p:cNvSpPr>
            <a:spLocks noGrp="1"/>
          </p:cNvSpPr>
          <p:nvPr>
            <p:ph sz="quarter" idx="13"/>
          </p:nvPr>
        </p:nvSpPr>
        <p:spPr/>
        <p:txBody>
          <a:bodyPr>
            <a:normAutofit/>
          </a:bodyPr>
          <a:lstStyle/>
          <a:p>
            <a:pPr marL="285750" indent="-285750">
              <a:buFont typeface="Arial" panose="020B0604020202020204" pitchFamily="34" charset="0"/>
              <a:buChar char="•"/>
            </a:pPr>
            <a:r>
              <a:rPr kumimoji="1" lang="ja-JP" altLang="en-US" sz="2000" dirty="0">
                <a:solidFill>
                  <a:srgbClr val="464646"/>
                </a:solidFill>
              </a:rPr>
              <a:t>チャネル幅を大きくとると電流の通り道が</a:t>
            </a:r>
            <a:r>
              <a:rPr kumimoji="1" lang="ja-JP" altLang="en-US" sz="2000" dirty="0"/>
              <a:t>広くなるので、ドレインソース間の電流は増える</a:t>
            </a:r>
            <a:endParaRPr kumimoji="1" lang="en-US" altLang="ja-JP" sz="2000" dirty="0"/>
          </a:p>
          <a:p>
            <a:pPr marL="285750" indent="-285750">
              <a:buFont typeface="Arial" panose="020B0604020202020204" pitchFamily="34" charset="0"/>
              <a:buChar char="•"/>
            </a:pPr>
            <a:r>
              <a:rPr lang="ja-JP" altLang="en-US" sz="2000" dirty="0">
                <a:solidFill>
                  <a:srgbClr val="464646"/>
                </a:solidFill>
              </a:rPr>
              <a:t>チャネル長が同</a:t>
            </a:r>
            <a:r>
              <a:rPr lang="ja-JP" altLang="en-US" sz="2000" dirty="0"/>
              <a:t>じトランジスタでは、</a:t>
            </a:r>
            <a:r>
              <a:rPr lang="ja-JP" altLang="en-US" sz="2000" b="1" dirty="0">
                <a:solidFill>
                  <a:srgbClr val="FF0000"/>
                </a:solidFill>
              </a:rPr>
              <a:t>チャネル幅とドレインソース間電流は比例の関係</a:t>
            </a:r>
            <a:endParaRPr kumimoji="1" lang="ja-JP" altLang="en-US" sz="2000" b="1" dirty="0">
              <a:solidFill>
                <a:srgbClr val="FF0000"/>
              </a:solidFill>
            </a:endParaRPr>
          </a:p>
        </p:txBody>
      </p:sp>
      <p:sp>
        <p:nvSpPr>
          <p:cNvPr id="24" name="正方形/長方形 23">
            <a:extLst>
              <a:ext uri="{FF2B5EF4-FFF2-40B4-BE49-F238E27FC236}">
                <a16:creationId xmlns:a16="http://schemas.microsoft.com/office/drawing/2014/main" id="{2FCEB86C-7FB9-3CCE-10DE-A2D49FE58671}"/>
              </a:ext>
            </a:extLst>
          </p:cNvPr>
          <p:cNvSpPr/>
          <p:nvPr/>
        </p:nvSpPr>
        <p:spPr>
          <a:xfrm>
            <a:off x="3013665" y="3261552"/>
            <a:ext cx="1739772" cy="677288"/>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正方形/長方形 27">
            <a:extLst>
              <a:ext uri="{FF2B5EF4-FFF2-40B4-BE49-F238E27FC236}">
                <a16:creationId xmlns:a16="http://schemas.microsoft.com/office/drawing/2014/main" id="{A4266BB1-E9E3-6596-B817-FF05ABD8E578}"/>
              </a:ext>
            </a:extLst>
          </p:cNvPr>
          <p:cNvSpPr/>
          <p:nvPr/>
        </p:nvSpPr>
        <p:spPr>
          <a:xfrm>
            <a:off x="3013665" y="4572236"/>
            <a:ext cx="1739772" cy="677288"/>
          </a:xfrm>
          <a:prstGeom prst="rect">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正方形/長方形 24">
            <a:extLst>
              <a:ext uri="{FF2B5EF4-FFF2-40B4-BE49-F238E27FC236}">
                <a16:creationId xmlns:a16="http://schemas.microsoft.com/office/drawing/2014/main" id="{A79E11B5-6E9D-8337-3457-6FF0161F8CEE}"/>
              </a:ext>
            </a:extLst>
          </p:cNvPr>
          <p:cNvSpPr/>
          <p:nvPr/>
        </p:nvSpPr>
        <p:spPr>
          <a:xfrm>
            <a:off x="3697858" y="2775492"/>
            <a:ext cx="390286" cy="2975180"/>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正方形/長方形 20">
            <a:extLst>
              <a:ext uri="{FF2B5EF4-FFF2-40B4-BE49-F238E27FC236}">
                <a16:creationId xmlns:a16="http://schemas.microsoft.com/office/drawing/2014/main" id="{0389BE72-8FA8-2E06-6913-AE984D58CFC9}"/>
              </a:ext>
            </a:extLst>
          </p:cNvPr>
          <p:cNvSpPr/>
          <p:nvPr/>
        </p:nvSpPr>
        <p:spPr>
          <a:xfrm>
            <a:off x="8070325" y="3063200"/>
            <a:ext cx="476250" cy="2451387"/>
          </a:xfrm>
          <a:prstGeom prst="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2" name="直線矢印コネクタ 31">
            <a:extLst>
              <a:ext uri="{FF2B5EF4-FFF2-40B4-BE49-F238E27FC236}">
                <a16:creationId xmlns:a16="http://schemas.microsoft.com/office/drawing/2014/main" id="{61A11285-BDB9-FD76-E625-C3DB7D4B2A99}"/>
              </a:ext>
            </a:extLst>
          </p:cNvPr>
          <p:cNvCxnSpPr/>
          <p:nvPr/>
        </p:nvCxnSpPr>
        <p:spPr>
          <a:xfrm>
            <a:off x="4916573" y="3261552"/>
            <a:ext cx="0" cy="677288"/>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3" name="直線矢印コネクタ 32">
            <a:extLst>
              <a:ext uri="{FF2B5EF4-FFF2-40B4-BE49-F238E27FC236}">
                <a16:creationId xmlns:a16="http://schemas.microsoft.com/office/drawing/2014/main" id="{302263C5-9C68-6B3D-7E3E-4D1684AA7F64}"/>
              </a:ext>
            </a:extLst>
          </p:cNvPr>
          <p:cNvCxnSpPr/>
          <p:nvPr/>
        </p:nvCxnSpPr>
        <p:spPr>
          <a:xfrm>
            <a:off x="4916573" y="4572236"/>
            <a:ext cx="0" cy="677288"/>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4" name="直線矢印コネクタ 33">
            <a:extLst>
              <a:ext uri="{FF2B5EF4-FFF2-40B4-BE49-F238E27FC236}">
                <a16:creationId xmlns:a16="http://schemas.microsoft.com/office/drawing/2014/main" id="{74342091-A18F-53E7-39C8-5BF7BA7A11AC}"/>
              </a:ext>
            </a:extLst>
          </p:cNvPr>
          <p:cNvCxnSpPr>
            <a:cxnSpLocks/>
          </p:cNvCxnSpPr>
          <p:nvPr/>
        </p:nvCxnSpPr>
        <p:spPr>
          <a:xfrm>
            <a:off x="9454552" y="3600196"/>
            <a:ext cx="0" cy="1354576"/>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6" name="テキスト ボックス 35">
            <a:extLst>
              <a:ext uri="{FF2B5EF4-FFF2-40B4-BE49-F238E27FC236}">
                <a16:creationId xmlns:a16="http://schemas.microsoft.com/office/drawing/2014/main" id="{CC1EDB66-41B9-825E-0250-2C964179ACAE}"/>
              </a:ext>
            </a:extLst>
          </p:cNvPr>
          <p:cNvSpPr txBox="1"/>
          <p:nvPr/>
        </p:nvSpPr>
        <p:spPr>
          <a:xfrm>
            <a:off x="4974251" y="3429000"/>
            <a:ext cx="627014" cy="369332"/>
          </a:xfrm>
          <a:prstGeom prst="rect">
            <a:avLst/>
          </a:prstGeom>
          <a:noFill/>
        </p:spPr>
        <p:txBody>
          <a:bodyPr wrap="square" rtlCol="0">
            <a:spAutoFit/>
          </a:bodyPr>
          <a:lstStyle/>
          <a:p>
            <a:r>
              <a:rPr kumimoji="1" lang="en-US" altLang="ja-JP" dirty="0"/>
              <a:t>W</a:t>
            </a:r>
            <a:endParaRPr kumimoji="1" lang="ja-JP" altLang="en-US" dirty="0"/>
          </a:p>
        </p:txBody>
      </p:sp>
      <p:sp>
        <p:nvSpPr>
          <p:cNvPr id="37" name="テキスト ボックス 36">
            <a:extLst>
              <a:ext uri="{FF2B5EF4-FFF2-40B4-BE49-F238E27FC236}">
                <a16:creationId xmlns:a16="http://schemas.microsoft.com/office/drawing/2014/main" id="{BC64822D-8A77-F5F4-65CA-8895D3378271}"/>
              </a:ext>
            </a:extLst>
          </p:cNvPr>
          <p:cNvSpPr txBox="1"/>
          <p:nvPr/>
        </p:nvSpPr>
        <p:spPr>
          <a:xfrm>
            <a:off x="4974251" y="4746894"/>
            <a:ext cx="627014" cy="369332"/>
          </a:xfrm>
          <a:prstGeom prst="rect">
            <a:avLst/>
          </a:prstGeom>
          <a:noFill/>
        </p:spPr>
        <p:txBody>
          <a:bodyPr wrap="square" rtlCol="0">
            <a:spAutoFit/>
          </a:bodyPr>
          <a:lstStyle/>
          <a:p>
            <a:r>
              <a:rPr kumimoji="1" lang="en-US" altLang="ja-JP" dirty="0"/>
              <a:t>W</a:t>
            </a:r>
            <a:endParaRPr kumimoji="1" lang="ja-JP" altLang="en-US" dirty="0"/>
          </a:p>
        </p:txBody>
      </p:sp>
      <p:sp>
        <p:nvSpPr>
          <p:cNvPr id="38" name="テキスト ボックス 37">
            <a:extLst>
              <a:ext uri="{FF2B5EF4-FFF2-40B4-BE49-F238E27FC236}">
                <a16:creationId xmlns:a16="http://schemas.microsoft.com/office/drawing/2014/main" id="{D8BC3D07-5D3C-10A6-5ECB-A5B42B8B65EE}"/>
              </a:ext>
            </a:extLst>
          </p:cNvPr>
          <p:cNvSpPr txBox="1"/>
          <p:nvPr/>
        </p:nvSpPr>
        <p:spPr>
          <a:xfrm>
            <a:off x="9496590" y="4078416"/>
            <a:ext cx="627014" cy="369332"/>
          </a:xfrm>
          <a:prstGeom prst="rect">
            <a:avLst/>
          </a:prstGeom>
          <a:noFill/>
        </p:spPr>
        <p:txBody>
          <a:bodyPr wrap="square" rtlCol="0">
            <a:spAutoFit/>
          </a:bodyPr>
          <a:lstStyle/>
          <a:p>
            <a:r>
              <a:rPr kumimoji="1" lang="en-US" altLang="ja-JP" dirty="0"/>
              <a:t>2W</a:t>
            </a:r>
            <a:endParaRPr kumimoji="1" lang="ja-JP" altLang="en-US" dirty="0"/>
          </a:p>
        </p:txBody>
      </p:sp>
      <p:sp>
        <p:nvSpPr>
          <p:cNvPr id="42" name="正方形/長方形 41">
            <a:extLst>
              <a:ext uri="{FF2B5EF4-FFF2-40B4-BE49-F238E27FC236}">
                <a16:creationId xmlns:a16="http://schemas.microsoft.com/office/drawing/2014/main" id="{D15BD1D0-650D-D88A-C0CE-B45DC413B64D}"/>
              </a:ext>
            </a:extLst>
          </p:cNvPr>
          <p:cNvSpPr/>
          <p:nvPr/>
        </p:nvSpPr>
        <p:spPr>
          <a:xfrm>
            <a:off x="1802674" y="3378159"/>
            <a:ext cx="1732048" cy="445532"/>
          </a:xfrm>
          <a:prstGeom prst="rect">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kumimoji="1" lang="ja-JP" altLang="en-US"/>
          </a:p>
        </p:txBody>
      </p:sp>
      <p:sp>
        <p:nvSpPr>
          <p:cNvPr id="43" name="正方形/長方形 42">
            <a:extLst>
              <a:ext uri="{FF2B5EF4-FFF2-40B4-BE49-F238E27FC236}">
                <a16:creationId xmlns:a16="http://schemas.microsoft.com/office/drawing/2014/main" id="{3123A7D6-CFE4-ABC4-E221-922C4F204216}"/>
              </a:ext>
            </a:extLst>
          </p:cNvPr>
          <p:cNvSpPr/>
          <p:nvPr/>
        </p:nvSpPr>
        <p:spPr>
          <a:xfrm>
            <a:off x="1802674" y="4688114"/>
            <a:ext cx="1732048" cy="445532"/>
          </a:xfrm>
          <a:prstGeom prst="rect">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kumimoji="1" lang="ja-JP" altLang="en-US"/>
          </a:p>
        </p:txBody>
      </p:sp>
      <p:sp>
        <p:nvSpPr>
          <p:cNvPr id="44" name="正方形/長方形 43">
            <a:extLst>
              <a:ext uri="{FF2B5EF4-FFF2-40B4-BE49-F238E27FC236}">
                <a16:creationId xmlns:a16="http://schemas.microsoft.com/office/drawing/2014/main" id="{6F0228F6-887A-7F49-2014-871BF63481F7}"/>
              </a:ext>
            </a:extLst>
          </p:cNvPr>
          <p:cNvSpPr/>
          <p:nvPr/>
        </p:nvSpPr>
        <p:spPr>
          <a:xfrm rot="5400000">
            <a:off x="1140052" y="4033136"/>
            <a:ext cx="1755487" cy="445532"/>
          </a:xfrm>
          <a:prstGeom prst="rect">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kumimoji="1" lang="ja-JP" altLang="en-US"/>
          </a:p>
        </p:txBody>
      </p:sp>
      <p:sp>
        <p:nvSpPr>
          <p:cNvPr id="46" name="正方形/長方形 45">
            <a:extLst>
              <a:ext uri="{FF2B5EF4-FFF2-40B4-BE49-F238E27FC236}">
                <a16:creationId xmlns:a16="http://schemas.microsoft.com/office/drawing/2014/main" id="{360553F7-412C-B62C-D1EC-455FFE20D406}"/>
              </a:ext>
            </a:extLst>
          </p:cNvPr>
          <p:cNvSpPr/>
          <p:nvPr/>
        </p:nvSpPr>
        <p:spPr>
          <a:xfrm rot="5400000">
            <a:off x="2543523" y="4159116"/>
            <a:ext cx="3748136" cy="445532"/>
          </a:xfrm>
          <a:prstGeom prst="rect">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kumimoji="1" lang="ja-JP" altLang="en-US"/>
          </a:p>
        </p:txBody>
      </p:sp>
      <p:sp>
        <p:nvSpPr>
          <p:cNvPr id="47" name="正方形/長方形 46">
            <a:extLst>
              <a:ext uri="{FF2B5EF4-FFF2-40B4-BE49-F238E27FC236}">
                <a16:creationId xmlns:a16="http://schemas.microsoft.com/office/drawing/2014/main" id="{6A6B2687-0002-B206-5096-4FCF13CEEE68}"/>
              </a:ext>
            </a:extLst>
          </p:cNvPr>
          <p:cNvSpPr/>
          <p:nvPr/>
        </p:nvSpPr>
        <p:spPr>
          <a:xfrm>
            <a:off x="508514" y="4033136"/>
            <a:ext cx="1732048" cy="445532"/>
          </a:xfrm>
          <a:prstGeom prst="rect">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kumimoji="1" lang="ja-JP" altLang="en-US"/>
          </a:p>
        </p:txBody>
      </p:sp>
      <p:sp>
        <p:nvSpPr>
          <p:cNvPr id="48" name="正方形/長方形 47">
            <a:extLst>
              <a:ext uri="{FF2B5EF4-FFF2-40B4-BE49-F238E27FC236}">
                <a16:creationId xmlns:a16="http://schemas.microsoft.com/office/drawing/2014/main" id="{35E9A121-434A-0E05-610E-6C7E559D8CB1}"/>
              </a:ext>
            </a:extLst>
          </p:cNvPr>
          <p:cNvSpPr/>
          <p:nvPr/>
        </p:nvSpPr>
        <p:spPr>
          <a:xfrm>
            <a:off x="3115135" y="3439259"/>
            <a:ext cx="324175" cy="317713"/>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0" name="直線コネクタ 49">
            <a:extLst>
              <a:ext uri="{FF2B5EF4-FFF2-40B4-BE49-F238E27FC236}">
                <a16:creationId xmlns:a16="http://schemas.microsoft.com/office/drawing/2014/main" id="{033426B7-8B71-7B16-72C5-918FAC8BFEEB}"/>
              </a:ext>
            </a:extLst>
          </p:cNvPr>
          <p:cNvCxnSpPr>
            <a:cxnSpLocks/>
          </p:cNvCxnSpPr>
          <p:nvPr/>
        </p:nvCxnSpPr>
        <p:spPr>
          <a:xfrm>
            <a:off x="3117646" y="3442392"/>
            <a:ext cx="319125" cy="321522"/>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7CAA4A62-759E-357E-C17D-98C0F291F00D}"/>
              </a:ext>
            </a:extLst>
          </p:cNvPr>
          <p:cNvCxnSpPr>
            <a:cxnSpLocks/>
          </p:cNvCxnSpPr>
          <p:nvPr/>
        </p:nvCxnSpPr>
        <p:spPr>
          <a:xfrm flipV="1">
            <a:off x="3112596" y="3439259"/>
            <a:ext cx="324175" cy="324655"/>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sp>
        <p:nvSpPr>
          <p:cNvPr id="56" name="正方形/長方形 55">
            <a:extLst>
              <a:ext uri="{FF2B5EF4-FFF2-40B4-BE49-F238E27FC236}">
                <a16:creationId xmlns:a16="http://schemas.microsoft.com/office/drawing/2014/main" id="{251CCFB9-E8CC-8E48-F3B8-2E84FD2B4416}"/>
              </a:ext>
            </a:extLst>
          </p:cNvPr>
          <p:cNvSpPr/>
          <p:nvPr/>
        </p:nvSpPr>
        <p:spPr>
          <a:xfrm>
            <a:off x="3112596" y="4746894"/>
            <a:ext cx="324175" cy="317713"/>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7" name="直線コネクタ 56">
            <a:extLst>
              <a:ext uri="{FF2B5EF4-FFF2-40B4-BE49-F238E27FC236}">
                <a16:creationId xmlns:a16="http://schemas.microsoft.com/office/drawing/2014/main" id="{9CF6E9F5-330A-D852-AEAB-2A63A4403093}"/>
              </a:ext>
            </a:extLst>
          </p:cNvPr>
          <p:cNvCxnSpPr>
            <a:cxnSpLocks/>
          </p:cNvCxnSpPr>
          <p:nvPr/>
        </p:nvCxnSpPr>
        <p:spPr>
          <a:xfrm>
            <a:off x="3115107" y="4750027"/>
            <a:ext cx="319125" cy="321522"/>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58" name="直線コネクタ 57">
            <a:extLst>
              <a:ext uri="{FF2B5EF4-FFF2-40B4-BE49-F238E27FC236}">
                <a16:creationId xmlns:a16="http://schemas.microsoft.com/office/drawing/2014/main" id="{512EFB10-2245-0186-2373-AE6EFE3EB2AA}"/>
              </a:ext>
            </a:extLst>
          </p:cNvPr>
          <p:cNvCxnSpPr>
            <a:cxnSpLocks/>
          </p:cNvCxnSpPr>
          <p:nvPr/>
        </p:nvCxnSpPr>
        <p:spPr>
          <a:xfrm flipV="1">
            <a:off x="3110057" y="4746894"/>
            <a:ext cx="324175" cy="324655"/>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sp>
        <p:nvSpPr>
          <p:cNvPr id="59" name="正方形/長方形 58">
            <a:extLst>
              <a:ext uri="{FF2B5EF4-FFF2-40B4-BE49-F238E27FC236}">
                <a16:creationId xmlns:a16="http://schemas.microsoft.com/office/drawing/2014/main" id="{C9007B2F-DE63-9745-692E-B425A5CA73F5}"/>
              </a:ext>
            </a:extLst>
          </p:cNvPr>
          <p:cNvSpPr/>
          <p:nvPr/>
        </p:nvSpPr>
        <p:spPr>
          <a:xfrm>
            <a:off x="4260685" y="3429000"/>
            <a:ext cx="324175" cy="317713"/>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0" name="直線コネクタ 59">
            <a:extLst>
              <a:ext uri="{FF2B5EF4-FFF2-40B4-BE49-F238E27FC236}">
                <a16:creationId xmlns:a16="http://schemas.microsoft.com/office/drawing/2014/main" id="{4836BEAD-53CE-861C-D711-21D52F4D823D}"/>
              </a:ext>
            </a:extLst>
          </p:cNvPr>
          <p:cNvCxnSpPr>
            <a:cxnSpLocks/>
          </p:cNvCxnSpPr>
          <p:nvPr/>
        </p:nvCxnSpPr>
        <p:spPr>
          <a:xfrm>
            <a:off x="4263196" y="3432133"/>
            <a:ext cx="319125" cy="321522"/>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61" name="直線コネクタ 60">
            <a:extLst>
              <a:ext uri="{FF2B5EF4-FFF2-40B4-BE49-F238E27FC236}">
                <a16:creationId xmlns:a16="http://schemas.microsoft.com/office/drawing/2014/main" id="{B5C25231-BE7E-AAA2-0042-A9B9BA39720A}"/>
              </a:ext>
            </a:extLst>
          </p:cNvPr>
          <p:cNvCxnSpPr>
            <a:cxnSpLocks/>
          </p:cNvCxnSpPr>
          <p:nvPr/>
        </p:nvCxnSpPr>
        <p:spPr>
          <a:xfrm flipV="1">
            <a:off x="4258146" y="3429000"/>
            <a:ext cx="324175" cy="324655"/>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sp>
        <p:nvSpPr>
          <p:cNvPr id="62" name="正方形/長方形 61">
            <a:extLst>
              <a:ext uri="{FF2B5EF4-FFF2-40B4-BE49-F238E27FC236}">
                <a16:creationId xmlns:a16="http://schemas.microsoft.com/office/drawing/2014/main" id="{943612FB-2A2C-E5A2-C3B6-FA1FD7CBDD5A}"/>
              </a:ext>
            </a:extLst>
          </p:cNvPr>
          <p:cNvSpPr/>
          <p:nvPr/>
        </p:nvSpPr>
        <p:spPr>
          <a:xfrm>
            <a:off x="4264452" y="4742799"/>
            <a:ext cx="324175" cy="317713"/>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3" name="直線コネクタ 62">
            <a:extLst>
              <a:ext uri="{FF2B5EF4-FFF2-40B4-BE49-F238E27FC236}">
                <a16:creationId xmlns:a16="http://schemas.microsoft.com/office/drawing/2014/main" id="{B7E54736-70C3-C858-9EDC-CDD00139A782}"/>
              </a:ext>
            </a:extLst>
          </p:cNvPr>
          <p:cNvCxnSpPr>
            <a:cxnSpLocks/>
          </p:cNvCxnSpPr>
          <p:nvPr/>
        </p:nvCxnSpPr>
        <p:spPr>
          <a:xfrm>
            <a:off x="4266963" y="4745932"/>
            <a:ext cx="319125" cy="321522"/>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64" name="直線コネクタ 63">
            <a:extLst>
              <a:ext uri="{FF2B5EF4-FFF2-40B4-BE49-F238E27FC236}">
                <a16:creationId xmlns:a16="http://schemas.microsoft.com/office/drawing/2014/main" id="{16DB1975-6EF1-BBC6-D711-717ACD6972E9}"/>
              </a:ext>
            </a:extLst>
          </p:cNvPr>
          <p:cNvCxnSpPr>
            <a:cxnSpLocks/>
          </p:cNvCxnSpPr>
          <p:nvPr/>
        </p:nvCxnSpPr>
        <p:spPr>
          <a:xfrm flipV="1">
            <a:off x="4261913" y="4742799"/>
            <a:ext cx="324175" cy="324655"/>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sp>
        <p:nvSpPr>
          <p:cNvPr id="74" name="正方形/長方形 73">
            <a:extLst>
              <a:ext uri="{FF2B5EF4-FFF2-40B4-BE49-F238E27FC236}">
                <a16:creationId xmlns:a16="http://schemas.microsoft.com/office/drawing/2014/main" id="{2513C775-3B97-9F47-31DD-2A5E22B94CFA}"/>
              </a:ext>
            </a:extLst>
          </p:cNvPr>
          <p:cNvSpPr/>
          <p:nvPr/>
        </p:nvSpPr>
        <p:spPr>
          <a:xfrm>
            <a:off x="8702682" y="3763914"/>
            <a:ext cx="324175" cy="317713"/>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5" name="直線コネクタ 74">
            <a:extLst>
              <a:ext uri="{FF2B5EF4-FFF2-40B4-BE49-F238E27FC236}">
                <a16:creationId xmlns:a16="http://schemas.microsoft.com/office/drawing/2014/main" id="{DED83619-EDF7-45C1-0024-C71A204E13BA}"/>
              </a:ext>
            </a:extLst>
          </p:cNvPr>
          <p:cNvCxnSpPr>
            <a:cxnSpLocks/>
          </p:cNvCxnSpPr>
          <p:nvPr/>
        </p:nvCxnSpPr>
        <p:spPr>
          <a:xfrm>
            <a:off x="8705193" y="3767047"/>
            <a:ext cx="319125" cy="321522"/>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76" name="直線コネクタ 75">
            <a:extLst>
              <a:ext uri="{FF2B5EF4-FFF2-40B4-BE49-F238E27FC236}">
                <a16:creationId xmlns:a16="http://schemas.microsoft.com/office/drawing/2014/main" id="{EF1961DB-1D7B-CDE5-3C21-9A77C827C1FB}"/>
              </a:ext>
            </a:extLst>
          </p:cNvPr>
          <p:cNvCxnSpPr>
            <a:cxnSpLocks/>
          </p:cNvCxnSpPr>
          <p:nvPr/>
        </p:nvCxnSpPr>
        <p:spPr>
          <a:xfrm flipV="1">
            <a:off x="8700143" y="3763914"/>
            <a:ext cx="324175" cy="324655"/>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sp>
        <p:nvSpPr>
          <p:cNvPr id="77" name="正方形/長方形 76">
            <a:extLst>
              <a:ext uri="{FF2B5EF4-FFF2-40B4-BE49-F238E27FC236}">
                <a16:creationId xmlns:a16="http://schemas.microsoft.com/office/drawing/2014/main" id="{DF667285-7364-8AB4-4D52-FC0EFD85986C}"/>
              </a:ext>
            </a:extLst>
          </p:cNvPr>
          <p:cNvSpPr/>
          <p:nvPr/>
        </p:nvSpPr>
        <p:spPr>
          <a:xfrm>
            <a:off x="8697150" y="4466708"/>
            <a:ext cx="324175" cy="317713"/>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8" name="直線コネクタ 77">
            <a:extLst>
              <a:ext uri="{FF2B5EF4-FFF2-40B4-BE49-F238E27FC236}">
                <a16:creationId xmlns:a16="http://schemas.microsoft.com/office/drawing/2014/main" id="{E6C55CD6-B571-713D-65CA-DC8B3B9DD65D}"/>
              </a:ext>
            </a:extLst>
          </p:cNvPr>
          <p:cNvCxnSpPr>
            <a:cxnSpLocks/>
          </p:cNvCxnSpPr>
          <p:nvPr/>
        </p:nvCxnSpPr>
        <p:spPr>
          <a:xfrm>
            <a:off x="8699661" y="4469841"/>
            <a:ext cx="319125" cy="321522"/>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79" name="直線コネクタ 78">
            <a:extLst>
              <a:ext uri="{FF2B5EF4-FFF2-40B4-BE49-F238E27FC236}">
                <a16:creationId xmlns:a16="http://schemas.microsoft.com/office/drawing/2014/main" id="{59561E7B-FD01-F6A1-5029-83ED10246B98}"/>
              </a:ext>
            </a:extLst>
          </p:cNvPr>
          <p:cNvCxnSpPr>
            <a:cxnSpLocks/>
          </p:cNvCxnSpPr>
          <p:nvPr/>
        </p:nvCxnSpPr>
        <p:spPr>
          <a:xfrm flipV="1">
            <a:off x="8694611" y="4466708"/>
            <a:ext cx="324175" cy="324655"/>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sp>
        <p:nvSpPr>
          <p:cNvPr id="80" name="正方形/長方形 79">
            <a:extLst>
              <a:ext uri="{FF2B5EF4-FFF2-40B4-BE49-F238E27FC236}">
                <a16:creationId xmlns:a16="http://schemas.microsoft.com/office/drawing/2014/main" id="{1E4AB8B0-ABCC-6719-087B-176E9B3ADC17}"/>
              </a:ext>
            </a:extLst>
          </p:cNvPr>
          <p:cNvSpPr/>
          <p:nvPr/>
        </p:nvSpPr>
        <p:spPr>
          <a:xfrm rot="5400000">
            <a:off x="6393379" y="4567510"/>
            <a:ext cx="2722552" cy="445532"/>
          </a:xfrm>
          <a:prstGeom prst="rect">
            <a:avLst/>
          </a:prstGeom>
          <a:ln>
            <a:no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kumimoji="1" lang="ja-JP" altLang="en-US"/>
          </a:p>
        </p:txBody>
      </p:sp>
      <p:sp>
        <p:nvSpPr>
          <p:cNvPr id="68" name="正方形/長方形 67">
            <a:extLst>
              <a:ext uri="{FF2B5EF4-FFF2-40B4-BE49-F238E27FC236}">
                <a16:creationId xmlns:a16="http://schemas.microsoft.com/office/drawing/2014/main" id="{AD5F2AEE-2108-D212-B45B-E2CEBBE16B42}"/>
              </a:ext>
            </a:extLst>
          </p:cNvPr>
          <p:cNvSpPr/>
          <p:nvPr/>
        </p:nvSpPr>
        <p:spPr>
          <a:xfrm>
            <a:off x="7592582" y="3763914"/>
            <a:ext cx="324175" cy="317713"/>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9" name="直線コネクタ 68">
            <a:extLst>
              <a:ext uri="{FF2B5EF4-FFF2-40B4-BE49-F238E27FC236}">
                <a16:creationId xmlns:a16="http://schemas.microsoft.com/office/drawing/2014/main" id="{205E85F5-DD9B-71E4-E7C4-03B61116CB73}"/>
              </a:ext>
            </a:extLst>
          </p:cNvPr>
          <p:cNvCxnSpPr>
            <a:cxnSpLocks/>
          </p:cNvCxnSpPr>
          <p:nvPr/>
        </p:nvCxnSpPr>
        <p:spPr>
          <a:xfrm>
            <a:off x="7595093" y="3767047"/>
            <a:ext cx="319125" cy="321522"/>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70" name="直線コネクタ 69">
            <a:extLst>
              <a:ext uri="{FF2B5EF4-FFF2-40B4-BE49-F238E27FC236}">
                <a16:creationId xmlns:a16="http://schemas.microsoft.com/office/drawing/2014/main" id="{A5305FD2-0711-F6A0-79CE-12C365920150}"/>
              </a:ext>
            </a:extLst>
          </p:cNvPr>
          <p:cNvCxnSpPr>
            <a:cxnSpLocks/>
          </p:cNvCxnSpPr>
          <p:nvPr/>
        </p:nvCxnSpPr>
        <p:spPr>
          <a:xfrm flipV="1">
            <a:off x="7590043" y="3763914"/>
            <a:ext cx="324175" cy="324655"/>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sp>
        <p:nvSpPr>
          <p:cNvPr id="71" name="正方形/長方形 70">
            <a:extLst>
              <a:ext uri="{FF2B5EF4-FFF2-40B4-BE49-F238E27FC236}">
                <a16:creationId xmlns:a16="http://schemas.microsoft.com/office/drawing/2014/main" id="{F795DE8C-73C2-A3B7-A40C-2F6E9AABF71B}"/>
              </a:ext>
            </a:extLst>
          </p:cNvPr>
          <p:cNvSpPr/>
          <p:nvPr/>
        </p:nvSpPr>
        <p:spPr>
          <a:xfrm>
            <a:off x="7587050" y="4466708"/>
            <a:ext cx="324175" cy="317713"/>
          </a:xfrm>
          <a:prstGeom prst="rect">
            <a:avLst/>
          </a:prstGeom>
          <a:no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2" name="直線コネクタ 71">
            <a:extLst>
              <a:ext uri="{FF2B5EF4-FFF2-40B4-BE49-F238E27FC236}">
                <a16:creationId xmlns:a16="http://schemas.microsoft.com/office/drawing/2014/main" id="{21C4BC08-F1D7-97CD-C90C-B13958538A69}"/>
              </a:ext>
            </a:extLst>
          </p:cNvPr>
          <p:cNvCxnSpPr>
            <a:cxnSpLocks/>
          </p:cNvCxnSpPr>
          <p:nvPr/>
        </p:nvCxnSpPr>
        <p:spPr>
          <a:xfrm>
            <a:off x="7589561" y="4469841"/>
            <a:ext cx="319125" cy="321522"/>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cxnSp>
        <p:nvCxnSpPr>
          <p:cNvPr id="73" name="直線コネクタ 72">
            <a:extLst>
              <a:ext uri="{FF2B5EF4-FFF2-40B4-BE49-F238E27FC236}">
                <a16:creationId xmlns:a16="http://schemas.microsoft.com/office/drawing/2014/main" id="{C8AF129C-3AD9-E48E-4E7C-8F287529F92A}"/>
              </a:ext>
            </a:extLst>
          </p:cNvPr>
          <p:cNvCxnSpPr>
            <a:cxnSpLocks/>
          </p:cNvCxnSpPr>
          <p:nvPr/>
        </p:nvCxnSpPr>
        <p:spPr>
          <a:xfrm flipV="1">
            <a:off x="7584511" y="4466708"/>
            <a:ext cx="324175" cy="324655"/>
          </a:xfrm>
          <a:prstGeom prst="line">
            <a:avLst/>
          </a:prstGeom>
          <a:ln>
            <a:solidFill>
              <a:srgbClr val="FFFF00"/>
            </a:solidFill>
          </a:ln>
        </p:spPr>
        <p:style>
          <a:lnRef idx="1">
            <a:schemeClr val="accent1"/>
          </a:lnRef>
          <a:fillRef idx="0">
            <a:schemeClr val="accent1"/>
          </a:fillRef>
          <a:effectRef idx="0">
            <a:schemeClr val="accent1"/>
          </a:effectRef>
          <a:fontRef idx="minor">
            <a:schemeClr val="tx1"/>
          </a:fontRef>
        </p:style>
      </p:cxnSp>
      <p:sp>
        <p:nvSpPr>
          <p:cNvPr id="86" name="テキスト ボックス 85">
            <a:extLst>
              <a:ext uri="{FF2B5EF4-FFF2-40B4-BE49-F238E27FC236}">
                <a16:creationId xmlns:a16="http://schemas.microsoft.com/office/drawing/2014/main" id="{2237B9C3-64F2-2F9B-4A21-9D30F8BAEDA9}"/>
              </a:ext>
            </a:extLst>
          </p:cNvPr>
          <p:cNvSpPr txBox="1"/>
          <p:nvPr/>
        </p:nvSpPr>
        <p:spPr>
          <a:xfrm>
            <a:off x="5496128" y="3626904"/>
            <a:ext cx="1483548" cy="923330"/>
          </a:xfrm>
          <a:prstGeom prst="rect">
            <a:avLst/>
          </a:prstGeom>
          <a:noFill/>
        </p:spPr>
        <p:txBody>
          <a:bodyPr wrap="square" rtlCol="0">
            <a:spAutoFit/>
          </a:bodyPr>
          <a:lstStyle/>
          <a:p>
            <a:pPr algn="ctr"/>
            <a:r>
              <a:rPr kumimoji="1" lang="ja-JP" altLang="en-US" sz="5400" dirty="0"/>
              <a:t>＝</a:t>
            </a:r>
          </a:p>
        </p:txBody>
      </p:sp>
    </p:spTree>
    <p:extLst>
      <p:ext uri="{BB962C8B-B14F-4D97-AF65-F5344CB8AC3E}">
        <p14:creationId xmlns:p14="http://schemas.microsoft.com/office/powerpoint/2010/main" val="101024743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D238449-4C54-313A-B885-F9BB7BE693CA}"/>
              </a:ext>
            </a:extLst>
          </p:cNvPr>
          <p:cNvSpPr>
            <a:spLocks noGrp="1"/>
          </p:cNvSpPr>
          <p:nvPr>
            <p:ph type="title"/>
          </p:nvPr>
        </p:nvSpPr>
        <p:spPr/>
        <p:txBody>
          <a:bodyPr/>
          <a:lstStyle/>
          <a:p>
            <a:r>
              <a:rPr lang="ja-JP" altLang="en-US" dirty="0"/>
              <a:t>ゲートの本数</a:t>
            </a:r>
            <a:endParaRPr kumimoji="1" lang="ja-JP" altLang="en-US" dirty="0"/>
          </a:p>
        </p:txBody>
      </p:sp>
      <p:sp>
        <p:nvSpPr>
          <p:cNvPr id="4" name="日付プレースホルダー 3">
            <a:extLst>
              <a:ext uri="{FF2B5EF4-FFF2-40B4-BE49-F238E27FC236}">
                <a16:creationId xmlns:a16="http://schemas.microsoft.com/office/drawing/2014/main" id="{16194A60-B509-92D5-83EC-EAEA547FFAF8}"/>
              </a:ext>
            </a:extLst>
          </p:cNvPr>
          <p:cNvSpPr>
            <a:spLocks noGrp="1"/>
          </p:cNvSpPr>
          <p:nvPr>
            <p:ph type="dt" sz="half" idx="10"/>
          </p:nvPr>
        </p:nvSpPr>
        <p:spPr/>
        <p:txBody>
          <a:bodyPr/>
          <a:lstStyle/>
          <a:p>
            <a:fld id="{C8D55FC4-4FBB-4061-B0B6-96F0050D7C51}"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C97028B5-480E-30D9-E394-6C8D5BAF7638}"/>
              </a:ext>
            </a:extLst>
          </p:cNvPr>
          <p:cNvSpPr>
            <a:spLocks noGrp="1"/>
          </p:cNvSpPr>
          <p:nvPr>
            <p:ph type="sldNum" sz="quarter" idx="12"/>
          </p:nvPr>
        </p:nvSpPr>
        <p:spPr>
          <a:prstGeom prst="rect">
            <a:avLst/>
          </a:prstGeom>
        </p:spPr>
        <p:txBody>
          <a:bodyPr vert="horz" lIns="91440" tIns="45720" rIns="91440" bIns="45720" rtlCol="0" anchor="ctr"/>
          <a:lstStyle>
            <a:defPPr>
              <a:defRPr lang="en-US"/>
            </a:defPPr>
            <a:lvl1pPr marL="0" algn="ctr" defTabSz="457200" rtl="0" eaLnBrk="1" latinLnBrk="0" hangingPunct="1">
              <a:defRPr sz="1200" b="1"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66E89953-8AEA-4BDF-A508-664B12926AB4}" type="slidenum">
              <a:rPr kumimoji="1" lang="ja-JP" altLang="en-US" sz="1400" smtClean="0">
                <a:latin typeface="Meiryo UI" panose="020B0604030504040204" pitchFamily="50" charset="-128"/>
                <a:ea typeface="Meiryo UI" panose="020B0604030504040204" pitchFamily="50" charset="-128"/>
              </a:rPr>
              <a:pPr/>
              <a:t>66</a:t>
            </a:fld>
            <a:endParaRPr kumimoji="1" lang="ja-JP" altLang="en-US" sz="1400" dirty="0">
              <a:latin typeface="Meiryo UI" panose="020B0604030504040204" pitchFamily="50" charset="-128"/>
              <a:ea typeface="Meiryo UI" panose="020B0604030504040204" pitchFamily="50" charset="-128"/>
            </a:endParaRPr>
          </a:p>
        </p:txBody>
      </p:sp>
      <p:sp>
        <p:nvSpPr>
          <p:cNvPr id="3" name="コンテンツ プレースホルダー 2">
            <a:extLst>
              <a:ext uri="{FF2B5EF4-FFF2-40B4-BE49-F238E27FC236}">
                <a16:creationId xmlns:a16="http://schemas.microsoft.com/office/drawing/2014/main" id="{521EF2E0-F779-A985-119E-2F680CF0B0CB}"/>
              </a:ext>
            </a:extLst>
          </p:cNvPr>
          <p:cNvSpPr>
            <a:spLocks noGrp="1"/>
          </p:cNvSpPr>
          <p:nvPr>
            <p:ph sz="quarter" idx="13"/>
          </p:nvPr>
        </p:nvSpPr>
        <p:spPr/>
        <p:txBody>
          <a:bodyPr>
            <a:normAutofit/>
          </a:bodyPr>
          <a:lstStyle/>
          <a:p>
            <a:r>
              <a:rPr kumimoji="1" lang="ja-JP" altLang="en-US" sz="2000" dirty="0"/>
              <a:t>ドレイン・ソース・ゲート・ボディが同じノード</a:t>
            </a:r>
            <a:r>
              <a:rPr lang="ja-JP" altLang="en-US" sz="2000" dirty="0"/>
              <a:t>である</a:t>
            </a:r>
            <a:r>
              <a:rPr kumimoji="1" lang="ja-JP" altLang="en-US" sz="2000" dirty="0"/>
              <a:t>同じサイズのトランジスタは、</a:t>
            </a:r>
            <a:r>
              <a:rPr kumimoji="1" lang="en-US" altLang="ja-JP" sz="2000" dirty="0"/>
              <a:t>W</a:t>
            </a:r>
            <a:r>
              <a:rPr kumimoji="1" lang="ja-JP" altLang="en-US" sz="2000" dirty="0"/>
              <a:t>が２倍のトランジスタに等しい</a:t>
            </a:r>
            <a:endParaRPr kumimoji="1" lang="en-US" altLang="ja-JP" sz="2000" dirty="0"/>
          </a:p>
          <a:p>
            <a:r>
              <a:rPr lang="ja-JP" altLang="en-US" sz="2000" dirty="0"/>
              <a:t>これを「</a:t>
            </a:r>
            <a:r>
              <a:rPr lang="en-US" altLang="ja-JP" sz="2000" dirty="0"/>
              <a:t> m,</a:t>
            </a:r>
            <a:r>
              <a:rPr lang="ja-JP" altLang="en-US" sz="2000" dirty="0"/>
              <a:t> </a:t>
            </a:r>
            <a:r>
              <a:rPr lang="en-US" altLang="ja-JP" sz="2000" dirty="0" err="1"/>
              <a:t>nf</a:t>
            </a:r>
            <a:r>
              <a:rPr lang="en-US" altLang="ja-JP" sz="2000" dirty="0"/>
              <a:t>, mf </a:t>
            </a:r>
            <a:r>
              <a:rPr lang="ja-JP" altLang="en-US" sz="2000" dirty="0"/>
              <a:t>」で表現し、</a:t>
            </a:r>
            <a:r>
              <a:rPr lang="ja-JP" altLang="en-US" sz="2000" dirty="0">
                <a:solidFill>
                  <a:srgbClr val="FF0000"/>
                </a:solidFill>
              </a:rPr>
              <a:t>マルチフィンガー</a:t>
            </a:r>
            <a:r>
              <a:rPr lang="ja-JP" altLang="en-US" sz="2000" dirty="0"/>
              <a:t>という</a:t>
            </a:r>
            <a:endParaRPr kumimoji="1" lang="en-US" altLang="ja-JP" sz="2000" dirty="0"/>
          </a:p>
        </p:txBody>
      </p:sp>
      <p:pic>
        <p:nvPicPr>
          <p:cNvPr id="7" name="図 6">
            <a:extLst>
              <a:ext uri="{FF2B5EF4-FFF2-40B4-BE49-F238E27FC236}">
                <a16:creationId xmlns:a16="http://schemas.microsoft.com/office/drawing/2014/main" id="{510C863D-700D-4413-EB07-EB7ECCB7DE19}"/>
              </a:ext>
            </a:extLst>
          </p:cNvPr>
          <p:cNvPicPr>
            <a:picLocks noChangeAspect="1"/>
          </p:cNvPicPr>
          <p:nvPr/>
        </p:nvPicPr>
        <p:blipFill>
          <a:blip r:embed="rId2"/>
          <a:stretch>
            <a:fillRect/>
          </a:stretch>
        </p:blipFill>
        <p:spPr>
          <a:xfrm>
            <a:off x="536957" y="2837298"/>
            <a:ext cx="11105257" cy="3475950"/>
          </a:xfrm>
          <a:prstGeom prst="rect">
            <a:avLst/>
          </a:prstGeom>
        </p:spPr>
      </p:pic>
    </p:spTree>
    <p:extLst>
      <p:ext uri="{BB962C8B-B14F-4D97-AF65-F5344CB8AC3E}">
        <p14:creationId xmlns:p14="http://schemas.microsoft.com/office/powerpoint/2010/main" val="1885740959"/>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18A7DC-D702-BD10-9A1B-4B215E2EB75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D0BD2B5-E3E8-AD47-10ED-562D4C32CE1F}"/>
              </a:ext>
            </a:extLst>
          </p:cNvPr>
          <p:cNvSpPr>
            <a:spLocks noGrp="1"/>
          </p:cNvSpPr>
          <p:nvPr>
            <p:ph type="title"/>
          </p:nvPr>
        </p:nvSpPr>
        <p:spPr/>
        <p:txBody>
          <a:bodyPr/>
          <a:lstStyle/>
          <a:p>
            <a:r>
              <a:rPr lang="ja-JP" altLang="en-US" dirty="0"/>
              <a:t>チャネル長　</a:t>
            </a:r>
            <a:r>
              <a:rPr kumimoji="1" lang="en-US" altLang="ja-JP" dirty="0"/>
              <a:t>L</a:t>
            </a:r>
            <a:r>
              <a:rPr lang="ja-JP" altLang="en-US" dirty="0"/>
              <a:t>を変えるとどうなる？</a:t>
            </a:r>
            <a:endParaRPr kumimoji="1" lang="ja-JP" altLang="en-US" dirty="0"/>
          </a:p>
        </p:txBody>
      </p:sp>
      <p:sp>
        <p:nvSpPr>
          <p:cNvPr id="3" name="日付プレースホルダー 2">
            <a:extLst>
              <a:ext uri="{FF2B5EF4-FFF2-40B4-BE49-F238E27FC236}">
                <a16:creationId xmlns:a16="http://schemas.microsoft.com/office/drawing/2014/main" id="{19A63580-D7EC-DEAD-3E8D-FF27CE6A652A}"/>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4D117615-6C9C-ED5D-CA0E-8E8FB6DD725D}"/>
              </a:ext>
            </a:extLst>
          </p:cNvPr>
          <p:cNvSpPr>
            <a:spLocks noGrp="1"/>
          </p:cNvSpPr>
          <p:nvPr>
            <p:ph type="sldNum" sz="quarter" idx="12"/>
          </p:nvPr>
        </p:nvSpPr>
        <p:spPr/>
        <p:txBody>
          <a:bodyPr/>
          <a:lstStyle/>
          <a:p>
            <a:pPr rtl="0"/>
            <a:fld id="{9860EDB8-5305-433F-BE41-D7A86D811DB3}" type="slidenum">
              <a:rPr lang="en-US" altLang="ja-JP" noProof="0" smtClean="0"/>
              <a:pPr rtl="0"/>
              <a:t>67</a:t>
            </a:fld>
            <a:endParaRPr lang="ja-JP" altLang="en-US" noProof="0"/>
          </a:p>
        </p:txBody>
      </p:sp>
      <p:sp>
        <p:nvSpPr>
          <p:cNvPr id="5" name="コンテンツ プレースホルダー 4">
            <a:extLst>
              <a:ext uri="{FF2B5EF4-FFF2-40B4-BE49-F238E27FC236}">
                <a16:creationId xmlns:a16="http://schemas.microsoft.com/office/drawing/2014/main" id="{E06783D5-1D7F-CDEF-83F0-BB00D6BF6549}"/>
              </a:ext>
            </a:extLst>
          </p:cNvPr>
          <p:cNvSpPr>
            <a:spLocks noGrp="1"/>
          </p:cNvSpPr>
          <p:nvPr>
            <p:ph sz="quarter" idx="13"/>
          </p:nvPr>
        </p:nvSpPr>
        <p:spPr/>
        <p:txBody>
          <a:bodyPr>
            <a:normAutofit/>
          </a:bodyPr>
          <a:lstStyle/>
          <a:p>
            <a:pPr marL="285750" indent="-285750">
              <a:buFont typeface="Arial" panose="020B0604020202020204" pitchFamily="34" charset="0"/>
              <a:buChar char="•"/>
            </a:pPr>
            <a:r>
              <a:rPr lang="ja-JP" altLang="en-US" sz="2000" b="1" dirty="0">
                <a:solidFill>
                  <a:srgbClr val="FF0000"/>
                </a:solidFill>
              </a:rPr>
              <a:t>短チャネル効果</a:t>
            </a:r>
            <a:r>
              <a:rPr lang="ja-JP" altLang="en-US" sz="2000" dirty="0">
                <a:solidFill>
                  <a:srgbClr val="464646"/>
                </a:solidFill>
              </a:rPr>
              <a:t>による影響で、特性が全く変化する。</a:t>
            </a:r>
            <a:br>
              <a:rPr lang="en-US" altLang="ja-JP" sz="2000" dirty="0">
                <a:solidFill>
                  <a:srgbClr val="464646"/>
                </a:solidFill>
              </a:rPr>
            </a:br>
            <a:r>
              <a:rPr lang="ja-JP" altLang="en-US" sz="2000" dirty="0">
                <a:solidFill>
                  <a:srgbClr val="FF0000"/>
                </a:solidFill>
              </a:rPr>
              <a:t>チャネル長</a:t>
            </a:r>
            <a:r>
              <a:rPr lang="en-US" altLang="ja-JP" sz="2000" dirty="0">
                <a:solidFill>
                  <a:srgbClr val="FF0000"/>
                </a:solidFill>
              </a:rPr>
              <a:t>L</a:t>
            </a:r>
            <a:r>
              <a:rPr lang="ja-JP" altLang="en-US" sz="2000" dirty="0">
                <a:solidFill>
                  <a:srgbClr val="FF0000"/>
                </a:solidFill>
              </a:rPr>
              <a:t>が短くなると基本は</a:t>
            </a:r>
            <a:r>
              <a:rPr lang="en-US" altLang="ja-JP" sz="2000" dirty="0">
                <a:solidFill>
                  <a:srgbClr val="FF0000"/>
                </a:solidFill>
              </a:rPr>
              <a:t>Ids</a:t>
            </a:r>
            <a:r>
              <a:rPr lang="ja-JP" altLang="en-US" sz="2000" dirty="0">
                <a:solidFill>
                  <a:srgbClr val="FF0000"/>
                </a:solidFill>
              </a:rPr>
              <a:t>が増加</a:t>
            </a:r>
            <a:r>
              <a:rPr lang="ja-JP" altLang="en-US" sz="2000" dirty="0">
                <a:solidFill>
                  <a:srgbClr val="464646"/>
                </a:solidFill>
              </a:rPr>
              <a:t>するが、</a:t>
            </a:r>
            <a:r>
              <a:rPr lang="ja-JP" altLang="en-US" sz="2000" b="1" dirty="0">
                <a:solidFill>
                  <a:srgbClr val="FF0000"/>
                </a:solidFill>
              </a:rPr>
              <a:t>短チャネル効果</a:t>
            </a:r>
            <a:r>
              <a:rPr lang="ja-JP" altLang="en-US" sz="2000" dirty="0">
                <a:solidFill>
                  <a:srgbClr val="464646"/>
                </a:solidFill>
              </a:rPr>
              <a:t>も発生</a:t>
            </a:r>
            <a:endParaRPr lang="en-US" altLang="ja-JP" sz="2000" dirty="0">
              <a:solidFill>
                <a:srgbClr val="464646"/>
              </a:solidFill>
            </a:endParaRPr>
          </a:p>
          <a:p>
            <a:pPr marL="285750" indent="-285750">
              <a:buFont typeface="Arial" panose="020B0604020202020204" pitchFamily="34" charset="0"/>
              <a:buChar char="•"/>
            </a:pPr>
            <a:endParaRPr lang="en-US" altLang="ja-JP" sz="2000" dirty="0">
              <a:solidFill>
                <a:srgbClr val="464646"/>
              </a:solidFill>
            </a:endParaRPr>
          </a:p>
          <a:p>
            <a:pPr marL="285750" indent="-285750">
              <a:buFont typeface="Arial" panose="020B0604020202020204" pitchFamily="34" charset="0"/>
              <a:buChar char="•"/>
            </a:pPr>
            <a:r>
              <a:rPr lang="en-US" altLang="ja-JP" sz="2000" dirty="0">
                <a:solidFill>
                  <a:srgbClr val="464646"/>
                </a:solidFill>
              </a:rPr>
              <a:t>DIBL (Drain Induced Barrier Lowering)</a:t>
            </a:r>
            <a:r>
              <a:rPr lang="ja-JP" altLang="en-US" sz="2000" dirty="0">
                <a:solidFill>
                  <a:srgbClr val="464646"/>
                </a:solidFill>
              </a:rPr>
              <a:t>により、</a:t>
            </a:r>
            <a:r>
              <a:rPr lang="en-US" altLang="ja-JP" sz="2000" dirty="0" err="1">
                <a:solidFill>
                  <a:srgbClr val="464646"/>
                </a:solidFill>
              </a:rPr>
              <a:t>Vds</a:t>
            </a:r>
            <a:r>
              <a:rPr lang="ja-JP" altLang="en-US" sz="2000" dirty="0">
                <a:solidFill>
                  <a:srgbClr val="464646"/>
                </a:solidFill>
              </a:rPr>
              <a:t>の増加に対して</a:t>
            </a:r>
            <a:r>
              <a:rPr lang="en-US" altLang="ja-JP" sz="2000" dirty="0">
                <a:solidFill>
                  <a:srgbClr val="464646"/>
                </a:solidFill>
              </a:rPr>
              <a:t>Vth</a:t>
            </a:r>
            <a:r>
              <a:rPr lang="ja-JP" altLang="en-US" sz="2000" dirty="0">
                <a:solidFill>
                  <a:srgbClr val="464646"/>
                </a:solidFill>
              </a:rPr>
              <a:t>が低下</a:t>
            </a:r>
            <a:endParaRPr lang="en-US" altLang="ja-JP" sz="2000" dirty="0">
              <a:solidFill>
                <a:srgbClr val="464646"/>
              </a:solidFill>
            </a:endParaRPr>
          </a:p>
          <a:p>
            <a:pPr marL="342900" indent="-342900">
              <a:buFont typeface="Arial" panose="020B0604020202020204" pitchFamily="34" charset="0"/>
              <a:buChar char="•"/>
            </a:pPr>
            <a:r>
              <a:rPr lang="en-US" altLang="ja-JP" sz="2000" dirty="0">
                <a:solidFill>
                  <a:srgbClr val="464646"/>
                </a:solidFill>
              </a:rPr>
              <a:t>Subthreshold swing</a:t>
            </a:r>
            <a:r>
              <a:rPr lang="ja-JP" altLang="en-US" sz="2000" dirty="0">
                <a:solidFill>
                  <a:srgbClr val="464646"/>
                </a:solidFill>
              </a:rPr>
              <a:t>の増加により、弱反転領域におけるパンチスルーが増加</a:t>
            </a:r>
            <a:endParaRPr lang="en-US" altLang="ja-JP" sz="2000" dirty="0">
              <a:solidFill>
                <a:srgbClr val="464646"/>
              </a:solidFill>
            </a:endParaRPr>
          </a:p>
          <a:p>
            <a:pPr marL="626364" lvl="1" indent="-342900"/>
            <a:r>
              <a:rPr lang="ja-JP" altLang="en-US" sz="2000" dirty="0">
                <a:solidFill>
                  <a:srgbClr val="464646"/>
                </a:solidFill>
              </a:rPr>
              <a:t>オフ状態でのリーク電流が増え、</a:t>
            </a:r>
            <a:r>
              <a:rPr lang="en-US" altLang="ja-JP" sz="2000" dirty="0" err="1">
                <a:solidFill>
                  <a:srgbClr val="464646"/>
                </a:solidFill>
              </a:rPr>
              <a:t>Vgs</a:t>
            </a:r>
            <a:r>
              <a:rPr lang="ja-JP" altLang="en-US" sz="2000" dirty="0">
                <a:solidFill>
                  <a:srgbClr val="464646"/>
                </a:solidFill>
              </a:rPr>
              <a:t>の増加幅に対する</a:t>
            </a:r>
            <a:r>
              <a:rPr lang="en-US" altLang="ja-JP" sz="2000" dirty="0">
                <a:solidFill>
                  <a:srgbClr val="464646"/>
                </a:solidFill>
              </a:rPr>
              <a:t>Ids</a:t>
            </a:r>
            <a:r>
              <a:rPr lang="ja-JP" altLang="en-US" sz="2000" dirty="0">
                <a:solidFill>
                  <a:srgbClr val="464646"/>
                </a:solidFill>
              </a:rPr>
              <a:t>の増加幅が鈍くなる　→スイッチング特性劣化</a:t>
            </a:r>
            <a:endParaRPr lang="en-US" altLang="ja-JP" sz="2000" dirty="0">
              <a:solidFill>
                <a:srgbClr val="464646"/>
              </a:solidFill>
            </a:endParaRPr>
          </a:p>
          <a:p>
            <a:pPr marL="342900" indent="-342900">
              <a:buFont typeface="Arial" panose="020B0604020202020204" pitchFamily="34" charset="0"/>
              <a:buChar char="•"/>
            </a:pPr>
            <a:r>
              <a:rPr lang="ja-JP" altLang="en-US" sz="2000" dirty="0">
                <a:solidFill>
                  <a:srgbClr val="464646"/>
                </a:solidFill>
              </a:rPr>
              <a:t>チャネル長変調効果により、</a:t>
            </a:r>
            <a:r>
              <a:rPr lang="en-US" altLang="ja-JP" sz="2000" dirty="0" err="1">
                <a:solidFill>
                  <a:srgbClr val="464646"/>
                </a:solidFill>
              </a:rPr>
              <a:t>Vds</a:t>
            </a:r>
            <a:r>
              <a:rPr lang="ja-JP" altLang="en-US" sz="2000" dirty="0">
                <a:solidFill>
                  <a:srgbClr val="464646"/>
                </a:solidFill>
              </a:rPr>
              <a:t>変動幅に対する</a:t>
            </a:r>
            <a:r>
              <a:rPr lang="en-US" altLang="ja-JP" sz="2000" dirty="0">
                <a:solidFill>
                  <a:srgbClr val="464646"/>
                </a:solidFill>
              </a:rPr>
              <a:t>Ids</a:t>
            </a:r>
            <a:r>
              <a:rPr lang="ja-JP" altLang="en-US" sz="2000" dirty="0">
                <a:solidFill>
                  <a:srgbClr val="464646"/>
                </a:solidFill>
              </a:rPr>
              <a:t>変動幅が増え、</a:t>
            </a:r>
            <a:r>
              <a:rPr lang="ja-JP" altLang="en-US" sz="2000" b="1" dirty="0">
                <a:solidFill>
                  <a:srgbClr val="FF0000"/>
                </a:solidFill>
              </a:rPr>
              <a:t>飽和状態にならない</a:t>
            </a:r>
            <a:endParaRPr lang="en-US" altLang="ja-JP" sz="2000" b="1" dirty="0">
              <a:solidFill>
                <a:srgbClr val="FF0000"/>
              </a:solidFill>
            </a:endParaRPr>
          </a:p>
        </p:txBody>
      </p:sp>
    </p:spTree>
    <p:extLst>
      <p:ext uri="{BB962C8B-B14F-4D97-AF65-F5344CB8AC3E}">
        <p14:creationId xmlns:p14="http://schemas.microsoft.com/office/powerpoint/2010/main" val="360062787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83C5A2-D734-34AA-E990-7BAC46F08D5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42AFC54-C6EC-FD8A-6816-338599693B2B}"/>
              </a:ext>
            </a:extLst>
          </p:cNvPr>
          <p:cNvSpPr>
            <a:spLocks noGrp="1"/>
          </p:cNvSpPr>
          <p:nvPr>
            <p:ph type="title"/>
          </p:nvPr>
        </p:nvSpPr>
        <p:spPr/>
        <p:txBody>
          <a:bodyPr/>
          <a:lstStyle/>
          <a:p>
            <a:r>
              <a:rPr lang="ja-JP" altLang="en-US" dirty="0"/>
              <a:t>チャネル長　</a:t>
            </a:r>
            <a:r>
              <a:rPr kumimoji="1" lang="en-US" altLang="ja-JP" dirty="0"/>
              <a:t>L</a:t>
            </a:r>
            <a:r>
              <a:rPr lang="ja-JP" altLang="en-US" dirty="0"/>
              <a:t>を変えるとどうなる？</a:t>
            </a:r>
            <a:endParaRPr kumimoji="1" lang="ja-JP" altLang="en-US" dirty="0"/>
          </a:p>
        </p:txBody>
      </p:sp>
      <p:sp>
        <p:nvSpPr>
          <p:cNvPr id="3" name="日付プレースホルダー 2">
            <a:extLst>
              <a:ext uri="{FF2B5EF4-FFF2-40B4-BE49-F238E27FC236}">
                <a16:creationId xmlns:a16="http://schemas.microsoft.com/office/drawing/2014/main" id="{DC06CF60-0294-92CA-BCD7-7CF266EE79A8}"/>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DD17B21B-EDBF-BC7B-1ECB-558DCCC4592D}"/>
              </a:ext>
            </a:extLst>
          </p:cNvPr>
          <p:cNvSpPr>
            <a:spLocks noGrp="1"/>
          </p:cNvSpPr>
          <p:nvPr>
            <p:ph type="sldNum" sz="quarter" idx="12"/>
          </p:nvPr>
        </p:nvSpPr>
        <p:spPr/>
        <p:txBody>
          <a:bodyPr/>
          <a:lstStyle/>
          <a:p>
            <a:pPr rtl="0"/>
            <a:fld id="{9860EDB8-5305-433F-BE41-D7A86D811DB3}" type="slidenum">
              <a:rPr lang="en-US" altLang="ja-JP" noProof="0" smtClean="0"/>
              <a:pPr rtl="0"/>
              <a:t>68</a:t>
            </a:fld>
            <a:endParaRPr lang="ja-JP" altLang="en-US" noProof="0"/>
          </a:p>
        </p:txBody>
      </p:sp>
      <p:sp>
        <p:nvSpPr>
          <p:cNvPr id="5" name="コンテンツ プレースホルダー 4">
            <a:extLst>
              <a:ext uri="{FF2B5EF4-FFF2-40B4-BE49-F238E27FC236}">
                <a16:creationId xmlns:a16="http://schemas.microsoft.com/office/drawing/2014/main" id="{132AAB3F-ADC5-5BA2-384C-4957CA8D15C2}"/>
              </a:ext>
            </a:extLst>
          </p:cNvPr>
          <p:cNvSpPr>
            <a:spLocks noGrp="1"/>
          </p:cNvSpPr>
          <p:nvPr>
            <p:ph sz="quarter" idx="13"/>
          </p:nvPr>
        </p:nvSpPr>
        <p:spPr/>
        <p:txBody>
          <a:bodyPr>
            <a:normAutofit/>
          </a:bodyPr>
          <a:lstStyle/>
          <a:p>
            <a:pPr marL="285750" indent="-285750">
              <a:buFont typeface="Arial" panose="020B0604020202020204" pitchFamily="34" charset="0"/>
              <a:buChar char="•"/>
            </a:pPr>
            <a:r>
              <a:rPr lang="ja-JP" altLang="en-US" sz="2000" b="1" dirty="0">
                <a:solidFill>
                  <a:srgbClr val="FF0000"/>
                </a:solidFill>
              </a:rPr>
              <a:t>短チャネル効果</a:t>
            </a:r>
            <a:r>
              <a:rPr lang="ja-JP" altLang="en-US" sz="2000" dirty="0">
                <a:solidFill>
                  <a:srgbClr val="464646"/>
                </a:solidFill>
              </a:rPr>
              <a:t>による影響で、特性が全く変化する。</a:t>
            </a:r>
            <a:br>
              <a:rPr lang="en-US" altLang="ja-JP" sz="2000" dirty="0">
                <a:solidFill>
                  <a:srgbClr val="464646"/>
                </a:solidFill>
              </a:rPr>
            </a:br>
            <a:r>
              <a:rPr lang="ja-JP" altLang="en-US" sz="2000" dirty="0">
                <a:solidFill>
                  <a:srgbClr val="FF0000"/>
                </a:solidFill>
              </a:rPr>
              <a:t>チャネル長</a:t>
            </a:r>
            <a:r>
              <a:rPr lang="en-US" altLang="ja-JP" sz="2000" dirty="0">
                <a:solidFill>
                  <a:srgbClr val="FF0000"/>
                </a:solidFill>
              </a:rPr>
              <a:t>L</a:t>
            </a:r>
            <a:r>
              <a:rPr lang="ja-JP" altLang="en-US" sz="2000" dirty="0">
                <a:solidFill>
                  <a:srgbClr val="FF0000"/>
                </a:solidFill>
              </a:rPr>
              <a:t>が短くなると基本は</a:t>
            </a:r>
            <a:r>
              <a:rPr lang="en-US" altLang="ja-JP" sz="2000" dirty="0">
                <a:solidFill>
                  <a:srgbClr val="FF0000"/>
                </a:solidFill>
              </a:rPr>
              <a:t>Ids</a:t>
            </a:r>
            <a:r>
              <a:rPr lang="ja-JP" altLang="en-US" sz="2000" dirty="0">
                <a:solidFill>
                  <a:srgbClr val="FF0000"/>
                </a:solidFill>
              </a:rPr>
              <a:t>が増加</a:t>
            </a:r>
            <a:r>
              <a:rPr lang="ja-JP" altLang="en-US" sz="2000" dirty="0">
                <a:solidFill>
                  <a:srgbClr val="464646"/>
                </a:solidFill>
              </a:rPr>
              <a:t>するが、</a:t>
            </a:r>
            <a:r>
              <a:rPr lang="ja-JP" altLang="en-US" sz="2000" b="1" dirty="0">
                <a:solidFill>
                  <a:srgbClr val="FF0000"/>
                </a:solidFill>
              </a:rPr>
              <a:t>短チャネル効果</a:t>
            </a:r>
            <a:r>
              <a:rPr lang="ja-JP" altLang="en-US" sz="2000" dirty="0">
                <a:solidFill>
                  <a:srgbClr val="464646"/>
                </a:solidFill>
              </a:rPr>
              <a:t>も発生</a:t>
            </a:r>
            <a:endParaRPr lang="en-US" altLang="ja-JP" sz="2000" dirty="0">
              <a:solidFill>
                <a:srgbClr val="464646"/>
              </a:solidFill>
            </a:endParaRPr>
          </a:p>
        </p:txBody>
      </p:sp>
      <p:sp>
        <p:nvSpPr>
          <p:cNvPr id="6" name="正方形/長方形 5">
            <a:extLst>
              <a:ext uri="{FF2B5EF4-FFF2-40B4-BE49-F238E27FC236}">
                <a16:creationId xmlns:a16="http://schemas.microsoft.com/office/drawing/2014/main" id="{4E7229E2-C73D-17EB-222B-F237C362DB5C}"/>
              </a:ext>
            </a:extLst>
          </p:cNvPr>
          <p:cNvSpPr/>
          <p:nvPr/>
        </p:nvSpPr>
        <p:spPr>
          <a:xfrm>
            <a:off x="394753" y="2605346"/>
            <a:ext cx="11402494" cy="3344091"/>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2800" dirty="0">
                <a:solidFill>
                  <a:srgbClr val="464646"/>
                </a:solidFill>
              </a:rPr>
              <a:t>ロジックゲートは通常、高集積密度、低</a:t>
            </a:r>
            <a:r>
              <a:rPr kumimoji="1" lang="en-US" altLang="ja-JP" sz="2800" dirty="0">
                <a:solidFill>
                  <a:srgbClr val="464646"/>
                </a:solidFill>
              </a:rPr>
              <a:t>Vth</a:t>
            </a:r>
            <a:r>
              <a:rPr kumimoji="1" lang="ja-JP" altLang="en-US" sz="2800" dirty="0">
                <a:solidFill>
                  <a:srgbClr val="464646"/>
                </a:solidFill>
              </a:rPr>
              <a:t>、高</a:t>
            </a:r>
            <a:r>
              <a:rPr kumimoji="1" lang="en-US" altLang="ja-JP" sz="2800" dirty="0">
                <a:solidFill>
                  <a:srgbClr val="464646"/>
                </a:solidFill>
              </a:rPr>
              <a:t>Ids</a:t>
            </a:r>
            <a:r>
              <a:rPr kumimoji="1" lang="ja-JP" altLang="en-US" sz="2800" dirty="0">
                <a:solidFill>
                  <a:srgbClr val="464646"/>
                </a:solidFill>
              </a:rPr>
              <a:t>のため、</a:t>
            </a:r>
            <a:br>
              <a:rPr kumimoji="1" lang="en-US" altLang="ja-JP" sz="2800" dirty="0">
                <a:solidFill>
                  <a:srgbClr val="464646"/>
                </a:solidFill>
              </a:rPr>
            </a:br>
            <a:r>
              <a:rPr kumimoji="1" lang="ja-JP" altLang="en-US" sz="2800" b="1" dirty="0">
                <a:solidFill>
                  <a:srgbClr val="FF0000"/>
                </a:solidFill>
              </a:rPr>
              <a:t>チャネル長</a:t>
            </a:r>
            <a:r>
              <a:rPr kumimoji="1" lang="en-US" altLang="ja-JP" sz="2800" b="1" dirty="0">
                <a:solidFill>
                  <a:srgbClr val="FF0000"/>
                </a:solidFill>
              </a:rPr>
              <a:t>(L)</a:t>
            </a:r>
            <a:r>
              <a:rPr kumimoji="1" lang="ja-JP" altLang="en-US" sz="2800" b="1" dirty="0">
                <a:solidFill>
                  <a:srgbClr val="FF0000"/>
                </a:solidFill>
              </a:rPr>
              <a:t>は最短</a:t>
            </a:r>
            <a:r>
              <a:rPr kumimoji="1" lang="ja-JP" altLang="en-US" sz="2800" dirty="0">
                <a:solidFill>
                  <a:srgbClr val="464646"/>
                </a:solidFill>
              </a:rPr>
              <a:t>で設計される。</a:t>
            </a:r>
            <a:endParaRPr kumimoji="1" lang="en-US" altLang="ja-JP" sz="2800" dirty="0">
              <a:solidFill>
                <a:srgbClr val="464646"/>
              </a:solidFill>
            </a:endParaRPr>
          </a:p>
          <a:p>
            <a:endParaRPr kumimoji="1" lang="en-US" altLang="ja-JP" sz="2800" dirty="0">
              <a:solidFill>
                <a:srgbClr val="464646"/>
              </a:solidFill>
            </a:endParaRPr>
          </a:p>
          <a:p>
            <a:endParaRPr kumimoji="1" lang="en-US" altLang="ja-JP" sz="2800" dirty="0">
              <a:solidFill>
                <a:srgbClr val="464646"/>
              </a:solidFill>
            </a:endParaRPr>
          </a:p>
          <a:p>
            <a:r>
              <a:rPr kumimoji="1" lang="ja-JP" altLang="en-US" sz="2800" dirty="0">
                <a:solidFill>
                  <a:srgbClr val="464646"/>
                </a:solidFill>
              </a:rPr>
              <a:t>短チャネル効果やちゃんとした設計手法についてはオペアンプ編にて詳しく解説します。</a:t>
            </a:r>
            <a:r>
              <a:rPr kumimoji="1" lang="en-US" altLang="ja-JP" sz="2800" dirty="0">
                <a:solidFill>
                  <a:srgbClr val="464646"/>
                </a:solidFill>
              </a:rPr>
              <a:t> </a:t>
            </a:r>
            <a:endParaRPr kumimoji="1" lang="ja-JP" altLang="en-US" sz="2800" dirty="0">
              <a:solidFill>
                <a:srgbClr val="464646"/>
              </a:solidFill>
            </a:endParaRPr>
          </a:p>
        </p:txBody>
      </p:sp>
    </p:spTree>
    <p:extLst>
      <p:ext uri="{BB962C8B-B14F-4D97-AF65-F5344CB8AC3E}">
        <p14:creationId xmlns:p14="http://schemas.microsoft.com/office/powerpoint/2010/main" val="260696104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11350E4-E9BB-5993-FAEA-FCC89FC7856F}"/>
              </a:ext>
            </a:extLst>
          </p:cNvPr>
          <p:cNvSpPr>
            <a:spLocks noGrp="1"/>
          </p:cNvSpPr>
          <p:nvPr>
            <p:ph type="title"/>
          </p:nvPr>
        </p:nvSpPr>
        <p:spPr/>
        <p:txBody>
          <a:bodyPr/>
          <a:lstStyle/>
          <a:p>
            <a:r>
              <a:rPr kumimoji="1" lang="ja-JP" altLang="en-US" dirty="0"/>
              <a:t>設計方針</a:t>
            </a:r>
          </a:p>
        </p:txBody>
      </p:sp>
      <p:sp>
        <p:nvSpPr>
          <p:cNvPr id="3" name="日付プレースホルダー 2">
            <a:extLst>
              <a:ext uri="{FF2B5EF4-FFF2-40B4-BE49-F238E27FC236}">
                <a16:creationId xmlns:a16="http://schemas.microsoft.com/office/drawing/2014/main" id="{5A18B1D9-D137-4487-3303-6EFBA1305953}"/>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ECC09E9D-E8B3-732A-8734-E4D01BD729D9}"/>
              </a:ext>
            </a:extLst>
          </p:cNvPr>
          <p:cNvSpPr>
            <a:spLocks noGrp="1"/>
          </p:cNvSpPr>
          <p:nvPr>
            <p:ph type="sldNum" sz="quarter" idx="12"/>
          </p:nvPr>
        </p:nvSpPr>
        <p:spPr/>
        <p:txBody>
          <a:bodyPr/>
          <a:lstStyle/>
          <a:p>
            <a:pPr rtl="0"/>
            <a:fld id="{9860EDB8-5305-433F-BE41-D7A86D811DB3}" type="slidenum">
              <a:rPr lang="en-US" altLang="ja-JP" noProof="0" smtClean="0"/>
              <a:pPr rtl="0"/>
              <a:t>69</a:t>
            </a:fld>
            <a:endParaRPr lang="ja-JP" altLang="en-US" noProof="0"/>
          </a:p>
        </p:txBody>
      </p:sp>
      <p:sp>
        <p:nvSpPr>
          <p:cNvPr id="5" name="コンテンツ プレースホルダー 4">
            <a:extLst>
              <a:ext uri="{FF2B5EF4-FFF2-40B4-BE49-F238E27FC236}">
                <a16:creationId xmlns:a16="http://schemas.microsoft.com/office/drawing/2014/main" id="{8AAAE804-CCF1-FAA1-3483-7474A214AA66}"/>
              </a:ext>
            </a:extLst>
          </p:cNvPr>
          <p:cNvSpPr>
            <a:spLocks noGrp="1"/>
          </p:cNvSpPr>
          <p:nvPr>
            <p:ph sz="quarter" idx="13"/>
          </p:nvPr>
        </p:nvSpPr>
        <p:spPr/>
        <p:txBody>
          <a:bodyPr/>
          <a:lstStyle/>
          <a:p>
            <a:pPr marL="285750" indent="-285750">
              <a:buFont typeface="Arial" panose="020B0604020202020204" pitchFamily="34" charset="0"/>
              <a:buChar char="•"/>
            </a:pPr>
            <a:r>
              <a:rPr kumimoji="1" lang="en-US" altLang="ja-JP" dirty="0"/>
              <a:t>PMOS</a:t>
            </a:r>
            <a:r>
              <a:rPr kumimoji="1" lang="ja-JP" altLang="en-US" dirty="0"/>
              <a:t>の性能を上げる</a:t>
            </a:r>
            <a:endParaRPr kumimoji="1" lang="en-US" altLang="ja-JP" dirty="0"/>
          </a:p>
          <a:p>
            <a:pPr marL="569214" lvl="1" indent="-285750"/>
            <a:r>
              <a:rPr lang="en-US" altLang="ja-JP" dirty="0"/>
              <a:t>PMOS</a:t>
            </a:r>
            <a:r>
              <a:rPr lang="ja-JP" altLang="en-US" dirty="0"/>
              <a:t>の</a:t>
            </a:r>
            <a:r>
              <a:rPr lang="en-US" altLang="ja-JP" dirty="0"/>
              <a:t>W</a:t>
            </a:r>
            <a:r>
              <a:rPr lang="ja-JP" altLang="en-US" dirty="0"/>
              <a:t>を大きくする</a:t>
            </a:r>
            <a:endParaRPr lang="en-US" altLang="ja-JP" dirty="0"/>
          </a:p>
          <a:p>
            <a:pPr marL="569214" lvl="1" indent="-285750"/>
            <a:r>
              <a:rPr lang="en-US" altLang="ja-JP" dirty="0"/>
              <a:t>PMOS</a:t>
            </a:r>
            <a:r>
              <a:rPr lang="ja-JP" altLang="en-US" dirty="0"/>
              <a:t>の</a:t>
            </a:r>
            <a:r>
              <a:rPr lang="en-US" altLang="ja-JP" dirty="0"/>
              <a:t>L</a:t>
            </a:r>
            <a:r>
              <a:rPr lang="ja-JP" altLang="en-US" dirty="0"/>
              <a:t>を小さくする</a:t>
            </a:r>
            <a:endParaRPr lang="en-US" altLang="ja-JP" dirty="0"/>
          </a:p>
          <a:p>
            <a:pPr marL="285750" indent="-285750">
              <a:buFont typeface="Arial" panose="020B0604020202020204" pitchFamily="34" charset="0"/>
              <a:buChar char="•"/>
            </a:pPr>
            <a:r>
              <a:rPr kumimoji="1" lang="en-US" altLang="ja-JP" dirty="0"/>
              <a:t>NMOS</a:t>
            </a:r>
            <a:r>
              <a:rPr kumimoji="1" lang="ja-JP" altLang="en-US" dirty="0"/>
              <a:t>の性能を下げる</a:t>
            </a:r>
            <a:endParaRPr kumimoji="1" lang="en-US" altLang="ja-JP" dirty="0"/>
          </a:p>
          <a:p>
            <a:pPr marL="569214" lvl="1" indent="-285750"/>
            <a:r>
              <a:rPr lang="en-US" altLang="ja-JP" dirty="0"/>
              <a:t>NMOS</a:t>
            </a:r>
            <a:r>
              <a:rPr lang="ja-JP" altLang="en-US" dirty="0"/>
              <a:t>の</a:t>
            </a:r>
            <a:r>
              <a:rPr lang="en-US" altLang="ja-JP" dirty="0"/>
              <a:t>W</a:t>
            </a:r>
            <a:r>
              <a:rPr lang="ja-JP" altLang="en-US" dirty="0"/>
              <a:t>を小さくする</a:t>
            </a:r>
            <a:endParaRPr lang="en-US" altLang="ja-JP" dirty="0"/>
          </a:p>
          <a:p>
            <a:pPr marL="569214" lvl="1" indent="-285750"/>
            <a:r>
              <a:rPr lang="en-US" altLang="ja-JP" dirty="0"/>
              <a:t>NMOS</a:t>
            </a:r>
            <a:r>
              <a:rPr lang="ja-JP" altLang="en-US" dirty="0"/>
              <a:t>の</a:t>
            </a:r>
            <a:r>
              <a:rPr lang="en-US" altLang="ja-JP" dirty="0"/>
              <a:t>L</a:t>
            </a:r>
            <a:r>
              <a:rPr lang="ja-JP" altLang="en-US" dirty="0"/>
              <a:t>を大きくする</a:t>
            </a:r>
            <a:endParaRPr kumimoji="1" lang="en-US" altLang="ja-JP" dirty="0"/>
          </a:p>
        </p:txBody>
      </p:sp>
      <p:sp>
        <p:nvSpPr>
          <p:cNvPr id="8" name="正方形/長方形 7">
            <a:extLst>
              <a:ext uri="{FF2B5EF4-FFF2-40B4-BE49-F238E27FC236}">
                <a16:creationId xmlns:a16="http://schemas.microsoft.com/office/drawing/2014/main" id="{B4F0AF1C-8D25-5F5D-E3A4-A1C2D0A11D98}"/>
              </a:ext>
            </a:extLst>
          </p:cNvPr>
          <p:cNvSpPr/>
          <p:nvPr/>
        </p:nvSpPr>
        <p:spPr>
          <a:xfrm>
            <a:off x="444500" y="5258894"/>
            <a:ext cx="11402494" cy="1240078"/>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ja-JP" altLang="en-US" sz="2800" dirty="0">
                <a:solidFill>
                  <a:srgbClr val="464646"/>
                </a:solidFill>
              </a:rPr>
              <a:t>計算による設計手法についてはオペアンプ編にて詳しく解説します。</a:t>
            </a:r>
            <a:r>
              <a:rPr kumimoji="1" lang="en-US" altLang="ja-JP" sz="2800" dirty="0">
                <a:solidFill>
                  <a:srgbClr val="464646"/>
                </a:solidFill>
              </a:rPr>
              <a:t> </a:t>
            </a:r>
            <a:endParaRPr kumimoji="1" lang="ja-JP" altLang="en-US" sz="2800" dirty="0">
              <a:solidFill>
                <a:srgbClr val="464646"/>
              </a:solidFill>
            </a:endParaRPr>
          </a:p>
        </p:txBody>
      </p:sp>
      <p:pic>
        <p:nvPicPr>
          <p:cNvPr id="9" name="図 8">
            <a:extLst>
              <a:ext uri="{FF2B5EF4-FFF2-40B4-BE49-F238E27FC236}">
                <a16:creationId xmlns:a16="http://schemas.microsoft.com/office/drawing/2014/main" id="{FD9FB3A0-9B3F-374B-0E96-95C084F70A03}"/>
              </a:ext>
            </a:extLst>
          </p:cNvPr>
          <p:cNvPicPr>
            <a:picLocks noChangeAspect="1"/>
          </p:cNvPicPr>
          <p:nvPr/>
        </p:nvPicPr>
        <p:blipFill>
          <a:blip r:embed="rId2"/>
          <a:stretch>
            <a:fillRect/>
          </a:stretch>
        </p:blipFill>
        <p:spPr>
          <a:xfrm>
            <a:off x="6193206" y="1153332"/>
            <a:ext cx="5471145" cy="4084362"/>
          </a:xfrm>
          <a:prstGeom prst="rect">
            <a:avLst/>
          </a:prstGeom>
        </p:spPr>
      </p:pic>
    </p:spTree>
    <p:extLst>
      <p:ext uri="{BB962C8B-B14F-4D97-AF65-F5344CB8AC3E}">
        <p14:creationId xmlns:p14="http://schemas.microsoft.com/office/powerpoint/2010/main" val="1513126002"/>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E395776-2CC9-C57D-10E9-B4F1E47325B4}"/>
              </a:ext>
            </a:extLst>
          </p:cNvPr>
          <p:cNvSpPr>
            <a:spLocks noGrp="1"/>
          </p:cNvSpPr>
          <p:nvPr>
            <p:ph type="title"/>
          </p:nvPr>
        </p:nvSpPr>
        <p:spPr/>
        <p:txBody>
          <a:bodyPr/>
          <a:lstStyle/>
          <a:p>
            <a:r>
              <a:rPr lang="ja-JP" altLang="en-US" dirty="0"/>
              <a:t>アナログ半導体の設計フロー</a:t>
            </a:r>
            <a:endParaRPr kumimoji="1" lang="ja-JP" altLang="en-US" dirty="0"/>
          </a:p>
        </p:txBody>
      </p:sp>
      <p:sp>
        <p:nvSpPr>
          <p:cNvPr id="3" name="日付プレースホルダー 2">
            <a:extLst>
              <a:ext uri="{FF2B5EF4-FFF2-40B4-BE49-F238E27FC236}">
                <a16:creationId xmlns:a16="http://schemas.microsoft.com/office/drawing/2014/main" id="{102C7370-4158-5F3A-B29E-8AB24B8878EA}"/>
              </a:ext>
            </a:extLst>
          </p:cNvPr>
          <p:cNvSpPr>
            <a:spLocks noGrp="1"/>
          </p:cNvSpPr>
          <p:nvPr>
            <p:ph type="dt" sz="half" idx="10"/>
          </p:nvPr>
        </p:nvSpPr>
        <p:spPr/>
        <p:txBody>
          <a:bodyPr/>
          <a:lstStyle/>
          <a:p>
            <a:pPr rtl="0"/>
            <a:fld id="{E799E38D-0A82-4095-BE6B-85157473E4AE}"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40E7729A-7159-13DA-B80A-5CF547A86157}"/>
              </a:ext>
            </a:extLst>
          </p:cNvPr>
          <p:cNvSpPr>
            <a:spLocks noGrp="1"/>
          </p:cNvSpPr>
          <p:nvPr>
            <p:ph type="sldNum" sz="quarter" idx="12"/>
          </p:nvPr>
        </p:nvSpPr>
        <p:spPr/>
        <p:txBody>
          <a:bodyPr/>
          <a:lstStyle/>
          <a:p>
            <a:pPr rtl="0"/>
            <a:fld id="{9860EDB8-5305-433F-BE41-D7A86D811DB3}" type="slidenum">
              <a:rPr lang="en-US" altLang="ja-JP" noProof="0" smtClean="0"/>
              <a:pPr rtl="0"/>
              <a:t>70</a:t>
            </a:fld>
            <a:endParaRPr lang="ja-JP" altLang="en-US" noProof="0"/>
          </a:p>
        </p:txBody>
      </p:sp>
      <p:sp>
        <p:nvSpPr>
          <p:cNvPr id="5" name="コンテンツ プレースホルダー 4">
            <a:extLst>
              <a:ext uri="{FF2B5EF4-FFF2-40B4-BE49-F238E27FC236}">
                <a16:creationId xmlns:a16="http://schemas.microsoft.com/office/drawing/2014/main" id="{218D7D6A-C682-EF52-E287-45B2D617822C}"/>
              </a:ext>
            </a:extLst>
          </p:cNvPr>
          <p:cNvSpPr>
            <a:spLocks noGrp="1"/>
          </p:cNvSpPr>
          <p:nvPr>
            <p:ph sz="quarter" idx="13"/>
          </p:nvPr>
        </p:nvSpPr>
        <p:spPr/>
        <p:txBody>
          <a:bodyPr>
            <a:normAutofit/>
          </a:bodyPr>
          <a:lstStyle/>
          <a:p>
            <a:pPr marL="457200" indent="-457200">
              <a:buFont typeface="+mj-lt"/>
              <a:buAutoNum type="arabicPeriod"/>
            </a:pPr>
            <a:r>
              <a:rPr kumimoji="1" lang="ja-JP" altLang="en-US" sz="2000" dirty="0"/>
              <a:t>回路図（テストベンチ）を描く</a:t>
            </a:r>
            <a:endParaRPr kumimoji="1" lang="en-US" altLang="ja-JP" sz="2000" dirty="0"/>
          </a:p>
          <a:p>
            <a:pPr marL="457200" indent="-457200">
              <a:buFont typeface="+mj-lt"/>
              <a:buAutoNum type="arabicPeriod"/>
            </a:pPr>
            <a:r>
              <a:rPr lang="ja-JP" altLang="en-US" sz="2000" dirty="0"/>
              <a:t>シミュレーションをする</a:t>
            </a:r>
            <a:endParaRPr lang="en-US" altLang="ja-JP" sz="2000" dirty="0"/>
          </a:p>
          <a:p>
            <a:pPr marL="457200" indent="-457200">
              <a:buFont typeface="+mj-lt"/>
              <a:buAutoNum type="arabicPeriod"/>
            </a:pPr>
            <a:r>
              <a:rPr kumimoji="1" lang="ja-JP" altLang="en-US" sz="2000" b="1" dirty="0">
                <a:solidFill>
                  <a:schemeClr val="accent2"/>
                </a:solidFill>
              </a:rPr>
              <a:t>回路図を基にレイアウトを描く</a:t>
            </a:r>
            <a:endParaRPr kumimoji="1" lang="en-US" altLang="ja-JP" sz="2000" b="1" dirty="0">
              <a:solidFill>
                <a:schemeClr val="accent2"/>
              </a:solidFill>
            </a:endParaRPr>
          </a:p>
          <a:p>
            <a:pPr marL="457200" indent="-457200">
              <a:buFont typeface="+mj-lt"/>
              <a:buAutoNum type="arabicPeriod"/>
            </a:pPr>
            <a:r>
              <a:rPr lang="ja-JP" altLang="en-US" sz="2000" dirty="0"/>
              <a:t>レイアウトを検証する</a:t>
            </a:r>
            <a:endParaRPr lang="en-US" altLang="ja-JP" sz="2000" dirty="0"/>
          </a:p>
          <a:p>
            <a:pPr marL="457200" indent="-457200">
              <a:buFont typeface="+mj-lt"/>
              <a:buAutoNum type="arabicPeriod"/>
            </a:pPr>
            <a:r>
              <a:rPr kumimoji="1" lang="ja-JP" altLang="en-US" sz="2000" dirty="0">
                <a:solidFill>
                  <a:schemeClr val="tx1"/>
                </a:solidFill>
              </a:rPr>
              <a:t>レイアウトを基に寄生成分を考慮したシミュレーションをする</a:t>
            </a:r>
            <a:endParaRPr kumimoji="1" lang="en-US" altLang="ja-JP" sz="2000" dirty="0">
              <a:solidFill>
                <a:schemeClr val="tx1"/>
              </a:solidFill>
            </a:endParaRPr>
          </a:p>
          <a:p>
            <a:pPr marL="457200" indent="-457200">
              <a:buFont typeface="+mj-lt"/>
              <a:buAutoNum type="arabicPeriod"/>
            </a:pPr>
            <a:r>
              <a:rPr lang="ja-JP" altLang="en-US" sz="2000" dirty="0"/>
              <a:t>フレームに載せる</a:t>
            </a:r>
            <a:endParaRPr kumimoji="1" lang="en-US" altLang="ja-JP" sz="2000" dirty="0"/>
          </a:p>
        </p:txBody>
      </p:sp>
    </p:spTree>
    <p:extLst>
      <p:ext uri="{BB962C8B-B14F-4D97-AF65-F5344CB8AC3E}">
        <p14:creationId xmlns:p14="http://schemas.microsoft.com/office/powerpoint/2010/main" val="3745884670"/>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A30A239B-CF60-F14D-D9CC-9879FA60F97F}"/>
              </a:ext>
            </a:extLst>
          </p:cNvPr>
          <p:cNvSpPr>
            <a:spLocks noGrp="1"/>
          </p:cNvSpPr>
          <p:nvPr>
            <p:ph type="title"/>
          </p:nvPr>
        </p:nvSpPr>
        <p:spPr/>
        <p:txBody>
          <a:bodyPr/>
          <a:lstStyle/>
          <a:p>
            <a:r>
              <a:rPr lang="ja-JP" altLang="en-US" dirty="0"/>
              <a:t>半導体の基礎知識</a:t>
            </a:r>
          </a:p>
        </p:txBody>
      </p:sp>
      <p:sp>
        <p:nvSpPr>
          <p:cNvPr id="7" name="テキスト プレースホルダー 6">
            <a:extLst>
              <a:ext uri="{FF2B5EF4-FFF2-40B4-BE49-F238E27FC236}">
                <a16:creationId xmlns:a16="http://schemas.microsoft.com/office/drawing/2014/main" id="{8563F2CC-E883-5D8E-9E4D-A524C8CBCB0A}"/>
              </a:ext>
            </a:extLst>
          </p:cNvPr>
          <p:cNvSpPr>
            <a:spLocks noGrp="1"/>
          </p:cNvSpPr>
          <p:nvPr>
            <p:ph type="body" sz="quarter" idx="10"/>
          </p:nvPr>
        </p:nvSpPr>
        <p:spPr/>
        <p:txBody>
          <a:bodyPr/>
          <a:lstStyle/>
          <a:p>
            <a:r>
              <a:rPr lang="ja-JP" altLang="en-US" dirty="0"/>
              <a:t>プレーナ型</a:t>
            </a:r>
            <a:r>
              <a:rPr lang="en-US" altLang="ja-JP" dirty="0"/>
              <a:t>FET</a:t>
            </a:r>
            <a:r>
              <a:rPr lang="ja-JP" altLang="en-US" dirty="0"/>
              <a:t>プロセス　レイアウト編</a:t>
            </a:r>
          </a:p>
        </p:txBody>
      </p:sp>
      <p:sp>
        <p:nvSpPr>
          <p:cNvPr id="3" name="日付プレースホルダー 2">
            <a:extLst>
              <a:ext uri="{FF2B5EF4-FFF2-40B4-BE49-F238E27FC236}">
                <a16:creationId xmlns:a16="http://schemas.microsoft.com/office/drawing/2014/main" id="{4E92EA04-BF04-AEDE-EE38-69247B176266}"/>
              </a:ext>
            </a:extLst>
          </p:cNvPr>
          <p:cNvSpPr>
            <a:spLocks noGrp="1"/>
          </p:cNvSpPr>
          <p:nvPr>
            <p:ph type="dt" sz="half" idx="2"/>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2A354318-E272-2BE7-65A0-C3DAAD7656BB}"/>
              </a:ext>
            </a:extLst>
          </p:cNvPr>
          <p:cNvSpPr>
            <a:spLocks noGrp="1"/>
          </p:cNvSpPr>
          <p:nvPr>
            <p:ph type="sldNum" sz="quarter" idx="4294967295"/>
          </p:nvPr>
        </p:nvSpPr>
        <p:spPr>
          <a:xfrm>
            <a:off x="11136313" y="6565900"/>
            <a:ext cx="1055687" cy="292100"/>
          </a:xfrm>
        </p:spPr>
        <p:txBody>
          <a:bodyPr/>
          <a:lstStyle/>
          <a:p>
            <a:pPr rtl="0"/>
            <a:fld id="{9860EDB8-5305-433F-BE41-D7A86D811DB3}" type="slidenum">
              <a:rPr lang="en-US" altLang="ja-JP" noProof="0" smtClean="0"/>
              <a:pPr rtl="0"/>
              <a:t>71</a:t>
            </a:fld>
            <a:endParaRPr lang="ja-JP" altLang="en-US" noProof="0"/>
          </a:p>
        </p:txBody>
      </p:sp>
    </p:spTree>
    <p:extLst>
      <p:ext uri="{BB962C8B-B14F-4D97-AF65-F5344CB8AC3E}">
        <p14:creationId xmlns:p14="http://schemas.microsoft.com/office/powerpoint/2010/main" val="54095807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タイトル 6">
            <a:extLst>
              <a:ext uri="{FF2B5EF4-FFF2-40B4-BE49-F238E27FC236}">
                <a16:creationId xmlns:a16="http://schemas.microsoft.com/office/drawing/2014/main" id="{14527CD9-A497-C60C-2C78-701D71A14D38}"/>
              </a:ext>
            </a:extLst>
          </p:cNvPr>
          <p:cNvSpPr>
            <a:spLocks noGrp="1"/>
          </p:cNvSpPr>
          <p:nvPr>
            <p:ph type="title"/>
          </p:nvPr>
        </p:nvSpPr>
        <p:spPr/>
        <p:txBody>
          <a:bodyPr/>
          <a:lstStyle/>
          <a:p>
            <a:r>
              <a:rPr lang="ja-JP" altLang="en-US" dirty="0"/>
              <a:t>プレーナ（平面）型</a:t>
            </a:r>
            <a:r>
              <a:rPr lang="en-US" altLang="ja-JP" dirty="0"/>
              <a:t>MOS</a:t>
            </a:r>
            <a:r>
              <a:rPr lang="ja-JP" altLang="en-US" dirty="0"/>
              <a:t>トランジスタ（</a:t>
            </a:r>
            <a:r>
              <a:rPr lang="en-US" altLang="ja-JP" dirty="0"/>
              <a:t>SKY130</a:t>
            </a:r>
            <a:r>
              <a:rPr lang="ja-JP" altLang="en-US" dirty="0"/>
              <a:t>の例）</a:t>
            </a:r>
          </a:p>
        </p:txBody>
      </p:sp>
      <p:sp>
        <p:nvSpPr>
          <p:cNvPr id="4" name="日付プレースホルダー 3">
            <a:extLst>
              <a:ext uri="{FF2B5EF4-FFF2-40B4-BE49-F238E27FC236}">
                <a16:creationId xmlns:a16="http://schemas.microsoft.com/office/drawing/2014/main" id="{845C05D1-7603-1A10-9A56-70DB12AC5D6B}"/>
              </a:ext>
            </a:extLst>
          </p:cNvPr>
          <p:cNvSpPr>
            <a:spLocks noGrp="1"/>
          </p:cNvSpPr>
          <p:nvPr>
            <p:ph type="dt" sz="half" idx="10"/>
          </p:nvPr>
        </p:nvSpPr>
        <p:spPr/>
        <p:txBody>
          <a:bodyPr/>
          <a:lstStyle/>
          <a:p>
            <a:fld id="{98554BCD-4603-4EDE-A06E-405E941F3AF4}"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C4A0C2B2-561B-96EC-B377-4A9459F8F733}"/>
              </a:ext>
            </a:extLst>
          </p:cNvPr>
          <p:cNvSpPr>
            <a:spLocks noGrp="1"/>
          </p:cNvSpPr>
          <p:nvPr>
            <p:ph type="sldNum" sz="quarter" idx="12"/>
          </p:nvPr>
        </p:nvSpPr>
        <p:spPr>
          <a:prstGeom prst="rect">
            <a:avLst/>
          </a:prstGeom>
        </p:spPr>
        <p:txBody>
          <a:bodyPr vert="horz" lIns="91440" tIns="45720" rIns="91440" bIns="45720" rtlCol="0" anchor="ctr"/>
          <a:lstStyle>
            <a:defPPr>
              <a:defRPr lang="en-US"/>
            </a:defPPr>
            <a:lvl1pPr marL="0" algn="ctr" defTabSz="457200" rtl="0" eaLnBrk="1" latinLnBrk="0" hangingPunct="1">
              <a:defRPr sz="1200" b="1"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66E89953-8AEA-4BDF-A508-664B12926AB4}" type="slidenum">
              <a:rPr kumimoji="1" lang="ja-JP" altLang="en-US" sz="1400" smtClean="0">
                <a:latin typeface="Meiryo UI" panose="020B0604030504040204" pitchFamily="50" charset="-128"/>
                <a:ea typeface="Meiryo UI" panose="020B0604030504040204" pitchFamily="50" charset="-128"/>
              </a:rPr>
              <a:pPr/>
              <a:t>72</a:t>
            </a:fld>
            <a:endParaRPr kumimoji="1" lang="ja-JP" altLang="en-US" sz="1400" dirty="0">
              <a:latin typeface="Meiryo UI" panose="020B0604030504040204" pitchFamily="50" charset="-128"/>
              <a:ea typeface="Meiryo UI" panose="020B0604030504040204" pitchFamily="50" charset="-128"/>
            </a:endParaRPr>
          </a:p>
        </p:txBody>
      </p:sp>
      <p:sp>
        <p:nvSpPr>
          <p:cNvPr id="8" name="コンテンツ プレースホルダー 7">
            <a:extLst>
              <a:ext uri="{FF2B5EF4-FFF2-40B4-BE49-F238E27FC236}">
                <a16:creationId xmlns:a16="http://schemas.microsoft.com/office/drawing/2014/main" id="{41620FB3-EE67-D703-8836-C4C8D2674EEA}"/>
              </a:ext>
            </a:extLst>
          </p:cNvPr>
          <p:cNvSpPr>
            <a:spLocks noGrp="1"/>
          </p:cNvSpPr>
          <p:nvPr>
            <p:ph sz="quarter" idx="13"/>
          </p:nvPr>
        </p:nvSpPr>
        <p:spPr/>
        <p:txBody>
          <a:bodyPr>
            <a:normAutofit/>
          </a:bodyPr>
          <a:lstStyle/>
          <a:p>
            <a:r>
              <a:rPr lang="en-US" altLang="ja-JP" sz="2000" dirty="0"/>
              <a:t>substrate</a:t>
            </a:r>
            <a:r>
              <a:rPr lang="ja-JP" altLang="en-US" sz="2000" dirty="0"/>
              <a:t>（基板）を最下層として積層していく。</a:t>
            </a:r>
            <a:endParaRPr lang="en-US" altLang="ja-JP" sz="2000" dirty="0"/>
          </a:p>
          <a:p>
            <a:r>
              <a:rPr lang="ja-JP" altLang="en-US" sz="2000" dirty="0"/>
              <a:t>基板上に</a:t>
            </a:r>
            <a:r>
              <a:rPr lang="en-US" altLang="ja-JP" sz="2000" dirty="0"/>
              <a:t>MOS</a:t>
            </a:r>
            <a:r>
              <a:rPr lang="ja-JP" altLang="en-US" sz="2000" dirty="0"/>
              <a:t>トランジスタ</a:t>
            </a:r>
            <a:r>
              <a:rPr lang="en-US" altLang="ja-JP" sz="2000" dirty="0"/>
              <a:t>(well, diffusion, poly)</a:t>
            </a:r>
          </a:p>
          <a:p>
            <a:r>
              <a:rPr lang="ja-JP" altLang="en-US" sz="2000" dirty="0"/>
              <a:t>トランジスタより上は配線層</a:t>
            </a:r>
            <a:r>
              <a:rPr lang="en-US" altLang="ja-JP" sz="2000" dirty="0"/>
              <a:t>(metal*, via*)</a:t>
            </a:r>
          </a:p>
          <a:p>
            <a:r>
              <a:rPr lang="en-US" altLang="ja-JP" sz="2000" dirty="0"/>
              <a:t>metal</a:t>
            </a:r>
            <a:r>
              <a:rPr lang="ja-JP" altLang="en-US" sz="2000" dirty="0"/>
              <a:t>間に絶縁体</a:t>
            </a:r>
            <a:r>
              <a:rPr lang="en-US" altLang="ja-JP" sz="2000" dirty="0"/>
              <a:t>(insulator)</a:t>
            </a:r>
            <a:r>
              <a:rPr lang="ja-JP" altLang="en-US" sz="2000" dirty="0"/>
              <a:t>を挟んで</a:t>
            </a:r>
            <a:br>
              <a:rPr lang="en-US" altLang="ja-JP" sz="2000" dirty="0"/>
            </a:br>
            <a:r>
              <a:rPr lang="en-US" altLang="ja-JP" sz="2000" dirty="0"/>
              <a:t>MIM</a:t>
            </a:r>
            <a:r>
              <a:rPr lang="ja-JP" altLang="en-US" sz="2000" dirty="0"/>
              <a:t>キャパシタが作成可能</a:t>
            </a:r>
            <a:r>
              <a:rPr lang="en-US" altLang="ja-JP" sz="2000" dirty="0"/>
              <a:t>(</a:t>
            </a:r>
            <a:r>
              <a:rPr lang="en-US" altLang="ja-JP" sz="2000" dirty="0" err="1"/>
              <a:t>capm</a:t>
            </a:r>
            <a:r>
              <a:rPr lang="en-US" altLang="ja-JP" sz="2000" dirty="0"/>
              <a:t>, cap2m)</a:t>
            </a:r>
          </a:p>
        </p:txBody>
      </p:sp>
      <p:pic>
        <p:nvPicPr>
          <p:cNvPr id="3" name="グラフィックス 2">
            <a:extLst>
              <a:ext uri="{FF2B5EF4-FFF2-40B4-BE49-F238E27FC236}">
                <a16:creationId xmlns:a16="http://schemas.microsoft.com/office/drawing/2014/main" id="{8A75C2A0-F0F8-3FF0-F73C-6ED2C4F91E5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p:blipFill>
        <p:spPr>
          <a:xfrm>
            <a:off x="6172202" y="1274617"/>
            <a:ext cx="5822966" cy="5220915"/>
          </a:xfrm>
          <a:prstGeom prst="rect">
            <a:avLst/>
          </a:prstGeom>
        </p:spPr>
      </p:pic>
    </p:spTree>
    <p:extLst>
      <p:ext uri="{BB962C8B-B14F-4D97-AF65-F5344CB8AC3E}">
        <p14:creationId xmlns:p14="http://schemas.microsoft.com/office/powerpoint/2010/main" val="2283586110"/>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18B2344-1CED-2D60-2385-80C4756EDFE4}"/>
              </a:ext>
            </a:extLst>
          </p:cNvPr>
          <p:cNvSpPr>
            <a:spLocks noGrp="1"/>
          </p:cNvSpPr>
          <p:nvPr>
            <p:ph type="title"/>
          </p:nvPr>
        </p:nvSpPr>
        <p:spPr/>
        <p:txBody>
          <a:bodyPr/>
          <a:lstStyle/>
          <a:p>
            <a:r>
              <a:rPr lang="ja-JP" altLang="en-US" dirty="0"/>
              <a:t>プレーナ（平面）型</a:t>
            </a:r>
            <a:r>
              <a:rPr lang="en-US" altLang="ja-JP" dirty="0"/>
              <a:t>MOS</a:t>
            </a:r>
            <a:r>
              <a:rPr lang="ja-JP" altLang="en-US" dirty="0"/>
              <a:t>トランジスタ</a:t>
            </a:r>
            <a:endParaRPr kumimoji="1" lang="ja-JP" altLang="en-US" dirty="0"/>
          </a:p>
        </p:txBody>
      </p:sp>
      <p:sp>
        <p:nvSpPr>
          <p:cNvPr id="3" name="日付プレースホルダー 2">
            <a:extLst>
              <a:ext uri="{FF2B5EF4-FFF2-40B4-BE49-F238E27FC236}">
                <a16:creationId xmlns:a16="http://schemas.microsoft.com/office/drawing/2014/main" id="{8DFAE9E1-D01F-52FC-052C-998CBF5FAC8B}"/>
              </a:ext>
            </a:extLst>
          </p:cNvPr>
          <p:cNvSpPr>
            <a:spLocks noGrp="1"/>
          </p:cNvSpPr>
          <p:nvPr>
            <p:ph type="dt" sz="half" idx="10"/>
          </p:nvPr>
        </p:nvSpPr>
        <p:spPr/>
        <p:txBody>
          <a:bodyPr/>
          <a:lstStyle/>
          <a:p>
            <a:pPr rtl="0"/>
            <a:fld id="{50C24D4B-F9B3-40C0-A688-3069BABB38BD}"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A8A48505-FDB2-5059-A237-CE551D067387}"/>
              </a:ext>
            </a:extLst>
          </p:cNvPr>
          <p:cNvSpPr>
            <a:spLocks noGrp="1"/>
          </p:cNvSpPr>
          <p:nvPr>
            <p:ph type="sldNum" sz="quarter" idx="12"/>
          </p:nvPr>
        </p:nvSpPr>
        <p:spPr/>
        <p:txBody>
          <a:bodyPr/>
          <a:lstStyle/>
          <a:p>
            <a:pPr rtl="0"/>
            <a:fld id="{9860EDB8-5305-433F-BE41-D7A86D811DB3}" type="slidenum">
              <a:rPr lang="en-US" altLang="ja-JP" noProof="0" smtClean="0"/>
              <a:pPr rtl="0"/>
              <a:t>73</a:t>
            </a:fld>
            <a:endParaRPr lang="ja-JP" altLang="en-US" noProof="0"/>
          </a:p>
        </p:txBody>
      </p:sp>
      <p:pic>
        <p:nvPicPr>
          <p:cNvPr id="6" name="図 5">
            <a:extLst>
              <a:ext uri="{FF2B5EF4-FFF2-40B4-BE49-F238E27FC236}">
                <a16:creationId xmlns:a16="http://schemas.microsoft.com/office/drawing/2014/main" id="{643796EA-6A69-0A9A-217C-E338842C74A7}"/>
              </a:ext>
            </a:extLst>
          </p:cNvPr>
          <p:cNvPicPr>
            <a:picLocks noChangeAspect="1"/>
          </p:cNvPicPr>
          <p:nvPr/>
        </p:nvPicPr>
        <p:blipFill>
          <a:blip r:embed="rId2"/>
          <a:stretch>
            <a:fillRect/>
          </a:stretch>
        </p:blipFill>
        <p:spPr>
          <a:xfrm>
            <a:off x="6369832" y="1608600"/>
            <a:ext cx="5822168" cy="4424848"/>
          </a:xfrm>
          <a:prstGeom prst="rect">
            <a:avLst/>
          </a:prstGeom>
        </p:spPr>
      </p:pic>
      <p:sp>
        <p:nvSpPr>
          <p:cNvPr id="5" name="コンテンツ プレースホルダー 4">
            <a:extLst>
              <a:ext uri="{FF2B5EF4-FFF2-40B4-BE49-F238E27FC236}">
                <a16:creationId xmlns:a16="http://schemas.microsoft.com/office/drawing/2014/main" id="{19AF088B-AB5E-AA51-28B0-4B94277AB974}"/>
              </a:ext>
            </a:extLst>
          </p:cNvPr>
          <p:cNvSpPr>
            <a:spLocks noGrp="1"/>
          </p:cNvSpPr>
          <p:nvPr>
            <p:ph sz="quarter" idx="13"/>
          </p:nvPr>
        </p:nvSpPr>
        <p:spPr>
          <a:xfrm>
            <a:off x="444500" y="1283931"/>
            <a:ext cx="11210543" cy="4601748"/>
          </a:xfrm>
        </p:spPr>
        <p:txBody>
          <a:bodyPr>
            <a:normAutofit fontScale="85000" lnSpcReduction="20000"/>
          </a:bodyPr>
          <a:lstStyle/>
          <a:p>
            <a:pPr marL="285750" indent="-285750">
              <a:buFont typeface="Arial" panose="020B0604020202020204" pitchFamily="34" charset="0"/>
              <a:buChar char="•"/>
            </a:pPr>
            <a:r>
              <a:rPr lang="en-US" altLang="ja-JP" dirty="0"/>
              <a:t>substrate</a:t>
            </a:r>
            <a:r>
              <a:rPr lang="ja-JP" altLang="en-US" dirty="0"/>
              <a:t>（基板）を最下層として積層していく。</a:t>
            </a:r>
            <a:endParaRPr lang="en-US" altLang="ja-JP" dirty="0"/>
          </a:p>
          <a:p>
            <a:pPr marL="285750" indent="-285750">
              <a:buFont typeface="Arial" panose="020B0604020202020204" pitchFamily="34" charset="0"/>
              <a:buChar char="•"/>
            </a:pPr>
            <a:r>
              <a:rPr lang="ja-JP" altLang="en-US" dirty="0"/>
              <a:t>基板上に</a:t>
            </a:r>
            <a:r>
              <a:rPr lang="en-US" altLang="ja-JP" dirty="0"/>
              <a:t>MOS</a:t>
            </a:r>
            <a:r>
              <a:rPr lang="ja-JP" altLang="en-US" dirty="0"/>
              <a:t>トランジスタ</a:t>
            </a:r>
            <a:r>
              <a:rPr lang="en-US" altLang="ja-JP" dirty="0"/>
              <a:t>(well, diffusion, poly)</a:t>
            </a:r>
          </a:p>
          <a:p>
            <a:pPr marL="285750" indent="-285750">
              <a:buFont typeface="Arial" panose="020B0604020202020204" pitchFamily="34" charset="0"/>
              <a:buChar char="•"/>
            </a:pPr>
            <a:r>
              <a:rPr lang="ja-JP" altLang="en-US" dirty="0"/>
              <a:t>トランジスタより上は配線層</a:t>
            </a:r>
            <a:r>
              <a:rPr lang="en-US" altLang="ja-JP" dirty="0"/>
              <a:t>(metal*, via*)</a:t>
            </a:r>
          </a:p>
          <a:p>
            <a:pPr marL="285750" indent="-285750">
              <a:buFont typeface="Arial" panose="020B0604020202020204" pitchFamily="34" charset="0"/>
              <a:buChar char="•"/>
            </a:pPr>
            <a:endParaRPr lang="en-US" altLang="ja-JP" dirty="0"/>
          </a:p>
          <a:p>
            <a:pPr marL="569214" lvl="1" indent="-285750"/>
            <a:r>
              <a:rPr lang="en-US" altLang="ja-JP" dirty="0" err="1"/>
              <a:t>Wafer.Space</a:t>
            </a:r>
            <a:r>
              <a:rPr kumimoji="1" lang="en-US" altLang="ja-JP" dirty="0"/>
              <a:t> : </a:t>
            </a:r>
            <a:r>
              <a:rPr kumimoji="1" lang="en-US" altLang="ja-JP" b="1" dirty="0">
                <a:solidFill>
                  <a:schemeClr val="accent2"/>
                </a:solidFill>
              </a:rPr>
              <a:t>gf180mcuD</a:t>
            </a:r>
            <a:r>
              <a:rPr kumimoji="1" lang="en-US" altLang="ja-JP" dirty="0"/>
              <a:t> </a:t>
            </a:r>
          </a:p>
          <a:p>
            <a:pPr marL="569214" lvl="1" indent="-285750"/>
            <a:r>
              <a:rPr kumimoji="1" lang="en-US" altLang="ja-JP" dirty="0"/>
              <a:t>5-metal stack, 1P5M, 5LM (</a:t>
            </a:r>
            <a:r>
              <a:rPr kumimoji="1" lang="en-US" altLang="ja-JP" dirty="0" err="1"/>
              <a:t>metal_level</a:t>
            </a:r>
            <a:r>
              <a:rPr kumimoji="1" lang="en-US" altLang="ja-JP" dirty="0"/>
              <a:t>=5LM)</a:t>
            </a:r>
          </a:p>
          <a:p>
            <a:pPr marL="569214" lvl="1" indent="-285750"/>
            <a:r>
              <a:rPr lang="en-US" altLang="ja-JP" b="1" dirty="0">
                <a:solidFill>
                  <a:schemeClr val="accent2"/>
                </a:solidFill>
              </a:rPr>
              <a:t>1.1um thick top metal, TM 11KA (</a:t>
            </a:r>
            <a:r>
              <a:rPr lang="en-US" altLang="ja-JP" b="1" dirty="0" err="1">
                <a:solidFill>
                  <a:schemeClr val="accent2"/>
                </a:solidFill>
              </a:rPr>
              <a:t>metal_top</a:t>
            </a:r>
            <a:r>
              <a:rPr lang="en-US" altLang="ja-JP" b="1" dirty="0">
                <a:solidFill>
                  <a:schemeClr val="accent2"/>
                </a:solidFill>
              </a:rPr>
              <a:t>=11K)</a:t>
            </a:r>
          </a:p>
          <a:p>
            <a:pPr marL="569214" lvl="1" indent="-285750"/>
            <a:r>
              <a:rPr lang="en-US" altLang="ja-JP" dirty="0" err="1"/>
              <a:t>MiM</a:t>
            </a:r>
            <a:r>
              <a:rPr lang="en-US" altLang="ja-JP" dirty="0"/>
              <a:t> B option (</a:t>
            </a:r>
            <a:r>
              <a:rPr lang="en-US" altLang="ja-JP" dirty="0" err="1"/>
              <a:t>mim_option</a:t>
            </a:r>
            <a:r>
              <a:rPr lang="en-US" altLang="ja-JP" dirty="0"/>
              <a:t>=B)</a:t>
            </a:r>
            <a:endParaRPr kumimoji="1" lang="en-US" altLang="ja-JP" dirty="0"/>
          </a:p>
          <a:p>
            <a:pPr marL="569214" lvl="1" indent="-285750"/>
            <a:r>
              <a:rPr kumimoji="1" lang="en-US" altLang="ja-JP" dirty="0"/>
              <a:t>2fF/um2 </a:t>
            </a:r>
            <a:r>
              <a:rPr kumimoji="1" lang="en-US" altLang="ja-JP" dirty="0" err="1"/>
              <a:t>Mi</a:t>
            </a:r>
            <a:r>
              <a:rPr lang="en-US" altLang="ja-JP" dirty="0" err="1"/>
              <a:t>M</a:t>
            </a:r>
            <a:r>
              <a:rPr lang="en-US" altLang="ja-JP" dirty="0"/>
              <a:t> Capacitance (cap_mim_2f0fF)</a:t>
            </a:r>
            <a:br>
              <a:rPr lang="en-US" altLang="ja-JP" dirty="0"/>
            </a:br>
            <a:r>
              <a:rPr lang="ja-JP" altLang="en-US" dirty="0"/>
              <a:t>メモ：キャパシタの耐圧は</a:t>
            </a:r>
            <a:r>
              <a:rPr lang="en-US" altLang="ja-JP" dirty="0"/>
              <a:t>6V</a:t>
            </a:r>
            <a:r>
              <a:rPr lang="ja-JP" altLang="en-US" dirty="0"/>
              <a:t>らしい</a:t>
            </a:r>
            <a:endParaRPr lang="en-US" altLang="ja-JP" dirty="0"/>
          </a:p>
          <a:p>
            <a:pPr marL="569214" lvl="1" indent="-285750"/>
            <a:r>
              <a:rPr lang="en-US" altLang="ja-JP" dirty="0"/>
              <a:t>1kΩ high sheet rho poly (ppolyf_u_1k)</a:t>
            </a:r>
          </a:p>
        </p:txBody>
      </p:sp>
      <p:sp>
        <p:nvSpPr>
          <p:cNvPr id="8" name="テキスト ボックス 7">
            <a:extLst>
              <a:ext uri="{FF2B5EF4-FFF2-40B4-BE49-F238E27FC236}">
                <a16:creationId xmlns:a16="http://schemas.microsoft.com/office/drawing/2014/main" id="{950EA4E8-579A-4881-B024-DCC09CE4AC4D}"/>
              </a:ext>
            </a:extLst>
          </p:cNvPr>
          <p:cNvSpPr txBox="1"/>
          <p:nvPr/>
        </p:nvSpPr>
        <p:spPr>
          <a:xfrm>
            <a:off x="1046697" y="6181217"/>
            <a:ext cx="10006148" cy="369332"/>
          </a:xfrm>
          <a:prstGeom prst="rect">
            <a:avLst/>
          </a:prstGeom>
          <a:noFill/>
        </p:spPr>
        <p:txBody>
          <a:bodyPr wrap="square">
            <a:spAutoFit/>
          </a:bodyPr>
          <a:lstStyle/>
          <a:p>
            <a:r>
              <a:rPr lang="en-US" altLang="ja-JP" dirty="0"/>
              <a:t>https://gf180mcu-pdk.readthedocs.io/en/latest/analog/layout/inter_specs/inter_specs_3_43.html</a:t>
            </a:r>
            <a:endParaRPr lang="ja-JP" altLang="en-US" dirty="0"/>
          </a:p>
        </p:txBody>
      </p:sp>
    </p:spTree>
    <p:extLst>
      <p:ext uri="{BB962C8B-B14F-4D97-AF65-F5344CB8AC3E}">
        <p14:creationId xmlns:p14="http://schemas.microsoft.com/office/powerpoint/2010/main" val="98717563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A338CF3-BB97-1A7D-9F8D-36C440EE8F87}"/>
              </a:ext>
            </a:extLst>
          </p:cNvPr>
          <p:cNvSpPr>
            <a:spLocks noGrp="1"/>
          </p:cNvSpPr>
          <p:nvPr>
            <p:ph type="title"/>
          </p:nvPr>
        </p:nvSpPr>
        <p:spPr/>
        <p:txBody>
          <a:bodyPr/>
          <a:lstStyle/>
          <a:p>
            <a:r>
              <a:rPr kumimoji="1" lang="ja-JP" altLang="en-US" dirty="0"/>
              <a:t>レイアウトを描く上での注意</a:t>
            </a:r>
          </a:p>
        </p:txBody>
      </p:sp>
      <p:sp>
        <p:nvSpPr>
          <p:cNvPr id="3" name="日付プレースホルダー 2">
            <a:extLst>
              <a:ext uri="{FF2B5EF4-FFF2-40B4-BE49-F238E27FC236}">
                <a16:creationId xmlns:a16="http://schemas.microsoft.com/office/drawing/2014/main" id="{63BB8DBB-5E81-BCB7-E786-D68E5B2E45BA}"/>
              </a:ext>
            </a:extLst>
          </p:cNvPr>
          <p:cNvSpPr>
            <a:spLocks noGrp="1"/>
          </p:cNvSpPr>
          <p:nvPr>
            <p:ph type="dt" sz="half" idx="10"/>
          </p:nvPr>
        </p:nvSpPr>
        <p:spPr/>
        <p:txBody>
          <a:bodyPr/>
          <a:lstStyle/>
          <a:p>
            <a:pPr rtl="0"/>
            <a:fld id="{399B0BAB-78EC-4ED8-A262-F8B312BA9827}"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E6B138E8-3909-1651-57D0-F7457DDAFCD5}"/>
              </a:ext>
            </a:extLst>
          </p:cNvPr>
          <p:cNvSpPr>
            <a:spLocks noGrp="1"/>
          </p:cNvSpPr>
          <p:nvPr>
            <p:ph type="sldNum" sz="quarter" idx="12"/>
          </p:nvPr>
        </p:nvSpPr>
        <p:spPr/>
        <p:txBody>
          <a:bodyPr/>
          <a:lstStyle/>
          <a:p>
            <a:pPr rtl="0"/>
            <a:fld id="{9860EDB8-5305-433F-BE41-D7A86D811DB3}" type="slidenum">
              <a:rPr lang="en-US" altLang="ja-JP" noProof="0" smtClean="0"/>
              <a:pPr rtl="0"/>
              <a:t>74</a:t>
            </a:fld>
            <a:endParaRPr lang="ja-JP" altLang="en-US" noProof="0"/>
          </a:p>
        </p:txBody>
      </p:sp>
      <p:sp>
        <p:nvSpPr>
          <p:cNvPr id="5" name="コンテンツ プレースホルダー 4">
            <a:extLst>
              <a:ext uri="{FF2B5EF4-FFF2-40B4-BE49-F238E27FC236}">
                <a16:creationId xmlns:a16="http://schemas.microsoft.com/office/drawing/2014/main" id="{DCE7D3B4-2F71-23D1-3317-13C00506632D}"/>
              </a:ext>
            </a:extLst>
          </p:cNvPr>
          <p:cNvSpPr>
            <a:spLocks noGrp="1"/>
          </p:cNvSpPr>
          <p:nvPr>
            <p:ph sz="quarter" idx="13"/>
          </p:nvPr>
        </p:nvSpPr>
        <p:spPr>
          <a:xfrm>
            <a:off x="444500" y="1463039"/>
            <a:ext cx="11210543" cy="4964351"/>
          </a:xfrm>
        </p:spPr>
        <p:txBody>
          <a:bodyPr>
            <a:normAutofit/>
          </a:bodyPr>
          <a:lstStyle/>
          <a:p>
            <a:pPr marL="342900" indent="-342900">
              <a:buFont typeface="Arial" panose="020B0604020202020204" pitchFamily="34" charset="0"/>
              <a:buChar char="•"/>
            </a:pPr>
            <a:r>
              <a:rPr lang="ja-JP" altLang="en-US" sz="2400" dirty="0"/>
              <a:t>メタルは最大</a:t>
            </a:r>
            <a:r>
              <a:rPr lang="en-US" altLang="ja-JP" sz="2400" dirty="0"/>
              <a:t>6</a:t>
            </a:r>
            <a:r>
              <a:rPr lang="ja-JP" altLang="en-US" sz="2400" dirty="0"/>
              <a:t>層まで使えるが、今回は</a:t>
            </a:r>
            <a:r>
              <a:rPr lang="en-US" altLang="ja-JP" sz="2400" dirty="0"/>
              <a:t>5</a:t>
            </a:r>
            <a:r>
              <a:rPr lang="ja-JP" altLang="en-US" sz="2400" dirty="0"/>
              <a:t>層なので</a:t>
            </a:r>
            <a:r>
              <a:rPr kumimoji="1" lang="en-US" altLang="ja-JP" sz="2400" dirty="0"/>
              <a:t>VIA5, </a:t>
            </a:r>
            <a:r>
              <a:rPr kumimoji="1" lang="en-US" altLang="ja-JP" sz="2400" dirty="0" err="1"/>
              <a:t>MetalTop</a:t>
            </a:r>
            <a:r>
              <a:rPr kumimoji="1" lang="ja-JP" altLang="en-US" sz="2400" dirty="0"/>
              <a:t>は使用</a:t>
            </a:r>
            <a:r>
              <a:rPr lang="ja-JP" altLang="en-US" sz="2400" dirty="0"/>
              <a:t>不可</a:t>
            </a:r>
            <a:endParaRPr kumimoji="1" lang="en-US" altLang="ja-JP" sz="2400" dirty="0"/>
          </a:p>
          <a:p>
            <a:pPr marL="342900" indent="-342900">
              <a:buFont typeface="Arial" panose="020B0604020202020204" pitchFamily="34" charset="0"/>
              <a:buChar char="•"/>
            </a:pPr>
            <a:r>
              <a:rPr lang="en-US" altLang="ja-JP" sz="2400" dirty="0"/>
              <a:t>MIM</a:t>
            </a:r>
            <a:r>
              <a:rPr lang="ja-JP" altLang="en-US" sz="2400" dirty="0"/>
              <a:t>キャパシタは</a:t>
            </a:r>
            <a:r>
              <a:rPr lang="en-US" altLang="ja-JP" sz="2400" dirty="0"/>
              <a:t>Metal4</a:t>
            </a:r>
            <a:r>
              <a:rPr lang="ja-JP" altLang="en-US" sz="2400" dirty="0"/>
              <a:t>と</a:t>
            </a:r>
            <a:r>
              <a:rPr lang="en-US" altLang="ja-JP" sz="2400" dirty="0"/>
              <a:t>Metal5</a:t>
            </a:r>
            <a:r>
              <a:rPr lang="ja-JP" altLang="en-US" sz="2400" dirty="0"/>
              <a:t>の間に形成する</a:t>
            </a:r>
            <a:r>
              <a:rPr lang="en-US" altLang="ja-JP" sz="2400" dirty="0"/>
              <a:t> (Option=B, Level=M4-M5)</a:t>
            </a:r>
            <a:br>
              <a:rPr kumimoji="1" lang="en-US" altLang="ja-JP" sz="2400" dirty="0"/>
            </a:br>
            <a:r>
              <a:rPr kumimoji="1" lang="en-US" altLang="ja-JP" sz="2000" dirty="0"/>
              <a:t>※MIM</a:t>
            </a:r>
            <a:r>
              <a:rPr kumimoji="1" lang="ja-JP" altLang="en-US" sz="2000" dirty="0"/>
              <a:t>キャパシタは</a:t>
            </a:r>
            <a:r>
              <a:rPr lang="ja-JP" altLang="en-US" sz="2000" dirty="0"/>
              <a:t>トップメタルの下に形成される</a:t>
            </a:r>
            <a:endParaRPr kumimoji="1" lang="en-US" altLang="ja-JP" sz="2000" dirty="0"/>
          </a:p>
          <a:p>
            <a:pPr marL="342900" indent="-342900">
              <a:buFont typeface="Arial" panose="020B0604020202020204" pitchFamily="34" charset="0"/>
              <a:buChar char="•"/>
            </a:pPr>
            <a:r>
              <a:rPr lang="ja-JP" altLang="en-US" sz="2400" dirty="0"/>
              <a:t>各検証の実行前にオプションを確認・設定する　（特に</a:t>
            </a:r>
            <a:r>
              <a:rPr lang="en-US" altLang="ja-JP" sz="2400" dirty="0" err="1"/>
              <a:t>metal_top</a:t>
            </a:r>
            <a:r>
              <a:rPr lang="en-US" altLang="ja-JP" sz="2400" dirty="0"/>
              <a:t>=11K</a:t>
            </a:r>
            <a:r>
              <a:rPr lang="ja-JP" altLang="en-US" sz="2400" dirty="0"/>
              <a:t>）</a:t>
            </a:r>
            <a:endParaRPr lang="en-US" altLang="ja-JP" sz="2400" dirty="0"/>
          </a:p>
          <a:p>
            <a:pPr marL="342900" indent="-342900">
              <a:buFont typeface="Arial" panose="020B0604020202020204" pitchFamily="34" charset="0"/>
              <a:buChar char="•"/>
            </a:pPr>
            <a:endParaRPr kumimoji="1" lang="en-US" altLang="ja-JP" sz="2400" dirty="0"/>
          </a:p>
          <a:p>
            <a:pPr marL="342900" indent="-342900">
              <a:buFont typeface="Arial" panose="020B0604020202020204" pitchFamily="34" charset="0"/>
              <a:buChar char="•"/>
            </a:pPr>
            <a:r>
              <a:rPr lang="en-US" altLang="ja-JP" sz="2400" b="1" dirty="0">
                <a:solidFill>
                  <a:schemeClr val="accent2"/>
                </a:solidFill>
              </a:rPr>
              <a:t>DRC</a:t>
            </a:r>
            <a:r>
              <a:rPr lang="ja-JP" altLang="en-US" sz="2400" b="1" dirty="0">
                <a:solidFill>
                  <a:schemeClr val="accent2"/>
                </a:solidFill>
              </a:rPr>
              <a:t>チェックで検知できないルールがある</a:t>
            </a:r>
            <a:br>
              <a:rPr lang="en-US" altLang="ja-JP" sz="2400" b="1" dirty="0">
                <a:solidFill>
                  <a:schemeClr val="accent2"/>
                </a:solidFill>
              </a:rPr>
            </a:br>
            <a:r>
              <a:rPr lang="en-US" altLang="ja-JP" sz="1400" b="1" dirty="0">
                <a:solidFill>
                  <a:schemeClr val="accent2"/>
                </a:solidFill>
                <a:hlinkClick r:id="rId2"/>
              </a:rPr>
              <a:t>https://gf180mcu-pdk.readthedocs.io/en/latest/physical_verification/design_manual/drm_16.html</a:t>
            </a:r>
            <a:endParaRPr lang="en-US" altLang="ja-JP" sz="1400" b="1" dirty="0">
              <a:solidFill>
                <a:schemeClr val="accent2"/>
              </a:solidFill>
            </a:endParaRPr>
          </a:p>
          <a:p>
            <a:pPr marL="342900" indent="-342900">
              <a:buFont typeface="Arial" panose="020B0604020202020204" pitchFamily="34" charset="0"/>
              <a:buChar char="•"/>
            </a:pPr>
            <a:endParaRPr kumimoji="1" lang="en-US" altLang="ja-JP" sz="2400" b="1" dirty="0">
              <a:solidFill>
                <a:schemeClr val="accent2"/>
              </a:solidFill>
            </a:endParaRPr>
          </a:p>
          <a:p>
            <a:pPr marL="342900" indent="-342900">
              <a:buFont typeface="Arial" panose="020B0604020202020204" pitchFamily="34" charset="0"/>
              <a:buChar char="•"/>
            </a:pPr>
            <a:endParaRPr kumimoji="1" lang="ja-JP" altLang="en-US" sz="2400" dirty="0"/>
          </a:p>
        </p:txBody>
      </p:sp>
    </p:spTree>
    <p:extLst>
      <p:ext uri="{BB962C8B-B14F-4D97-AF65-F5344CB8AC3E}">
        <p14:creationId xmlns:p14="http://schemas.microsoft.com/office/powerpoint/2010/main" val="213949366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8E5596-EDB3-5238-FE1A-A46D366823A2}"/>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1FD8499B-CEBC-15FF-6082-AE226BD6DCF0}"/>
              </a:ext>
            </a:extLst>
          </p:cNvPr>
          <p:cNvPicPr>
            <a:picLocks noChangeAspect="1"/>
          </p:cNvPicPr>
          <p:nvPr/>
        </p:nvPicPr>
        <p:blipFill>
          <a:blip r:embed="rId2"/>
          <a:srcRect r="49755"/>
          <a:stretch>
            <a:fillRect/>
          </a:stretch>
        </p:blipFill>
        <p:spPr>
          <a:xfrm>
            <a:off x="268140" y="1661759"/>
            <a:ext cx="5893724" cy="4147654"/>
          </a:xfrm>
          <a:prstGeom prst="rect">
            <a:avLst/>
          </a:prstGeom>
        </p:spPr>
      </p:pic>
      <p:sp>
        <p:nvSpPr>
          <p:cNvPr id="7" name="タイトル 6">
            <a:extLst>
              <a:ext uri="{FF2B5EF4-FFF2-40B4-BE49-F238E27FC236}">
                <a16:creationId xmlns:a16="http://schemas.microsoft.com/office/drawing/2014/main" id="{4A050F91-4D17-809F-06B4-38A9B52B13EA}"/>
              </a:ext>
            </a:extLst>
          </p:cNvPr>
          <p:cNvSpPr>
            <a:spLocks noGrp="1"/>
          </p:cNvSpPr>
          <p:nvPr>
            <p:ph type="title"/>
          </p:nvPr>
        </p:nvSpPr>
        <p:spPr/>
        <p:txBody>
          <a:bodyPr/>
          <a:lstStyle/>
          <a:p>
            <a:r>
              <a:rPr lang="ja-JP" altLang="en-US"/>
              <a:t>プレーナ型</a:t>
            </a:r>
            <a:r>
              <a:rPr lang="en-US" altLang="ja-JP"/>
              <a:t>PMOS</a:t>
            </a:r>
            <a:endParaRPr lang="ja-JP" altLang="en-US" dirty="0"/>
          </a:p>
        </p:txBody>
      </p:sp>
      <p:sp>
        <p:nvSpPr>
          <p:cNvPr id="4" name="日付プレースホルダー 3">
            <a:extLst>
              <a:ext uri="{FF2B5EF4-FFF2-40B4-BE49-F238E27FC236}">
                <a16:creationId xmlns:a16="http://schemas.microsoft.com/office/drawing/2014/main" id="{601AADDF-A507-42FF-1E8B-F0A389B92F75}"/>
              </a:ext>
            </a:extLst>
          </p:cNvPr>
          <p:cNvSpPr>
            <a:spLocks noGrp="1"/>
          </p:cNvSpPr>
          <p:nvPr>
            <p:ph type="dt" sz="half" idx="10"/>
          </p:nvPr>
        </p:nvSpPr>
        <p:spPr/>
        <p:txBody>
          <a:bodyPr/>
          <a:lstStyle/>
          <a:p>
            <a:fld id="{98554BCD-4603-4EDE-A06E-405E941F3AF4}"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9CE83EC4-FB56-2675-5A08-6A08B8B479E6}"/>
              </a:ext>
            </a:extLst>
          </p:cNvPr>
          <p:cNvSpPr>
            <a:spLocks noGrp="1"/>
          </p:cNvSpPr>
          <p:nvPr>
            <p:ph type="sldNum" sz="quarter" idx="12"/>
          </p:nvPr>
        </p:nvSpPr>
        <p:spPr>
          <a:prstGeom prst="rect">
            <a:avLst/>
          </a:prstGeom>
        </p:spPr>
        <p:txBody>
          <a:bodyPr vert="horz" lIns="91440" tIns="45720" rIns="91440" bIns="45720" rtlCol="0" anchor="ctr"/>
          <a:lstStyle>
            <a:defPPr>
              <a:defRPr lang="en-US"/>
            </a:defPPr>
            <a:lvl1pPr marL="0" algn="ctr" defTabSz="457200" rtl="0" eaLnBrk="1" latinLnBrk="0" hangingPunct="1">
              <a:defRPr sz="1200" b="1"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66E89953-8AEA-4BDF-A508-664B12926AB4}" type="slidenum">
              <a:rPr kumimoji="1" lang="ja-JP" altLang="en-US" sz="1400" smtClean="0">
                <a:latin typeface="Meiryo UI" panose="020B0604030504040204" pitchFamily="50" charset="-128"/>
                <a:ea typeface="Meiryo UI" panose="020B0604030504040204" pitchFamily="50" charset="-128"/>
              </a:rPr>
              <a:pPr/>
              <a:t>75</a:t>
            </a:fld>
            <a:endParaRPr kumimoji="1" lang="ja-JP" altLang="en-US" dirty="0">
              <a:latin typeface="Meiryo UI" panose="020B0604030504040204" pitchFamily="50" charset="-128"/>
              <a:ea typeface="Meiryo UI" panose="020B0604030504040204" pitchFamily="50" charset="-128"/>
            </a:endParaRPr>
          </a:p>
        </p:txBody>
      </p:sp>
      <p:sp>
        <p:nvSpPr>
          <p:cNvPr id="27" name="テキスト ボックス 26">
            <a:extLst>
              <a:ext uri="{FF2B5EF4-FFF2-40B4-BE49-F238E27FC236}">
                <a16:creationId xmlns:a16="http://schemas.microsoft.com/office/drawing/2014/main" id="{03D4C911-524C-3E2F-6561-D5A1C35068F5}"/>
              </a:ext>
            </a:extLst>
          </p:cNvPr>
          <p:cNvSpPr txBox="1"/>
          <p:nvPr/>
        </p:nvSpPr>
        <p:spPr>
          <a:xfrm>
            <a:off x="6768502" y="1810944"/>
            <a:ext cx="3460528" cy="369332"/>
          </a:xfrm>
          <a:prstGeom prst="rect">
            <a:avLst/>
          </a:prstGeom>
          <a:noFill/>
        </p:spPr>
        <p:txBody>
          <a:bodyPr wrap="square" rtlCol="0">
            <a:spAutoFit/>
          </a:bodyPr>
          <a:lstStyle/>
          <a:p>
            <a:r>
              <a:rPr kumimoji="1" lang="ja-JP" altLang="en-US" dirty="0">
                <a:solidFill>
                  <a:schemeClr val="accent1"/>
                </a:solidFill>
              </a:rPr>
              <a:t>ポリ</a:t>
            </a:r>
            <a:r>
              <a:rPr kumimoji="1" lang="en-US" altLang="ja-JP" dirty="0">
                <a:solidFill>
                  <a:schemeClr val="accent1"/>
                </a:solidFill>
              </a:rPr>
              <a:t>(</a:t>
            </a:r>
            <a:r>
              <a:rPr kumimoji="1" lang="ja-JP" altLang="en-US" dirty="0">
                <a:solidFill>
                  <a:schemeClr val="accent1"/>
                </a:solidFill>
              </a:rPr>
              <a:t>多結晶</a:t>
            </a:r>
            <a:r>
              <a:rPr kumimoji="1" lang="en-US" altLang="ja-JP" dirty="0">
                <a:solidFill>
                  <a:schemeClr val="accent1"/>
                </a:solidFill>
              </a:rPr>
              <a:t>)</a:t>
            </a:r>
            <a:r>
              <a:rPr kumimoji="1" lang="ja-JP" altLang="en-US" dirty="0">
                <a:solidFill>
                  <a:schemeClr val="accent1"/>
                </a:solidFill>
              </a:rPr>
              <a:t>シリコン</a:t>
            </a:r>
            <a:r>
              <a:rPr kumimoji="1" lang="en-US" altLang="ja-JP" dirty="0">
                <a:solidFill>
                  <a:schemeClr val="accent1"/>
                </a:solidFill>
              </a:rPr>
              <a:t>(GC</a:t>
            </a:r>
            <a:r>
              <a:rPr kumimoji="1" lang="ja-JP" altLang="en-US" dirty="0">
                <a:solidFill>
                  <a:schemeClr val="accent1"/>
                </a:solidFill>
              </a:rPr>
              <a:t>層</a:t>
            </a:r>
            <a:r>
              <a:rPr kumimoji="1" lang="en-US" altLang="ja-JP" dirty="0">
                <a:solidFill>
                  <a:schemeClr val="accent1"/>
                </a:solidFill>
              </a:rPr>
              <a:t>)</a:t>
            </a:r>
            <a:endParaRPr kumimoji="1" lang="ja-JP" altLang="en-US" dirty="0">
              <a:solidFill>
                <a:schemeClr val="accent1"/>
              </a:solidFill>
            </a:endParaRPr>
          </a:p>
        </p:txBody>
      </p:sp>
      <p:sp>
        <p:nvSpPr>
          <p:cNvPr id="2" name="テキスト ボックス 1">
            <a:extLst>
              <a:ext uri="{FF2B5EF4-FFF2-40B4-BE49-F238E27FC236}">
                <a16:creationId xmlns:a16="http://schemas.microsoft.com/office/drawing/2014/main" id="{354AD0E9-6C72-D32E-7145-22B1896CC6C8}"/>
              </a:ext>
            </a:extLst>
          </p:cNvPr>
          <p:cNvSpPr txBox="1"/>
          <p:nvPr/>
        </p:nvSpPr>
        <p:spPr>
          <a:xfrm>
            <a:off x="6768502" y="4253053"/>
            <a:ext cx="2046201" cy="369332"/>
          </a:xfrm>
          <a:prstGeom prst="rect">
            <a:avLst/>
          </a:prstGeom>
          <a:noFill/>
        </p:spPr>
        <p:txBody>
          <a:bodyPr wrap="none" rtlCol="0">
            <a:spAutoFit/>
          </a:bodyPr>
          <a:lstStyle/>
          <a:p>
            <a:r>
              <a:rPr kumimoji="1" lang="en-US" altLang="ja-JP" dirty="0">
                <a:solidFill>
                  <a:schemeClr val="accent1"/>
                </a:solidFill>
              </a:rPr>
              <a:t>NW(N-</a:t>
            </a:r>
            <a:r>
              <a:rPr kumimoji="1" lang="en-US" altLang="ja-JP" dirty="0" err="1">
                <a:solidFill>
                  <a:schemeClr val="accent1"/>
                </a:solidFill>
              </a:rPr>
              <a:t>well,WN</a:t>
            </a:r>
            <a:r>
              <a:rPr kumimoji="1" lang="ja-JP" altLang="en-US" dirty="0">
                <a:solidFill>
                  <a:schemeClr val="accent1"/>
                </a:solidFill>
              </a:rPr>
              <a:t>層</a:t>
            </a:r>
            <a:r>
              <a:rPr kumimoji="1" lang="en-US" altLang="ja-JP" dirty="0">
                <a:solidFill>
                  <a:schemeClr val="accent1"/>
                </a:solidFill>
              </a:rPr>
              <a:t>)</a:t>
            </a:r>
            <a:endParaRPr kumimoji="1" lang="ja-JP" altLang="en-US" dirty="0">
              <a:solidFill>
                <a:schemeClr val="accent1"/>
              </a:solidFill>
            </a:endParaRPr>
          </a:p>
        </p:txBody>
      </p:sp>
      <p:cxnSp>
        <p:nvCxnSpPr>
          <p:cNvPr id="8" name="直線矢印コネクタ 7">
            <a:extLst>
              <a:ext uri="{FF2B5EF4-FFF2-40B4-BE49-F238E27FC236}">
                <a16:creationId xmlns:a16="http://schemas.microsoft.com/office/drawing/2014/main" id="{7D66331A-0ACD-9DD0-081F-D49D68D63D06}"/>
              </a:ext>
            </a:extLst>
          </p:cNvPr>
          <p:cNvCxnSpPr>
            <a:cxnSpLocks/>
          </p:cNvCxnSpPr>
          <p:nvPr/>
        </p:nvCxnSpPr>
        <p:spPr>
          <a:xfrm flipH="1">
            <a:off x="5703644" y="3140311"/>
            <a:ext cx="1162050" cy="356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テキスト ボックス 8">
            <a:extLst>
              <a:ext uri="{FF2B5EF4-FFF2-40B4-BE49-F238E27FC236}">
                <a16:creationId xmlns:a16="http://schemas.microsoft.com/office/drawing/2014/main" id="{794396D0-64F1-98CA-6E2B-8232D990D7A3}"/>
              </a:ext>
            </a:extLst>
          </p:cNvPr>
          <p:cNvSpPr txBox="1"/>
          <p:nvPr/>
        </p:nvSpPr>
        <p:spPr>
          <a:xfrm>
            <a:off x="6865694" y="2934818"/>
            <a:ext cx="5314076" cy="369332"/>
          </a:xfrm>
          <a:prstGeom prst="rect">
            <a:avLst/>
          </a:prstGeom>
          <a:noFill/>
        </p:spPr>
        <p:txBody>
          <a:bodyPr wrap="square" rtlCol="0">
            <a:spAutoFit/>
          </a:bodyPr>
          <a:lstStyle/>
          <a:p>
            <a:r>
              <a:rPr lang="en-US" altLang="ja-JP" dirty="0"/>
              <a:t>LOCOS(local oxidation of silicon)</a:t>
            </a:r>
            <a:endParaRPr lang="ja-JP" altLang="en-US" dirty="0"/>
          </a:p>
        </p:txBody>
      </p:sp>
      <p:cxnSp>
        <p:nvCxnSpPr>
          <p:cNvPr id="22" name="直線矢印コネクタ 21">
            <a:extLst>
              <a:ext uri="{FF2B5EF4-FFF2-40B4-BE49-F238E27FC236}">
                <a16:creationId xmlns:a16="http://schemas.microsoft.com/office/drawing/2014/main" id="{90ED4E1D-56BC-A47E-7C4E-8659DA7FE5B0}"/>
              </a:ext>
            </a:extLst>
          </p:cNvPr>
          <p:cNvCxnSpPr>
            <a:cxnSpLocks/>
          </p:cNvCxnSpPr>
          <p:nvPr/>
        </p:nvCxnSpPr>
        <p:spPr>
          <a:xfrm flipH="1">
            <a:off x="3303215" y="1959000"/>
            <a:ext cx="3400466" cy="907378"/>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24" name="テキスト ボックス 23">
            <a:extLst>
              <a:ext uri="{FF2B5EF4-FFF2-40B4-BE49-F238E27FC236}">
                <a16:creationId xmlns:a16="http://schemas.microsoft.com/office/drawing/2014/main" id="{F084B7CD-D2A3-9604-EBD6-923D0862D52D}"/>
              </a:ext>
            </a:extLst>
          </p:cNvPr>
          <p:cNvSpPr txBox="1"/>
          <p:nvPr/>
        </p:nvSpPr>
        <p:spPr>
          <a:xfrm>
            <a:off x="1686581" y="1498753"/>
            <a:ext cx="3019425" cy="369332"/>
          </a:xfrm>
          <a:prstGeom prst="rect">
            <a:avLst/>
          </a:prstGeom>
          <a:noFill/>
          <a:ln>
            <a:noFill/>
          </a:ln>
        </p:spPr>
        <p:txBody>
          <a:bodyPr wrap="square" rtlCol="0">
            <a:spAutoFit/>
          </a:bodyPr>
          <a:lstStyle/>
          <a:p>
            <a:pPr algn="ctr"/>
            <a:r>
              <a:rPr kumimoji="1" lang="en-US" altLang="ja-JP" dirty="0">
                <a:solidFill>
                  <a:schemeClr val="accent1"/>
                </a:solidFill>
              </a:rPr>
              <a:t>P+ (AP)</a:t>
            </a:r>
            <a:r>
              <a:rPr kumimoji="1" lang="ja-JP" altLang="en-US" dirty="0">
                <a:solidFill>
                  <a:schemeClr val="accent1"/>
                </a:solidFill>
              </a:rPr>
              <a:t>層</a:t>
            </a:r>
          </a:p>
        </p:txBody>
      </p:sp>
      <p:cxnSp>
        <p:nvCxnSpPr>
          <p:cNvPr id="28" name="直線矢印コネクタ 27">
            <a:extLst>
              <a:ext uri="{FF2B5EF4-FFF2-40B4-BE49-F238E27FC236}">
                <a16:creationId xmlns:a16="http://schemas.microsoft.com/office/drawing/2014/main" id="{DCFC1263-1B20-77BE-BB31-206CE57EF880}"/>
              </a:ext>
            </a:extLst>
          </p:cNvPr>
          <p:cNvCxnSpPr>
            <a:cxnSpLocks/>
            <a:stCxn id="24" idx="2"/>
          </p:cNvCxnSpPr>
          <p:nvPr/>
        </p:nvCxnSpPr>
        <p:spPr>
          <a:xfrm flipH="1">
            <a:off x="2125547" y="1868085"/>
            <a:ext cx="1070747" cy="1274009"/>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線矢印コネクタ 31">
            <a:extLst>
              <a:ext uri="{FF2B5EF4-FFF2-40B4-BE49-F238E27FC236}">
                <a16:creationId xmlns:a16="http://schemas.microsoft.com/office/drawing/2014/main" id="{99E1553C-74A9-D48D-14EC-E88EE1005E6A}"/>
              </a:ext>
            </a:extLst>
          </p:cNvPr>
          <p:cNvCxnSpPr>
            <a:cxnSpLocks/>
            <a:stCxn id="24" idx="2"/>
          </p:cNvCxnSpPr>
          <p:nvPr/>
        </p:nvCxnSpPr>
        <p:spPr>
          <a:xfrm>
            <a:off x="3196294" y="1868085"/>
            <a:ext cx="932893" cy="1270686"/>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直線矢印コネクタ 34">
            <a:extLst>
              <a:ext uri="{FF2B5EF4-FFF2-40B4-BE49-F238E27FC236}">
                <a16:creationId xmlns:a16="http://schemas.microsoft.com/office/drawing/2014/main" id="{8355AE1B-C4D3-F686-F32B-DEC2F20019D6}"/>
              </a:ext>
            </a:extLst>
          </p:cNvPr>
          <p:cNvCxnSpPr>
            <a:cxnSpLocks/>
            <a:stCxn id="2" idx="1"/>
          </p:cNvCxnSpPr>
          <p:nvPr/>
        </p:nvCxnSpPr>
        <p:spPr>
          <a:xfrm flipH="1" flipV="1">
            <a:off x="2008180" y="4423897"/>
            <a:ext cx="4760322" cy="13822"/>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線矢印コネクタ 11">
            <a:extLst>
              <a:ext uri="{FF2B5EF4-FFF2-40B4-BE49-F238E27FC236}">
                <a16:creationId xmlns:a16="http://schemas.microsoft.com/office/drawing/2014/main" id="{94A8D4EE-B0A2-1B42-C580-DDF2EA044C7C}"/>
              </a:ext>
            </a:extLst>
          </p:cNvPr>
          <p:cNvCxnSpPr>
            <a:cxnSpLocks/>
            <a:stCxn id="18" idx="1"/>
          </p:cNvCxnSpPr>
          <p:nvPr/>
        </p:nvCxnSpPr>
        <p:spPr>
          <a:xfrm flipH="1">
            <a:off x="5578278" y="1512780"/>
            <a:ext cx="706391" cy="132105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E394D203-7E42-A011-5DAA-E273F2360EC1}"/>
              </a:ext>
            </a:extLst>
          </p:cNvPr>
          <p:cNvSpPr txBox="1"/>
          <p:nvPr/>
        </p:nvSpPr>
        <p:spPr>
          <a:xfrm>
            <a:off x="6284669" y="1328114"/>
            <a:ext cx="5324475" cy="369332"/>
          </a:xfrm>
          <a:prstGeom prst="rect">
            <a:avLst/>
          </a:prstGeom>
          <a:noFill/>
        </p:spPr>
        <p:txBody>
          <a:bodyPr wrap="square" rtlCol="0">
            <a:spAutoFit/>
          </a:bodyPr>
          <a:lstStyle/>
          <a:p>
            <a:r>
              <a:rPr lang="ja-JP" altLang="en-US" dirty="0"/>
              <a:t>リン</a:t>
            </a:r>
            <a:r>
              <a:rPr lang="en-US" altLang="ja-JP" dirty="0"/>
              <a:t>-</a:t>
            </a:r>
            <a:r>
              <a:rPr lang="ja-JP" altLang="en-US" dirty="0"/>
              <a:t>ケイ酸ガラス</a:t>
            </a:r>
            <a:r>
              <a:rPr lang="en-US" altLang="ja-JP" dirty="0"/>
              <a:t>; </a:t>
            </a:r>
            <a:r>
              <a:rPr lang="ja-JP" altLang="en-US" dirty="0"/>
              <a:t>レイヤ間を埋める絶縁物質</a:t>
            </a:r>
          </a:p>
        </p:txBody>
      </p:sp>
      <p:sp>
        <p:nvSpPr>
          <p:cNvPr id="21" name="テキスト ボックス 20">
            <a:extLst>
              <a:ext uri="{FF2B5EF4-FFF2-40B4-BE49-F238E27FC236}">
                <a16:creationId xmlns:a16="http://schemas.microsoft.com/office/drawing/2014/main" id="{CB71571C-DF87-6229-5758-E1F45DA3C079}"/>
              </a:ext>
            </a:extLst>
          </p:cNvPr>
          <p:cNvSpPr txBox="1"/>
          <p:nvPr/>
        </p:nvSpPr>
        <p:spPr>
          <a:xfrm>
            <a:off x="6553200" y="4718838"/>
            <a:ext cx="4953579" cy="369332"/>
          </a:xfrm>
          <a:prstGeom prst="rect">
            <a:avLst/>
          </a:prstGeom>
          <a:noFill/>
        </p:spPr>
        <p:txBody>
          <a:bodyPr wrap="square" rtlCol="0">
            <a:spAutoFit/>
          </a:bodyPr>
          <a:lstStyle/>
          <a:p>
            <a:r>
              <a:rPr kumimoji="1" lang="en-US" altLang="ja-JP" dirty="0" err="1"/>
              <a:t>Psub</a:t>
            </a:r>
            <a:r>
              <a:rPr kumimoji="1" lang="en-US" altLang="ja-JP" dirty="0"/>
              <a:t>-</a:t>
            </a:r>
            <a:r>
              <a:rPr kumimoji="1" lang="ja-JP" altLang="en-US" dirty="0"/>
              <a:t>サブストレート</a:t>
            </a:r>
            <a:r>
              <a:rPr kumimoji="1" lang="en-US" altLang="ja-JP" dirty="0"/>
              <a:t>, </a:t>
            </a:r>
            <a:r>
              <a:rPr kumimoji="1" lang="ja-JP" altLang="en-US" dirty="0"/>
              <a:t>基板（シリコン）</a:t>
            </a:r>
          </a:p>
        </p:txBody>
      </p:sp>
      <p:sp>
        <p:nvSpPr>
          <p:cNvPr id="23" name="テキスト ボックス 22">
            <a:extLst>
              <a:ext uri="{FF2B5EF4-FFF2-40B4-BE49-F238E27FC236}">
                <a16:creationId xmlns:a16="http://schemas.microsoft.com/office/drawing/2014/main" id="{C01FD28E-0B9B-EF02-C280-645BD61389DB}"/>
              </a:ext>
            </a:extLst>
          </p:cNvPr>
          <p:cNvSpPr txBox="1"/>
          <p:nvPr/>
        </p:nvSpPr>
        <p:spPr>
          <a:xfrm>
            <a:off x="6792314" y="2218415"/>
            <a:ext cx="5324475" cy="369332"/>
          </a:xfrm>
          <a:prstGeom prst="rect">
            <a:avLst/>
          </a:prstGeom>
          <a:noFill/>
        </p:spPr>
        <p:txBody>
          <a:bodyPr wrap="square" rtlCol="0">
            <a:spAutoFit/>
          </a:bodyPr>
          <a:lstStyle/>
          <a:p>
            <a:r>
              <a:rPr lang="ja-JP" altLang="en-US" dirty="0"/>
              <a:t>酸化膜絶層</a:t>
            </a:r>
          </a:p>
        </p:txBody>
      </p:sp>
      <p:cxnSp>
        <p:nvCxnSpPr>
          <p:cNvPr id="25" name="直線矢印コネクタ 24">
            <a:extLst>
              <a:ext uri="{FF2B5EF4-FFF2-40B4-BE49-F238E27FC236}">
                <a16:creationId xmlns:a16="http://schemas.microsoft.com/office/drawing/2014/main" id="{C96D61BB-FE20-647E-9E85-189EEA921A21}"/>
              </a:ext>
            </a:extLst>
          </p:cNvPr>
          <p:cNvCxnSpPr>
            <a:cxnSpLocks/>
            <a:stCxn id="23" idx="1"/>
          </p:cNvCxnSpPr>
          <p:nvPr/>
        </p:nvCxnSpPr>
        <p:spPr>
          <a:xfrm flipH="1">
            <a:off x="4375120" y="2403081"/>
            <a:ext cx="2417194" cy="329571"/>
          </a:xfrm>
          <a:prstGeom prst="straightConnector1">
            <a:avLst/>
          </a:prstGeom>
          <a:ln w="28575">
            <a:solidFill>
              <a:schemeClr val="tx1"/>
            </a:solidFill>
            <a:tailEnd type="triangle"/>
          </a:ln>
        </p:spPr>
        <p:style>
          <a:lnRef idx="1">
            <a:schemeClr val="accent2"/>
          </a:lnRef>
          <a:fillRef idx="0">
            <a:schemeClr val="accent2"/>
          </a:fillRef>
          <a:effectRef idx="0">
            <a:schemeClr val="accent2"/>
          </a:effectRef>
          <a:fontRef idx="minor">
            <a:schemeClr val="tx1"/>
          </a:fontRef>
        </p:style>
      </p:cxnSp>
      <p:sp>
        <p:nvSpPr>
          <p:cNvPr id="10" name="テキスト ボックス 9">
            <a:extLst>
              <a:ext uri="{FF2B5EF4-FFF2-40B4-BE49-F238E27FC236}">
                <a16:creationId xmlns:a16="http://schemas.microsoft.com/office/drawing/2014/main" id="{6A0137D4-3C7D-7EF2-EF55-3F8A3A02A673}"/>
              </a:ext>
            </a:extLst>
          </p:cNvPr>
          <p:cNvSpPr txBox="1"/>
          <p:nvPr/>
        </p:nvSpPr>
        <p:spPr>
          <a:xfrm>
            <a:off x="7450829" y="3270770"/>
            <a:ext cx="4670336" cy="830997"/>
          </a:xfrm>
          <a:prstGeom prst="rect">
            <a:avLst/>
          </a:prstGeom>
          <a:noFill/>
        </p:spPr>
        <p:txBody>
          <a:bodyPr wrap="square" rtlCol="0">
            <a:spAutoFit/>
          </a:bodyPr>
          <a:lstStyle/>
          <a:p>
            <a:r>
              <a:rPr kumimoji="1" lang="ja-JP" altLang="en-US" sz="1200" dirty="0"/>
              <a:t>半導体デバイスを形成する際の代表的素子分離法。</a:t>
            </a:r>
          </a:p>
          <a:p>
            <a:r>
              <a:rPr kumimoji="1" lang="ja-JP" altLang="en-US" sz="1200" dirty="0"/>
              <a:t>窒化膜で酸化防止マスクされた部分以外のシリコン基板を酸化し、この酸化膜の層によって周囲から電気的に絶縁された領域（活性領域）を作る</a:t>
            </a:r>
          </a:p>
        </p:txBody>
      </p:sp>
      <p:sp>
        <p:nvSpPr>
          <p:cNvPr id="15" name="正方形/長方形 14">
            <a:extLst>
              <a:ext uri="{FF2B5EF4-FFF2-40B4-BE49-F238E27FC236}">
                <a16:creationId xmlns:a16="http://schemas.microsoft.com/office/drawing/2014/main" id="{390AA65C-3C4D-EECD-F161-A1928DBAFFF9}"/>
              </a:ext>
            </a:extLst>
          </p:cNvPr>
          <p:cNvSpPr/>
          <p:nvPr/>
        </p:nvSpPr>
        <p:spPr>
          <a:xfrm>
            <a:off x="7127070" y="5633107"/>
            <a:ext cx="4162690" cy="55778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t>緑字はレイアウトする必要がある層</a:t>
            </a:r>
          </a:p>
        </p:txBody>
      </p:sp>
      <p:sp>
        <p:nvSpPr>
          <p:cNvPr id="17" name="正方形/長方形 16">
            <a:extLst>
              <a:ext uri="{FF2B5EF4-FFF2-40B4-BE49-F238E27FC236}">
                <a16:creationId xmlns:a16="http://schemas.microsoft.com/office/drawing/2014/main" id="{6C91118F-C9C8-D63B-A346-DE29EC85F4C8}"/>
              </a:ext>
            </a:extLst>
          </p:cNvPr>
          <p:cNvSpPr/>
          <p:nvPr/>
        </p:nvSpPr>
        <p:spPr>
          <a:xfrm>
            <a:off x="0" y="6600037"/>
            <a:ext cx="3213463" cy="223317"/>
          </a:xfrm>
          <a:prstGeom prst="rect">
            <a:avLst/>
          </a:prstGeom>
          <a:solidFill>
            <a:srgbClr val="323232"/>
          </a:solidFill>
          <a:ln w="12700" cap="flat" cmpd="sng" algn="ctr">
            <a:noFill/>
            <a:prstDash val="solid"/>
            <a:miter lim="800000"/>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1" lang="en-US" altLang="ja-JP"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rPr>
              <a:t>OpenSUSI-TR10</a:t>
            </a:r>
            <a:endParaRPr kumimoji="1" lang="ja-JP" altLang="en-US"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endParaRPr>
          </a:p>
        </p:txBody>
      </p:sp>
    </p:spTree>
    <p:extLst>
      <p:ext uri="{BB962C8B-B14F-4D97-AF65-F5344CB8AC3E}">
        <p14:creationId xmlns:p14="http://schemas.microsoft.com/office/powerpoint/2010/main" val="697848555"/>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019FCE-EE41-1F19-D11B-D07374B79CFA}"/>
            </a:ext>
          </a:extLst>
        </p:cNvPr>
        <p:cNvGrpSpPr/>
        <p:nvPr/>
      </p:nvGrpSpPr>
      <p:grpSpPr>
        <a:xfrm>
          <a:off x="0" y="0"/>
          <a:ext cx="0" cy="0"/>
          <a:chOff x="0" y="0"/>
          <a:chExt cx="0" cy="0"/>
        </a:xfrm>
      </p:grpSpPr>
      <p:pic>
        <p:nvPicPr>
          <p:cNvPr id="5" name="図 4">
            <a:extLst>
              <a:ext uri="{FF2B5EF4-FFF2-40B4-BE49-F238E27FC236}">
                <a16:creationId xmlns:a16="http://schemas.microsoft.com/office/drawing/2014/main" id="{FAE4E869-09E7-A4AC-E6EF-A401B6D908B3}"/>
              </a:ext>
            </a:extLst>
          </p:cNvPr>
          <p:cNvPicPr>
            <a:picLocks noChangeAspect="1"/>
          </p:cNvPicPr>
          <p:nvPr/>
        </p:nvPicPr>
        <p:blipFill>
          <a:blip r:embed="rId2"/>
          <a:srcRect r="49755"/>
          <a:stretch>
            <a:fillRect/>
          </a:stretch>
        </p:blipFill>
        <p:spPr>
          <a:xfrm>
            <a:off x="268140" y="1661759"/>
            <a:ext cx="5893724" cy="4147654"/>
          </a:xfrm>
          <a:prstGeom prst="rect">
            <a:avLst/>
          </a:prstGeom>
        </p:spPr>
      </p:pic>
      <p:sp>
        <p:nvSpPr>
          <p:cNvPr id="7" name="タイトル 6">
            <a:extLst>
              <a:ext uri="{FF2B5EF4-FFF2-40B4-BE49-F238E27FC236}">
                <a16:creationId xmlns:a16="http://schemas.microsoft.com/office/drawing/2014/main" id="{7BEDD7D5-4004-6911-1A02-82912B551855}"/>
              </a:ext>
            </a:extLst>
          </p:cNvPr>
          <p:cNvSpPr>
            <a:spLocks noGrp="1"/>
          </p:cNvSpPr>
          <p:nvPr>
            <p:ph type="title"/>
          </p:nvPr>
        </p:nvSpPr>
        <p:spPr/>
        <p:txBody>
          <a:bodyPr/>
          <a:lstStyle/>
          <a:p>
            <a:r>
              <a:rPr lang="ja-JP" altLang="en-US" dirty="0"/>
              <a:t>プレーナ型</a:t>
            </a:r>
            <a:r>
              <a:rPr lang="en-US" altLang="ja-JP" dirty="0"/>
              <a:t>PMOS</a:t>
            </a:r>
            <a:endParaRPr lang="ja-JP" altLang="en-US" dirty="0"/>
          </a:p>
        </p:txBody>
      </p:sp>
      <p:sp>
        <p:nvSpPr>
          <p:cNvPr id="4" name="日付プレースホルダー 3">
            <a:extLst>
              <a:ext uri="{FF2B5EF4-FFF2-40B4-BE49-F238E27FC236}">
                <a16:creationId xmlns:a16="http://schemas.microsoft.com/office/drawing/2014/main" id="{B4B882F7-3CFD-1F14-8ACF-86F01D0027EA}"/>
              </a:ext>
            </a:extLst>
          </p:cNvPr>
          <p:cNvSpPr>
            <a:spLocks noGrp="1"/>
          </p:cNvSpPr>
          <p:nvPr>
            <p:ph type="dt" sz="half" idx="10"/>
          </p:nvPr>
        </p:nvSpPr>
        <p:spPr/>
        <p:txBody>
          <a:bodyPr/>
          <a:lstStyle/>
          <a:p>
            <a:fld id="{98554BCD-4603-4EDE-A06E-405E941F3AF4}"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FAC17BA8-A3D3-E3DD-38A6-FF53D2A9BCF1}"/>
              </a:ext>
            </a:extLst>
          </p:cNvPr>
          <p:cNvSpPr>
            <a:spLocks noGrp="1"/>
          </p:cNvSpPr>
          <p:nvPr>
            <p:ph type="sldNum" sz="quarter" idx="12"/>
          </p:nvPr>
        </p:nvSpPr>
        <p:spPr>
          <a:prstGeom prst="rect">
            <a:avLst/>
          </a:prstGeom>
        </p:spPr>
        <p:txBody>
          <a:bodyPr vert="horz" lIns="91440" tIns="45720" rIns="91440" bIns="45720" rtlCol="0" anchor="ctr"/>
          <a:lstStyle>
            <a:defPPr>
              <a:defRPr lang="en-US"/>
            </a:defPPr>
            <a:lvl1pPr marL="0" algn="ctr" defTabSz="457200" rtl="0" eaLnBrk="1" latinLnBrk="0" hangingPunct="1">
              <a:defRPr sz="1200" b="1"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66E89953-8AEA-4BDF-A508-664B12926AB4}" type="slidenum">
              <a:rPr kumimoji="1" lang="ja-JP" altLang="en-US" sz="1400" smtClean="0">
                <a:latin typeface="Meiryo UI" panose="020B0604030504040204" pitchFamily="50" charset="-128"/>
                <a:ea typeface="Meiryo UI" panose="020B0604030504040204" pitchFamily="50" charset="-128"/>
              </a:rPr>
              <a:pPr/>
              <a:t>76</a:t>
            </a:fld>
            <a:endParaRPr kumimoji="1" lang="ja-JP" altLang="en-US" dirty="0">
              <a:latin typeface="Meiryo UI" panose="020B0604030504040204" pitchFamily="50" charset="-128"/>
              <a:ea typeface="Meiryo UI" panose="020B0604030504040204" pitchFamily="50" charset="-128"/>
            </a:endParaRPr>
          </a:p>
        </p:txBody>
      </p:sp>
      <p:sp>
        <p:nvSpPr>
          <p:cNvPr id="27" name="テキスト ボックス 26">
            <a:extLst>
              <a:ext uri="{FF2B5EF4-FFF2-40B4-BE49-F238E27FC236}">
                <a16:creationId xmlns:a16="http://schemas.microsoft.com/office/drawing/2014/main" id="{7676DFF9-28FB-7DB5-917C-D9F875C58E77}"/>
              </a:ext>
            </a:extLst>
          </p:cNvPr>
          <p:cNvSpPr txBox="1"/>
          <p:nvPr/>
        </p:nvSpPr>
        <p:spPr>
          <a:xfrm>
            <a:off x="6768502" y="1810944"/>
            <a:ext cx="3460528" cy="369332"/>
          </a:xfrm>
          <a:prstGeom prst="rect">
            <a:avLst/>
          </a:prstGeom>
          <a:noFill/>
        </p:spPr>
        <p:txBody>
          <a:bodyPr wrap="square" rtlCol="0">
            <a:spAutoFit/>
          </a:bodyPr>
          <a:lstStyle/>
          <a:p>
            <a:r>
              <a:rPr kumimoji="1" lang="ja-JP" altLang="en-US" dirty="0">
                <a:solidFill>
                  <a:schemeClr val="accent1"/>
                </a:solidFill>
              </a:rPr>
              <a:t>ポリ</a:t>
            </a:r>
            <a:r>
              <a:rPr kumimoji="1" lang="en-US" altLang="ja-JP" dirty="0">
                <a:solidFill>
                  <a:schemeClr val="accent1"/>
                </a:solidFill>
              </a:rPr>
              <a:t>(</a:t>
            </a:r>
            <a:r>
              <a:rPr kumimoji="1" lang="ja-JP" altLang="en-US" dirty="0">
                <a:solidFill>
                  <a:schemeClr val="accent1"/>
                </a:solidFill>
              </a:rPr>
              <a:t>多結晶</a:t>
            </a:r>
            <a:r>
              <a:rPr kumimoji="1" lang="en-US" altLang="ja-JP" dirty="0">
                <a:solidFill>
                  <a:schemeClr val="accent1"/>
                </a:solidFill>
              </a:rPr>
              <a:t>)</a:t>
            </a:r>
            <a:r>
              <a:rPr kumimoji="1" lang="ja-JP" altLang="en-US" dirty="0">
                <a:solidFill>
                  <a:schemeClr val="accent1"/>
                </a:solidFill>
              </a:rPr>
              <a:t>シリコン</a:t>
            </a:r>
            <a:r>
              <a:rPr kumimoji="1" lang="en-US" altLang="ja-JP" dirty="0">
                <a:solidFill>
                  <a:schemeClr val="accent1"/>
                </a:solidFill>
              </a:rPr>
              <a:t>(GC</a:t>
            </a:r>
            <a:r>
              <a:rPr kumimoji="1" lang="ja-JP" altLang="en-US" dirty="0">
                <a:solidFill>
                  <a:schemeClr val="accent1"/>
                </a:solidFill>
              </a:rPr>
              <a:t>層</a:t>
            </a:r>
            <a:r>
              <a:rPr kumimoji="1" lang="en-US" altLang="ja-JP" dirty="0">
                <a:solidFill>
                  <a:schemeClr val="accent1"/>
                </a:solidFill>
              </a:rPr>
              <a:t>)</a:t>
            </a:r>
            <a:endParaRPr kumimoji="1" lang="ja-JP" altLang="en-US" dirty="0">
              <a:solidFill>
                <a:schemeClr val="accent1"/>
              </a:solidFill>
            </a:endParaRPr>
          </a:p>
        </p:txBody>
      </p:sp>
      <p:sp>
        <p:nvSpPr>
          <p:cNvPr id="2" name="テキスト ボックス 1">
            <a:extLst>
              <a:ext uri="{FF2B5EF4-FFF2-40B4-BE49-F238E27FC236}">
                <a16:creationId xmlns:a16="http://schemas.microsoft.com/office/drawing/2014/main" id="{10D28262-824C-19B4-6B21-7CE1ED591288}"/>
              </a:ext>
            </a:extLst>
          </p:cNvPr>
          <p:cNvSpPr txBox="1"/>
          <p:nvPr/>
        </p:nvSpPr>
        <p:spPr>
          <a:xfrm>
            <a:off x="6768502" y="4253053"/>
            <a:ext cx="2046201" cy="369332"/>
          </a:xfrm>
          <a:prstGeom prst="rect">
            <a:avLst/>
          </a:prstGeom>
          <a:noFill/>
        </p:spPr>
        <p:txBody>
          <a:bodyPr wrap="none" rtlCol="0">
            <a:spAutoFit/>
          </a:bodyPr>
          <a:lstStyle/>
          <a:p>
            <a:r>
              <a:rPr kumimoji="1" lang="en-US" altLang="ja-JP" dirty="0">
                <a:solidFill>
                  <a:schemeClr val="accent1"/>
                </a:solidFill>
              </a:rPr>
              <a:t>NW(N-</a:t>
            </a:r>
            <a:r>
              <a:rPr kumimoji="1" lang="en-US" altLang="ja-JP" dirty="0" err="1">
                <a:solidFill>
                  <a:schemeClr val="accent1"/>
                </a:solidFill>
              </a:rPr>
              <a:t>well,WN</a:t>
            </a:r>
            <a:r>
              <a:rPr kumimoji="1" lang="ja-JP" altLang="en-US" dirty="0">
                <a:solidFill>
                  <a:schemeClr val="accent1"/>
                </a:solidFill>
              </a:rPr>
              <a:t>層</a:t>
            </a:r>
            <a:r>
              <a:rPr kumimoji="1" lang="en-US" altLang="ja-JP" dirty="0">
                <a:solidFill>
                  <a:schemeClr val="accent1"/>
                </a:solidFill>
              </a:rPr>
              <a:t>)</a:t>
            </a:r>
            <a:endParaRPr kumimoji="1" lang="ja-JP" altLang="en-US" dirty="0">
              <a:solidFill>
                <a:schemeClr val="accent1"/>
              </a:solidFill>
            </a:endParaRPr>
          </a:p>
        </p:txBody>
      </p:sp>
      <p:cxnSp>
        <p:nvCxnSpPr>
          <p:cNvPr id="8" name="直線矢印コネクタ 7">
            <a:extLst>
              <a:ext uri="{FF2B5EF4-FFF2-40B4-BE49-F238E27FC236}">
                <a16:creationId xmlns:a16="http://schemas.microsoft.com/office/drawing/2014/main" id="{EC840F6B-121A-D91B-26B7-E7F0FCC834AC}"/>
              </a:ext>
            </a:extLst>
          </p:cNvPr>
          <p:cNvCxnSpPr>
            <a:cxnSpLocks/>
          </p:cNvCxnSpPr>
          <p:nvPr/>
        </p:nvCxnSpPr>
        <p:spPr>
          <a:xfrm flipH="1">
            <a:off x="5703644" y="3140311"/>
            <a:ext cx="1162050" cy="356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テキスト ボックス 8">
            <a:extLst>
              <a:ext uri="{FF2B5EF4-FFF2-40B4-BE49-F238E27FC236}">
                <a16:creationId xmlns:a16="http://schemas.microsoft.com/office/drawing/2014/main" id="{0E9629E1-99C9-1D35-44EE-2C08CF844F78}"/>
              </a:ext>
            </a:extLst>
          </p:cNvPr>
          <p:cNvSpPr txBox="1"/>
          <p:nvPr/>
        </p:nvSpPr>
        <p:spPr>
          <a:xfrm>
            <a:off x="6865694" y="2934818"/>
            <a:ext cx="5314076" cy="369332"/>
          </a:xfrm>
          <a:prstGeom prst="rect">
            <a:avLst/>
          </a:prstGeom>
          <a:noFill/>
        </p:spPr>
        <p:txBody>
          <a:bodyPr wrap="square" rtlCol="0">
            <a:spAutoFit/>
          </a:bodyPr>
          <a:lstStyle/>
          <a:p>
            <a:r>
              <a:rPr lang="en-US" altLang="ja-JP" dirty="0"/>
              <a:t>LOCOS(local oxidation of silicon)</a:t>
            </a:r>
            <a:endParaRPr lang="ja-JP" altLang="en-US" dirty="0"/>
          </a:p>
        </p:txBody>
      </p:sp>
      <p:cxnSp>
        <p:nvCxnSpPr>
          <p:cNvPr id="22" name="直線矢印コネクタ 21">
            <a:extLst>
              <a:ext uri="{FF2B5EF4-FFF2-40B4-BE49-F238E27FC236}">
                <a16:creationId xmlns:a16="http://schemas.microsoft.com/office/drawing/2014/main" id="{568B9E98-00D9-66AB-44A8-DC7B1D878ACA}"/>
              </a:ext>
            </a:extLst>
          </p:cNvPr>
          <p:cNvCxnSpPr>
            <a:cxnSpLocks/>
          </p:cNvCxnSpPr>
          <p:nvPr/>
        </p:nvCxnSpPr>
        <p:spPr>
          <a:xfrm flipH="1">
            <a:off x="3303215" y="1959000"/>
            <a:ext cx="3400466" cy="907378"/>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24" name="テキスト ボックス 23">
            <a:extLst>
              <a:ext uri="{FF2B5EF4-FFF2-40B4-BE49-F238E27FC236}">
                <a16:creationId xmlns:a16="http://schemas.microsoft.com/office/drawing/2014/main" id="{DB889942-9A1F-174D-C763-831DA6EA2A1B}"/>
              </a:ext>
            </a:extLst>
          </p:cNvPr>
          <p:cNvSpPr txBox="1"/>
          <p:nvPr/>
        </p:nvSpPr>
        <p:spPr>
          <a:xfrm>
            <a:off x="1686581" y="1498753"/>
            <a:ext cx="3019425" cy="369332"/>
          </a:xfrm>
          <a:prstGeom prst="rect">
            <a:avLst/>
          </a:prstGeom>
          <a:noFill/>
          <a:ln>
            <a:noFill/>
          </a:ln>
        </p:spPr>
        <p:txBody>
          <a:bodyPr wrap="square" rtlCol="0">
            <a:spAutoFit/>
          </a:bodyPr>
          <a:lstStyle/>
          <a:p>
            <a:pPr algn="ctr"/>
            <a:r>
              <a:rPr kumimoji="1" lang="en-US" altLang="ja-JP" dirty="0">
                <a:solidFill>
                  <a:schemeClr val="accent1"/>
                </a:solidFill>
              </a:rPr>
              <a:t>P+ (AP)</a:t>
            </a:r>
            <a:r>
              <a:rPr kumimoji="1" lang="ja-JP" altLang="en-US" dirty="0">
                <a:solidFill>
                  <a:schemeClr val="accent1"/>
                </a:solidFill>
              </a:rPr>
              <a:t>層</a:t>
            </a:r>
          </a:p>
        </p:txBody>
      </p:sp>
      <p:cxnSp>
        <p:nvCxnSpPr>
          <p:cNvPr id="28" name="直線矢印コネクタ 27">
            <a:extLst>
              <a:ext uri="{FF2B5EF4-FFF2-40B4-BE49-F238E27FC236}">
                <a16:creationId xmlns:a16="http://schemas.microsoft.com/office/drawing/2014/main" id="{7B714AD4-F760-582E-3F90-B169D239B3E9}"/>
              </a:ext>
            </a:extLst>
          </p:cNvPr>
          <p:cNvCxnSpPr>
            <a:cxnSpLocks/>
            <a:stCxn id="24" idx="2"/>
          </p:cNvCxnSpPr>
          <p:nvPr/>
        </p:nvCxnSpPr>
        <p:spPr>
          <a:xfrm flipH="1">
            <a:off x="2125547" y="1868085"/>
            <a:ext cx="1070747" cy="1274009"/>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線矢印コネクタ 31">
            <a:extLst>
              <a:ext uri="{FF2B5EF4-FFF2-40B4-BE49-F238E27FC236}">
                <a16:creationId xmlns:a16="http://schemas.microsoft.com/office/drawing/2014/main" id="{447D0D6E-35D6-15A7-5C66-3156C80E7591}"/>
              </a:ext>
            </a:extLst>
          </p:cNvPr>
          <p:cNvCxnSpPr>
            <a:cxnSpLocks/>
            <a:stCxn id="24" idx="2"/>
          </p:cNvCxnSpPr>
          <p:nvPr/>
        </p:nvCxnSpPr>
        <p:spPr>
          <a:xfrm>
            <a:off x="3196294" y="1868085"/>
            <a:ext cx="932893" cy="1270686"/>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直線矢印コネクタ 34">
            <a:extLst>
              <a:ext uri="{FF2B5EF4-FFF2-40B4-BE49-F238E27FC236}">
                <a16:creationId xmlns:a16="http://schemas.microsoft.com/office/drawing/2014/main" id="{34D07931-1F99-DB5F-39B4-15B9FC1BEAF1}"/>
              </a:ext>
            </a:extLst>
          </p:cNvPr>
          <p:cNvCxnSpPr>
            <a:cxnSpLocks/>
            <a:stCxn id="2" idx="1"/>
          </p:cNvCxnSpPr>
          <p:nvPr/>
        </p:nvCxnSpPr>
        <p:spPr>
          <a:xfrm flipH="1" flipV="1">
            <a:off x="2008180" y="4423897"/>
            <a:ext cx="4760322" cy="13822"/>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線矢印コネクタ 11">
            <a:extLst>
              <a:ext uri="{FF2B5EF4-FFF2-40B4-BE49-F238E27FC236}">
                <a16:creationId xmlns:a16="http://schemas.microsoft.com/office/drawing/2014/main" id="{5550DD5C-2049-9593-A29A-216C1FF63470}"/>
              </a:ext>
            </a:extLst>
          </p:cNvPr>
          <p:cNvCxnSpPr>
            <a:cxnSpLocks/>
            <a:stCxn id="18" idx="1"/>
          </p:cNvCxnSpPr>
          <p:nvPr/>
        </p:nvCxnSpPr>
        <p:spPr>
          <a:xfrm flipH="1">
            <a:off x="5578278" y="1512780"/>
            <a:ext cx="706391" cy="132105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8B55AE67-243E-0FF9-6EE5-2525D135F3F8}"/>
              </a:ext>
            </a:extLst>
          </p:cNvPr>
          <p:cNvSpPr txBox="1"/>
          <p:nvPr/>
        </p:nvSpPr>
        <p:spPr>
          <a:xfrm>
            <a:off x="6284669" y="1328114"/>
            <a:ext cx="5324475" cy="369332"/>
          </a:xfrm>
          <a:prstGeom prst="rect">
            <a:avLst/>
          </a:prstGeom>
          <a:noFill/>
        </p:spPr>
        <p:txBody>
          <a:bodyPr wrap="square" rtlCol="0">
            <a:spAutoFit/>
          </a:bodyPr>
          <a:lstStyle/>
          <a:p>
            <a:r>
              <a:rPr lang="ja-JP" altLang="en-US" dirty="0"/>
              <a:t>リン</a:t>
            </a:r>
            <a:r>
              <a:rPr lang="en-US" altLang="ja-JP" dirty="0"/>
              <a:t>-</a:t>
            </a:r>
            <a:r>
              <a:rPr lang="ja-JP" altLang="en-US" dirty="0"/>
              <a:t>ケイ酸ガラス</a:t>
            </a:r>
            <a:r>
              <a:rPr lang="en-US" altLang="ja-JP" dirty="0"/>
              <a:t>; </a:t>
            </a:r>
            <a:r>
              <a:rPr lang="ja-JP" altLang="en-US" dirty="0"/>
              <a:t>レイヤ間を埋める絶縁物質</a:t>
            </a:r>
          </a:p>
        </p:txBody>
      </p:sp>
      <p:sp>
        <p:nvSpPr>
          <p:cNvPr id="21" name="テキスト ボックス 20">
            <a:extLst>
              <a:ext uri="{FF2B5EF4-FFF2-40B4-BE49-F238E27FC236}">
                <a16:creationId xmlns:a16="http://schemas.microsoft.com/office/drawing/2014/main" id="{591E4C78-C632-36C4-E69F-BDC4604FA9D8}"/>
              </a:ext>
            </a:extLst>
          </p:cNvPr>
          <p:cNvSpPr txBox="1"/>
          <p:nvPr/>
        </p:nvSpPr>
        <p:spPr>
          <a:xfrm>
            <a:off x="6553200" y="4718838"/>
            <a:ext cx="4953579" cy="369332"/>
          </a:xfrm>
          <a:prstGeom prst="rect">
            <a:avLst/>
          </a:prstGeom>
          <a:noFill/>
        </p:spPr>
        <p:txBody>
          <a:bodyPr wrap="square" rtlCol="0">
            <a:spAutoFit/>
          </a:bodyPr>
          <a:lstStyle/>
          <a:p>
            <a:r>
              <a:rPr kumimoji="1" lang="en-US" altLang="ja-JP" dirty="0" err="1"/>
              <a:t>Psub</a:t>
            </a:r>
            <a:r>
              <a:rPr kumimoji="1" lang="en-US" altLang="ja-JP" dirty="0"/>
              <a:t>-</a:t>
            </a:r>
            <a:r>
              <a:rPr kumimoji="1" lang="ja-JP" altLang="en-US" dirty="0"/>
              <a:t>サブストレート</a:t>
            </a:r>
            <a:r>
              <a:rPr kumimoji="1" lang="en-US" altLang="ja-JP" dirty="0"/>
              <a:t>, </a:t>
            </a:r>
            <a:r>
              <a:rPr kumimoji="1" lang="ja-JP" altLang="en-US" dirty="0"/>
              <a:t>基板（シリコン）</a:t>
            </a:r>
          </a:p>
        </p:txBody>
      </p:sp>
      <p:sp>
        <p:nvSpPr>
          <p:cNvPr id="23" name="テキスト ボックス 22">
            <a:extLst>
              <a:ext uri="{FF2B5EF4-FFF2-40B4-BE49-F238E27FC236}">
                <a16:creationId xmlns:a16="http://schemas.microsoft.com/office/drawing/2014/main" id="{F4407CD2-9ED7-EEAA-73C2-C845AB0FD0FF}"/>
              </a:ext>
            </a:extLst>
          </p:cNvPr>
          <p:cNvSpPr txBox="1"/>
          <p:nvPr/>
        </p:nvSpPr>
        <p:spPr>
          <a:xfrm>
            <a:off x="6792314" y="2218415"/>
            <a:ext cx="5324475" cy="369332"/>
          </a:xfrm>
          <a:prstGeom prst="rect">
            <a:avLst/>
          </a:prstGeom>
          <a:noFill/>
        </p:spPr>
        <p:txBody>
          <a:bodyPr wrap="square" rtlCol="0">
            <a:spAutoFit/>
          </a:bodyPr>
          <a:lstStyle/>
          <a:p>
            <a:r>
              <a:rPr lang="ja-JP" altLang="en-US" dirty="0"/>
              <a:t>酸化膜絶層</a:t>
            </a:r>
          </a:p>
        </p:txBody>
      </p:sp>
      <p:cxnSp>
        <p:nvCxnSpPr>
          <p:cNvPr id="25" name="直線矢印コネクタ 24">
            <a:extLst>
              <a:ext uri="{FF2B5EF4-FFF2-40B4-BE49-F238E27FC236}">
                <a16:creationId xmlns:a16="http://schemas.microsoft.com/office/drawing/2014/main" id="{535C5FF2-A25A-30B1-5565-56AC3D6E06E1}"/>
              </a:ext>
            </a:extLst>
          </p:cNvPr>
          <p:cNvCxnSpPr>
            <a:cxnSpLocks/>
            <a:stCxn id="23" idx="1"/>
          </p:cNvCxnSpPr>
          <p:nvPr/>
        </p:nvCxnSpPr>
        <p:spPr>
          <a:xfrm flipH="1">
            <a:off x="4375120" y="2403081"/>
            <a:ext cx="2417194" cy="329571"/>
          </a:xfrm>
          <a:prstGeom prst="straightConnector1">
            <a:avLst/>
          </a:prstGeom>
          <a:ln w="28575">
            <a:solidFill>
              <a:schemeClr val="tx1"/>
            </a:solidFill>
            <a:tailEnd type="triangle"/>
          </a:ln>
        </p:spPr>
        <p:style>
          <a:lnRef idx="1">
            <a:schemeClr val="accent2"/>
          </a:lnRef>
          <a:fillRef idx="0">
            <a:schemeClr val="accent2"/>
          </a:fillRef>
          <a:effectRef idx="0">
            <a:schemeClr val="accent2"/>
          </a:effectRef>
          <a:fontRef idx="minor">
            <a:schemeClr val="tx1"/>
          </a:fontRef>
        </p:style>
      </p:cxnSp>
      <p:sp>
        <p:nvSpPr>
          <p:cNvPr id="10" name="テキスト ボックス 9">
            <a:extLst>
              <a:ext uri="{FF2B5EF4-FFF2-40B4-BE49-F238E27FC236}">
                <a16:creationId xmlns:a16="http://schemas.microsoft.com/office/drawing/2014/main" id="{8C4F333E-9AF9-5485-8A0E-57D6D25347C6}"/>
              </a:ext>
            </a:extLst>
          </p:cNvPr>
          <p:cNvSpPr txBox="1"/>
          <p:nvPr/>
        </p:nvSpPr>
        <p:spPr>
          <a:xfrm>
            <a:off x="7450829" y="3270770"/>
            <a:ext cx="4670336" cy="830997"/>
          </a:xfrm>
          <a:prstGeom prst="rect">
            <a:avLst/>
          </a:prstGeom>
          <a:noFill/>
        </p:spPr>
        <p:txBody>
          <a:bodyPr wrap="square" rtlCol="0">
            <a:spAutoFit/>
          </a:bodyPr>
          <a:lstStyle/>
          <a:p>
            <a:r>
              <a:rPr kumimoji="1" lang="ja-JP" altLang="en-US" sz="1200" dirty="0"/>
              <a:t>半導体デバイスを形成する際の代表的素子分離法。</a:t>
            </a:r>
          </a:p>
          <a:p>
            <a:r>
              <a:rPr kumimoji="1" lang="ja-JP" altLang="en-US" sz="1200" dirty="0"/>
              <a:t>窒化膜で酸化防止マスクされた部分以外のシリコン基板を酸化し、この酸化膜の層によって周囲から電気的に絶縁された領域（活性領域）を作る</a:t>
            </a:r>
          </a:p>
        </p:txBody>
      </p:sp>
      <p:sp>
        <p:nvSpPr>
          <p:cNvPr id="15" name="正方形/長方形 14">
            <a:extLst>
              <a:ext uri="{FF2B5EF4-FFF2-40B4-BE49-F238E27FC236}">
                <a16:creationId xmlns:a16="http://schemas.microsoft.com/office/drawing/2014/main" id="{8BC8ECBA-1E92-03CF-CBFF-5EE890E8BA1A}"/>
              </a:ext>
            </a:extLst>
          </p:cNvPr>
          <p:cNvSpPr/>
          <p:nvPr/>
        </p:nvSpPr>
        <p:spPr>
          <a:xfrm>
            <a:off x="7127070" y="5633107"/>
            <a:ext cx="4162690" cy="55778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t>緑字はレイアウトする必要がある層</a:t>
            </a:r>
          </a:p>
        </p:txBody>
      </p:sp>
      <p:sp>
        <p:nvSpPr>
          <p:cNvPr id="11" name="正方形/長方形 10">
            <a:extLst>
              <a:ext uri="{FF2B5EF4-FFF2-40B4-BE49-F238E27FC236}">
                <a16:creationId xmlns:a16="http://schemas.microsoft.com/office/drawing/2014/main" id="{89275FD3-8F0F-76F6-4750-B2EDE81DC84E}"/>
              </a:ext>
            </a:extLst>
          </p:cNvPr>
          <p:cNvSpPr/>
          <p:nvPr/>
        </p:nvSpPr>
        <p:spPr>
          <a:xfrm>
            <a:off x="0" y="6600037"/>
            <a:ext cx="3213463" cy="223317"/>
          </a:xfrm>
          <a:prstGeom prst="rect">
            <a:avLst/>
          </a:prstGeom>
          <a:solidFill>
            <a:srgbClr val="323232"/>
          </a:solidFill>
          <a:ln w="12700" cap="flat" cmpd="sng" algn="ctr">
            <a:noFill/>
            <a:prstDash val="solid"/>
            <a:miter lim="800000"/>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1" lang="en-US" altLang="ja-JP"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rPr>
              <a:t>OpenSUSI-TR10</a:t>
            </a:r>
            <a:endParaRPr kumimoji="1" lang="ja-JP" altLang="en-US"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endParaRPr>
          </a:p>
        </p:txBody>
      </p:sp>
    </p:spTree>
    <p:extLst>
      <p:ext uri="{BB962C8B-B14F-4D97-AF65-F5344CB8AC3E}">
        <p14:creationId xmlns:p14="http://schemas.microsoft.com/office/powerpoint/2010/main" val="387397009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A61C9EAB-CD34-4FCF-4A42-49E4BCF9C515}"/>
              </a:ext>
            </a:extLst>
          </p:cNvPr>
          <p:cNvPicPr>
            <a:picLocks noChangeAspect="1"/>
          </p:cNvPicPr>
          <p:nvPr/>
        </p:nvPicPr>
        <p:blipFill>
          <a:blip r:embed="rId2"/>
          <a:srcRect t="21010" r="49755"/>
          <a:stretch>
            <a:fillRect/>
          </a:stretch>
        </p:blipFill>
        <p:spPr>
          <a:xfrm>
            <a:off x="352901" y="3107428"/>
            <a:ext cx="5893724" cy="3276217"/>
          </a:xfrm>
          <a:prstGeom prst="rect">
            <a:avLst/>
          </a:prstGeom>
        </p:spPr>
      </p:pic>
      <p:sp>
        <p:nvSpPr>
          <p:cNvPr id="7" name="タイトル 6">
            <a:extLst>
              <a:ext uri="{FF2B5EF4-FFF2-40B4-BE49-F238E27FC236}">
                <a16:creationId xmlns:a16="http://schemas.microsoft.com/office/drawing/2014/main" id="{756602D8-389F-0F46-C637-1202C361C557}"/>
              </a:ext>
            </a:extLst>
          </p:cNvPr>
          <p:cNvSpPr>
            <a:spLocks noGrp="1"/>
          </p:cNvSpPr>
          <p:nvPr>
            <p:ph type="title"/>
          </p:nvPr>
        </p:nvSpPr>
        <p:spPr/>
        <p:txBody>
          <a:bodyPr/>
          <a:lstStyle/>
          <a:p>
            <a:r>
              <a:rPr lang="ja-JP" altLang="en-US" dirty="0"/>
              <a:t>プレーナ型</a:t>
            </a:r>
            <a:r>
              <a:rPr lang="en-US" altLang="ja-JP" dirty="0"/>
              <a:t>PMOS</a:t>
            </a:r>
            <a:endParaRPr lang="ja-JP" altLang="en-US" dirty="0"/>
          </a:p>
        </p:txBody>
      </p:sp>
      <p:sp>
        <p:nvSpPr>
          <p:cNvPr id="4" name="日付プレースホルダー 3">
            <a:extLst>
              <a:ext uri="{FF2B5EF4-FFF2-40B4-BE49-F238E27FC236}">
                <a16:creationId xmlns:a16="http://schemas.microsoft.com/office/drawing/2014/main" id="{E9DD6A27-6BEB-6E88-1C52-8261373D63CA}"/>
              </a:ext>
            </a:extLst>
          </p:cNvPr>
          <p:cNvSpPr>
            <a:spLocks noGrp="1"/>
          </p:cNvSpPr>
          <p:nvPr>
            <p:ph type="dt" sz="half" idx="10"/>
          </p:nvPr>
        </p:nvSpPr>
        <p:spPr/>
        <p:txBody>
          <a:bodyPr/>
          <a:lstStyle/>
          <a:p>
            <a:fld id="{98554BCD-4603-4EDE-A06E-405E941F3AF4}"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8FAF24E1-5BB3-1914-E0BE-40394558200F}"/>
              </a:ext>
            </a:extLst>
          </p:cNvPr>
          <p:cNvSpPr>
            <a:spLocks noGrp="1"/>
          </p:cNvSpPr>
          <p:nvPr>
            <p:ph type="sldNum" sz="quarter" idx="12"/>
          </p:nvPr>
        </p:nvSpPr>
        <p:spPr>
          <a:prstGeom prst="rect">
            <a:avLst/>
          </a:prstGeom>
        </p:spPr>
        <p:txBody>
          <a:bodyPr vert="horz" lIns="91440" tIns="45720" rIns="91440" bIns="45720" rtlCol="0" anchor="ctr"/>
          <a:lstStyle>
            <a:defPPr>
              <a:defRPr lang="en-US"/>
            </a:defPPr>
            <a:lvl1pPr marL="0" algn="ctr" defTabSz="457200" rtl="0" eaLnBrk="1" latinLnBrk="0" hangingPunct="1">
              <a:defRPr sz="1200" b="1"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66E89953-8AEA-4BDF-A508-664B12926AB4}" type="slidenum">
              <a:rPr kumimoji="1" lang="ja-JP" altLang="en-US" sz="1400" smtClean="0">
                <a:latin typeface="Meiryo UI" panose="020B0604030504040204" pitchFamily="50" charset="-128"/>
                <a:ea typeface="Meiryo UI" panose="020B0604030504040204" pitchFamily="50" charset="-128"/>
              </a:rPr>
              <a:pPr/>
              <a:t>77</a:t>
            </a:fld>
            <a:endParaRPr kumimoji="1" lang="ja-JP" altLang="en-US" dirty="0">
              <a:latin typeface="Meiryo UI" panose="020B0604030504040204" pitchFamily="50" charset="-128"/>
              <a:ea typeface="Meiryo UI" panose="020B0604030504040204" pitchFamily="50" charset="-128"/>
            </a:endParaRPr>
          </a:p>
        </p:txBody>
      </p:sp>
      <p:cxnSp>
        <p:nvCxnSpPr>
          <p:cNvPr id="21" name="直線矢印コネクタ 20">
            <a:extLst>
              <a:ext uri="{FF2B5EF4-FFF2-40B4-BE49-F238E27FC236}">
                <a16:creationId xmlns:a16="http://schemas.microsoft.com/office/drawing/2014/main" id="{3EC68F19-45F7-946D-58F1-1027323F3CB9}"/>
              </a:ext>
            </a:extLst>
          </p:cNvPr>
          <p:cNvCxnSpPr>
            <a:cxnSpLocks/>
          </p:cNvCxnSpPr>
          <p:nvPr/>
        </p:nvCxnSpPr>
        <p:spPr>
          <a:xfrm>
            <a:off x="2821952" y="3429000"/>
            <a:ext cx="787522" cy="0"/>
          </a:xfrm>
          <a:prstGeom prst="straightConnector1">
            <a:avLst/>
          </a:prstGeom>
          <a:ln w="3810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3" name="テキスト ボックス 22">
            <a:extLst>
              <a:ext uri="{FF2B5EF4-FFF2-40B4-BE49-F238E27FC236}">
                <a16:creationId xmlns:a16="http://schemas.microsoft.com/office/drawing/2014/main" id="{F69B9988-6BA8-3493-6405-BEBF69C10100}"/>
              </a:ext>
            </a:extLst>
          </p:cNvPr>
          <p:cNvSpPr txBox="1"/>
          <p:nvPr/>
        </p:nvSpPr>
        <p:spPr>
          <a:xfrm>
            <a:off x="2129594" y="2791114"/>
            <a:ext cx="2152650" cy="369332"/>
          </a:xfrm>
          <a:prstGeom prst="rect">
            <a:avLst/>
          </a:prstGeom>
          <a:solidFill>
            <a:schemeClr val="bg1"/>
          </a:solidFill>
        </p:spPr>
        <p:txBody>
          <a:bodyPr wrap="square" rtlCol="0">
            <a:spAutoFit/>
          </a:bodyPr>
          <a:lstStyle/>
          <a:p>
            <a:pPr algn="ctr"/>
            <a:r>
              <a:rPr kumimoji="1" lang="en-US" altLang="ja-JP" dirty="0">
                <a:solidFill>
                  <a:srgbClr val="FF0000"/>
                </a:solidFill>
              </a:rPr>
              <a:t>GC</a:t>
            </a:r>
            <a:endParaRPr kumimoji="1" lang="ja-JP" altLang="en-US" dirty="0">
              <a:solidFill>
                <a:srgbClr val="FF0000"/>
              </a:solidFill>
            </a:endParaRPr>
          </a:p>
        </p:txBody>
      </p:sp>
      <p:cxnSp>
        <p:nvCxnSpPr>
          <p:cNvPr id="16" name="直線矢印コネクタ 15">
            <a:extLst>
              <a:ext uri="{FF2B5EF4-FFF2-40B4-BE49-F238E27FC236}">
                <a16:creationId xmlns:a16="http://schemas.microsoft.com/office/drawing/2014/main" id="{1E469C87-2DA2-F62A-5444-3F38CB6E7A64}"/>
              </a:ext>
            </a:extLst>
          </p:cNvPr>
          <p:cNvCxnSpPr>
            <a:cxnSpLocks/>
          </p:cNvCxnSpPr>
          <p:nvPr/>
        </p:nvCxnSpPr>
        <p:spPr>
          <a:xfrm>
            <a:off x="2046988" y="4046217"/>
            <a:ext cx="2336882" cy="0"/>
          </a:xfrm>
          <a:prstGeom prst="straightConnector1">
            <a:avLst/>
          </a:prstGeom>
          <a:ln w="38100">
            <a:solidFill>
              <a:srgbClr val="BC14BC"/>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D63E5594-FCC7-6006-C530-6501C3C031B1}"/>
              </a:ext>
            </a:extLst>
          </p:cNvPr>
          <p:cNvSpPr txBox="1"/>
          <p:nvPr/>
        </p:nvSpPr>
        <p:spPr>
          <a:xfrm>
            <a:off x="2275062" y="4079426"/>
            <a:ext cx="1767549" cy="369332"/>
          </a:xfrm>
          <a:prstGeom prst="rect">
            <a:avLst/>
          </a:prstGeom>
          <a:solidFill>
            <a:schemeClr val="bg1"/>
          </a:solidFill>
        </p:spPr>
        <p:txBody>
          <a:bodyPr wrap="square" rtlCol="0">
            <a:spAutoFit/>
          </a:bodyPr>
          <a:lstStyle/>
          <a:p>
            <a:pPr algn="ctr"/>
            <a:r>
              <a:rPr kumimoji="1" lang="en-US" altLang="ja-JP" dirty="0">
                <a:solidFill>
                  <a:srgbClr val="BC14BC"/>
                </a:solidFill>
              </a:rPr>
              <a:t>p+(AP)</a:t>
            </a:r>
            <a:endParaRPr kumimoji="1" lang="ja-JP" altLang="en-US" dirty="0">
              <a:solidFill>
                <a:srgbClr val="BC14BC"/>
              </a:solidFill>
            </a:endParaRPr>
          </a:p>
        </p:txBody>
      </p:sp>
      <p:sp>
        <p:nvSpPr>
          <p:cNvPr id="2" name="テキスト ボックス 1">
            <a:extLst>
              <a:ext uri="{FF2B5EF4-FFF2-40B4-BE49-F238E27FC236}">
                <a16:creationId xmlns:a16="http://schemas.microsoft.com/office/drawing/2014/main" id="{EF0760FA-8200-C5ED-AB70-C3B43B7C8DFE}"/>
              </a:ext>
            </a:extLst>
          </p:cNvPr>
          <p:cNvSpPr txBox="1"/>
          <p:nvPr/>
        </p:nvSpPr>
        <p:spPr>
          <a:xfrm>
            <a:off x="353584" y="1326441"/>
            <a:ext cx="6865822" cy="923330"/>
          </a:xfrm>
          <a:prstGeom prst="rect">
            <a:avLst/>
          </a:prstGeom>
          <a:noFill/>
        </p:spPr>
        <p:txBody>
          <a:bodyPr wrap="square" rtlCol="0">
            <a:spAutoFit/>
          </a:bodyPr>
          <a:lstStyle/>
          <a:p>
            <a:r>
              <a:rPr kumimoji="1" lang="en-US" altLang="ja-JP" dirty="0"/>
              <a:t>WN		N-well</a:t>
            </a:r>
          </a:p>
          <a:p>
            <a:r>
              <a:rPr kumimoji="1" lang="en-US" altLang="ja-JP" dirty="0"/>
              <a:t>AP		</a:t>
            </a:r>
            <a:r>
              <a:rPr kumimoji="1" lang="ja-JP" altLang="en-US" dirty="0"/>
              <a:t>不純物注入による</a:t>
            </a:r>
            <a:r>
              <a:rPr kumimoji="1" lang="en-US" altLang="ja-JP" dirty="0"/>
              <a:t>P+</a:t>
            </a:r>
            <a:r>
              <a:rPr kumimoji="1" lang="ja-JP" altLang="en-US" dirty="0"/>
              <a:t>イオン領域と拡散層</a:t>
            </a:r>
            <a:endParaRPr kumimoji="1" lang="en-US" altLang="ja-JP" dirty="0"/>
          </a:p>
          <a:p>
            <a:r>
              <a:rPr kumimoji="1" lang="en-US" altLang="ja-JP" dirty="0"/>
              <a:t>GC		</a:t>
            </a:r>
            <a:r>
              <a:rPr kumimoji="1" lang="ja-JP" altLang="en-US" dirty="0"/>
              <a:t>ポリシリコン</a:t>
            </a:r>
            <a:endParaRPr kumimoji="1" lang="en-US" altLang="ja-JP" dirty="0"/>
          </a:p>
        </p:txBody>
      </p:sp>
      <p:cxnSp>
        <p:nvCxnSpPr>
          <p:cNvPr id="12" name="直線矢印コネクタ 11">
            <a:extLst>
              <a:ext uri="{FF2B5EF4-FFF2-40B4-BE49-F238E27FC236}">
                <a16:creationId xmlns:a16="http://schemas.microsoft.com/office/drawing/2014/main" id="{07F69430-9D8D-6C03-768A-B6414D3F0704}"/>
              </a:ext>
            </a:extLst>
          </p:cNvPr>
          <p:cNvCxnSpPr>
            <a:cxnSpLocks/>
          </p:cNvCxnSpPr>
          <p:nvPr/>
        </p:nvCxnSpPr>
        <p:spPr>
          <a:xfrm>
            <a:off x="1548792" y="5109395"/>
            <a:ext cx="3604750" cy="0"/>
          </a:xfrm>
          <a:prstGeom prst="straightConnector1">
            <a:avLst/>
          </a:prstGeom>
          <a:ln w="38100">
            <a:solidFill>
              <a:schemeClr val="accent4">
                <a:lumMod val="60000"/>
                <a:lumOff val="4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5" name="テキスト ボックス 14">
            <a:extLst>
              <a:ext uri="{FF2B5EF4-FFF2-40B4-BE49-F238E27FC236}">
                <a16:creationId xmlns:a16="http://schemas.microsoft.com/office/drawing/2014/main" id="{FA2715A4-2801-9637-0EEF-B0EEF67B612C}"/>
              </a:ext>
            </a:extLst>
          </p:cNvPr>
          <p:cNvSpPr txBox="1"/>
          <p:nvPr/>
        </p:nvSpPr>
        <p:spPr>
          <a:xfrm>
            <a:off x="2181411" y="4696643"/>
            <a:ext cx="2152651" cy="369332"/>
          </a:xfrm>
          <a:prstGeom prst="rect">
            <a:avLst/>
          </a:prstGeom>
          <a:solidFill>
            <a:schemeClr val="bg1"/>
          </a:solidFill>
          <a:ln>
            <a:noFill/>
          </a:ln>
        </p:spPr>
        <p:txBody>
          <a:bodyPr wrap="square" rtlCol="0">
            <a:spAutoFit/>
          </a:bodyPr>
          <a:lstStyle/>
          <a:p>
            <a:pPr algn="ctr"/>
            <a:r>
              <a:rPr kumimoji="1" lang="en-US" altLang="ja-JP" dirty="0">
                <a:solidFill>
                  <a:srgbClr val="00B050"/>
                </a:solidFill>
              </a:rPr>
              <a:t>WN</a:t>
            </a:r>
            <a:endParaRPr kumimoji="1" lang="ja-JP" altLang="en-US" dirty="0">
              <a:solidFill>
                <a:srgbClr val="00B050"/>
              </a:solidFill>
            </a:endParaRPr>
          </a:p>
        </p:txBody>
      </p:sp>
      <p:pic>
        <p:nvPicPr>
          <p:cNvPr id="20" name="図 19">
            <a:extLst>
              <a:ext uri="{FF2B5EF4-FFF2-40B4-BE49-F238E27FC236}">
                <a16:creationId xmlns:a16="http://schemas.microsoft.com/office/drawing/2014/main" id="{E13B5475-C748-9D2B-7C9B-97DB1CC4406F}"/>
              </a:ext>
            </a:extLst>
          </p:cNvPr>
          <p:cNvPicPr>
            <a:picLocks noChangeAspect="1"/>
          </p:cNvPicPr>
          <p:nvPr/>
        </p:nvPicPr>
        <p:blipFill>
          <a:blip r:embed="rId3"/>
          <a:srcRect l="16347" t="18765" b="47420"/>
          <a:stretch>
            <a:fillRect/>
          </a:stretch>
        </p:blipFill>
        <p:spPr>
          <a:xfrm>
            <a:off x="8630489" y="5113416"/>
            <a:ext cx="2003634" cy="1452541"/>
          </a:xfrm>
          <a:prstGeom prst="rect">
            <a:avLst/>
          </a:prstGeom>
        </p:spPr>
      </p:pic>
      <p:pic>
        <p:nvPicPr>
          <p:cNvPr id="30" name="図 29">
            <a:extLst>
              <a:ext uri="{FF2B5EF4-FFF2-40B4-BE49-F238E27FC236}">
                <a16:creationId xmlns:a16="http://schemas.microsoft.com/office/drawing/2014/main" id="{A578B5A1-8B45-316D-FC43-85E6526F45C0}"/>
              </a:ext>
            </a:extLst>
          </p:cNvPr>
          <p:cNvPicPr>
            <a:picLocks noChangeAspect="1"/>
          </p:cNvPicPr>
          <p:nvPr/>
        </p:nvPicPr>
        <p:blipFill>
          <a:blip r:embed="rId4"/>
          <a:stretch>
            <a:fillRect/>
          </a:stretch>
        </p:blipFill>
        <p:spPr>
          <a:xfrm>
            <a:off x="7527594" y="0"/>
            <a:ext cx="3781322" cy="5109395"/>
          </a:xfrm>
          <a:prstGeom prst="rect">
            <a:avLst/>
          </a:prstGeom>
        </p:spPr>
      </p:pic>
      <p:sp>
        <p:nvSpPr>
          <p:cNvPr id="8" name="正方形/長方形 7">
            <a:extLst>
              <a:ext uri="{FF2B5EF4-FFF2-40B4-BE49-F238E27FC236}">
                <a16:creationId xmlns:a16="http://schemas.microsoft.com/office/drawing/2014/main" id="{E22DF724-8FA3-A014-04C6-EE10B2DE00CC}"/>
              </a:ext>
            </a:extLst>
          </p:cNvPr>
          <p:cNvSpPr/>
          <p:nvPr/>
        </p:nvSpPr>
        <p:spPr>
          <a:xfrm>
            <a:off x="0" y="6600037"/>
            <a:ext cx="3213463" cy="223317"/>
          </a:xfrm>
          <a:prstGeom prst="rect">
            <a:avLst/>
          </a:prstGeom>
          <a:solidFill>
            <a:srgbClr val="323232"/>
          </a:solidFill>
          <a:ln w="12700" cap="flat" cmpd="sng" algn="ctr">
            <a:noFill/>
            <a:prstDash val="solid"/>
            <a:miter lim="800000"/>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1" lang="en-US" altLang="ja-JP"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rPr>
              <a:t>OpenSUSI-TR10</a:t>
            </a:r>
            <a:endParaRPr kumimoji="1" lang="ja-JP" altLang="en-US"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endParaRPr>
          </a:p>
        </p:txBody>
      </p:sp>
    </p:spTree>
    <p:extLst>
      <p:ext uri="{BB962C8B-B14F-4D97-AF65-F5344CB8AC3E}">
        <p14:creationId xmlns:p14="http://schemas.microsoft.com/office/powerpoint/2010/main" val="379084689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CA2C2A-B068-2CD2-EA32-BE1A7310E5FE}"/>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5766C5E2-825B-6773-2EE4-EDA257240C7C}"/>
              </a:ext>
            </a:extLst>
          </p:cNvPr>
          <p:cNvPicPr>
            <a:picLocks noChangeAspect="1"/>
          </p:cNvPicPr>
          <p:nvPr/>
        </p:nvPicPr>
        <p:blipFill>
          <a:blip r:embed="rId2"/>
          <a:srcRect l="50066"/>
          <a:stretch>
            <a:fillRect/>
          </a:stretch>
        </p:blipFill>
        <p:spPr>
          <a:xfrm>
            <a:off x="535276" y="1660281"/>
            <a:ext cx="5815218" cy="4117895"/>
          </a:xfrm>
          <a:prstGeom prst="rect">
            <a:avLst/>
          </a:prstGeom>
        </p:spPr>
      </p:pic>
      <p:sp>
        <p:nvSpPr>
          <p:cNvPr id="7" name="タイトル 6">
            <a:extLst>
              <a:ext uri="{FF2B5EF4-FFF2-40B4-BE49-F238E27FC236}">
                <a16:creationId xmlns:a16="http://schemas.microsoft.com/office/drawing/2014/main" id="{CC032AFF-6AF1-B3E2-4FF0-8DF55519924E}"/>
              </a:ext>
            </a:extLst>
          </p:cNvPr>
          <p:cNvSpPr>
            <a:spLocks noGrp="1"/>
          </p:cNvSpPr>
          <p:nvPr>
            <p:ph type="title"/>
          </p:nvPr>
        </p:nvSpPr>
        <p:spPr/>
        <p:txBody>
          <a:bodyPr/>
          <a:lstStyle/>
          <a:p>
            <a:r>
              <a:rPr lang="ja-JP" altLang="en-US" dirty="0"/>
              <a:t>プレーナ型</a:t>
            </a:r>
            <a:r>
              <a:rPr lang="en-US" altLang="ja-JP" dirty="0"/>
              <a:t>NMOS</a:t>
            </a:r>
            <a:endParaRPr lang="ja-JP" altLang="en-US" dirty="0"/>
          </a:p>
        </p:txBody>
      </p:sp>
      <p:sp>
        <p:nvSpPr>
          <p:cNvPr id="4" name="日付プレースホルダー 3">
            <a:extLst>
              <a:ext uri="{FF2B5EF4-FFF2-40B4-BE49-F238E27FC236}">
                <a16:creationId xmlns:a16="http://schemas.microsoft.com/office/drawing/2014/main" id="{8AFFC7F8-22C5-8950-6A5F-FD93691CA660}"/>
              </a:ext>
            </a:extLst>
          </p:cNvPr>
          <p:cNvSpPr>
            <a:spLocks noGrp="1"/>
          </p:cNvSpPr>
          <p:nvPr>
            <p:ph type="dt" sz="half" idx="10"/>
          </p:nvPr>
        </p:nvSpPr>
        <p:spPr/>
        <p:txBody>
          <a:bodyPr/>
          <a:lstStyle/>
          <a:p>
            <a:fld id="{98554BCD-4603-4EDE-A06E-405E941F3AF4}"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2FA6F7D2-A964-4347-3C1B-64D4960D6797}"/>
              </a:ext>
            </a:extLst>
          </p:cNvPr>
          <p:cNvSpPr>
            <a:spLocks noGrp="1"/>
          </p:cNvSpPr>
          <p:nvPr>
            <p:ph type="sldNum" sz="quarter" idx="12"/>
          </p:nvPr>
        </p:nvSpPr>
        <p:spPr>
          <a:prstGeom prst="rect">
            <a:avLst/>
          </a:prstGeom>
        </p:spPr>
        <p:txBody>
          <a:bodyPr vert="horz" lIns="91440" tIns="45720" rIns="91440" bIns="45720" rtlCol="0" anchor="ctr"/>
          <a:lstStyle>
            <a:defPPr>
              <a:defRPr lang="en-US"/>
            </a:defPPr>
            <a:lvl1pPr marL="0" algn="ctr" defTabSz="457200" rtl="0" eaLnBrk="1" latinLnBrk="0" hangingPunct="1">
              <a:defRPr sz="1200" b="1"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66E89953-8AEA-4BDF-A508-664B12926AB4}" type="slidenum">
              <a:rPr kumimoji="1" lang="ja-JP" altLang="en-US" sz="1400" smtClean="0">
                <a:latin typeface="Meiryo UI" panose="020B0604030504040204" pitchFamily="50" charset="-128"/>
                <a:ea typeface="Meiryo UI" panose="020B0604030504040204" pitchFamily="50" charset="-128"/>
              </a:rPr>
              <a:pPr/>
              <a:t>78</a:t>
            </a:fld>
            <a:endParaRPr kumimoji="1" lang="ja-JP" altLang="en-US" dirty="0">
              <a:latin typeface="Meiryo UI" panose="020B0604030504040204" pitchFamily="50" charset="-128"/>
              <a:ea typeface="Meiryo UI" panose="020B0604030504040204" pitchFamily="50" charset="-128"/>
            </a:endParaRPr>
          </a:p>
        </p:txBody>
      </p:sp>
      <p:sp>
        <p:nvSpPr>
          <p:cNvPr id="27" name="テキスト ボックス 26">
            <a:extLst>
              <a:ext uri="{FF2B5EF4-FFF2-40B4-BE49-F238E27FC236}">
                <a16:creationId xmlns:a16="http://schemas.microsoft.com/office/drawing/2014/main" id="{1F235250-6293-3025-EE95-1CE1EEB91FCA}"/>
              </a:ext>
            </a:extLst>
          </p:cNvPr>
          <p:cNvSpPr txBox="1"/>
          <p:nvPr/>
        </p:nvSpPr>
        <p:spPr>
          <a:xfrm>
            <a:off x="6768501" y="1810944"/>
            <a:ext cx="3184895" cy="369332"/>
          </a:xfrm>
          <a:prstGeom prst="rect">
            <a:avLst/>
          </a:prstGeom>
          <a:noFill/>
        </p:spPr>
        <p:txBody>
          <a:bodyPr wrap="square" rtlCol="0">
            <a:spAutoFit/>
          </a:bodyPr>
          <a:lstStyle/>
          <a:p>
            <a:r>
              <a:rPr kumimoji="1" lang="ja-JP" altLang="en-US" dirty="0">
                <a:solidFill>
                  <a:schemeClr val="accent1"/>
                </a:solidFill>
              </a:rPr>
              <a:t>ポリ</a:t>
            </a:r>
            <a:r>
              <a:rPr kumimoji="1" lang="en-US" altLang="ja-JP" dirty="0">
                <a:solidFill>
                  <a:schemeClr val="accent1"/>
                </a:solidFill>
              </a:rPr>
              <a:t>(</a:t>
            </a:r>
            <a:r>
              <a:rPr kumimoji="1" lang="ja-JP" altLang="en-US" dirty="0">
                <a:solidFill>
                  <a:schemeClr val="accent1"/>
                </a:solidFill>
              </a:rPr>
              <a:t>多結晶</a:t>
            </a:r>
            <a:r>
              <a:rPr kumimoji="1" lang="en-US" altLang="ja-JP" dirty="0">
                <a:solidFill>
                  <a:schemeClr val="accent1"/>
                </a:solidFill>
              </a:rPr>
              <a:t>)</a:t>
            </a:r>
            <a:r>
              <a:rPr kumimoji="1" lang="ja-JP" altLang="en-US" dirty="0">
                <a:solidFill>
                  <a:schemeClr val="accent1"/>
                </a:solidFill>
              </a:rPr>
              <a:t>シリコン</a:t>
            </a:r>
            <a:r>
              <a:rPr kumimoji="1" lang="en-US" altLang="ja-JP" dirty="0">
                <a:solidFill>
                  <a:schemeClr val="accent1"/>
                </a:solidFill>
              </a:rPr>
              <a:t>(GC</a:t>
            </a:r>
            <a:r>
              <a:rPr kumimoji="1" lang="ja-JP" altLang="en-US" dirty="0">
                <a:solidFill>
                  <a:schemeClr val="accent1"/>
                </a:solidFill>
              </a:rPr>
              <a:t>層</a:t>
            </a:r>
            <a:r>
              <a:rPr kumimoji="1" lang="en-US" altLang="ja-JP" dirty="0">
                <a:solidFill>
                  <a:schemeClr val="accent1"/>
                </a:solidFill>
              </a:rPr>
              <a:t>)</a:t>
            </a:r>
            <a:endParaRPr kumimoji="1" lang="ja-JP" altLang="en-US" dirty="0">
              <a:solidFill>
                <a:schemeClr val="accent1"/>
              </a:solidFill>
            </a:endParaRPr>
          </a:p>
        </p:txBody>
      </p:sp>
      <p:sp>
        <p:nvSpPr>
          <p:cNvPr id="2" name="テキスト ボックス 1">
            <a:extLst>
              <a:ext uri="{FF2B5EF4-FFF2-40B4-BE49-F238E27FC236}">
                <a16:creationId xmlns:a16="http://schemas.microsoft.com/office/drawing/2014/main" id="{ADBA1561-1ABD-DD46-6BC3-A8D17276314F}"/>
              </a:ext>
            </a:extLst>
          </p:cNvPr>
          <p:cNvSpPr txBox="1"/>
          <p:nvPr/>
        </p:nvSpPr>
        <p:spPr>
          <a:xfrm>
            <a:off x="6911960" y="4225636"/>
            <a:ext cx="1294009" cy="369332"/>
          </a:xfrm>
          <a:prstGeom prst="rect">
            <a:avLst/>
          </a:prstGeom>
          <a:noFill/>
        </p:spPr>
        <p:txBody>
          <a:bodyPr wrap="none" rtlCol="0">
            <a:spAutoFit/>
          </a:bodyPr>
          <a:lstStyle/>
          <a:p>
            <a:r>
              <a:rPr kumimoji="1" lang="en-US" altLang="ja-JP" dirty="0"/>
              <a:t>PW(P-well)</a:t>
            </a:r>
            <a:endParaRPr kumimoji="1" lang="ja-JP" altLang="en-US" dirty="0"/>
          </a:p>
        </p:txBody>
      </p:sp>
      <p:cxnSp>
        <p:nvCxnSpPr>
          <p:cNvPr id="8" name="直線矢印コネクタ 7">
            <a:extLst>
              <a:ext uri="{FF2B5EF4-FFF2-40B4-BE49-F238E27FC236}">
                <a16:creationId xmlns:a16="http://schemas.microsoft.com/office/drawing/2014/main" id="{E3D45ACE-1379-6FE3-250E-B859F6335995}"/>
              </a:ext>
            </a:extLst>
          </p:cNvPr>
          <p:cNvCxnSpPr>
            <a:cxnSpLocks/>
          </p:cNvCxnSpPr>
          <p:nvPr/>
        </p:nvCxnSpPr>
        <p:spPr>
          <a:xfrm flipH="1">
            <a:off x="5703644" y="3140311"/>
            <a:ext cx="1162050" cy="3566"/>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2" name="直線矢印コネクタ 21">
            <a:extLst>
              <a:ext uri="{FF2B5EF4-FFF2-40B4-BE49-F238E27FC236}">
                <a16:creationId xmlns:a16="http://schemas.microsoft.com/office/drawing/2014/main" id="{D205C35B-AEAD-F52C-073B-149224472315}"/>
              </a:ext>
            </a:extLst>
          </p:cNvPr>
          <p:cNvCxnSpPr>
            <a:cxnSpLocks/>
          </p:cNvCxnSpPr>
          <p:nvPr/>
        </p:nvCxnSpPr>
        <p:spPr>
          <a:xfrm flipH="1">
            <a:off x="3303215" y="1959000"/>
            <a:ext cx="3400466" cy="907378"/>
          </a:xfrm>
          <a:prstGeom prst="straightConnector1">
            <a:avLst/>
          </a:prstGeom>
          <a:ln w="28575">
            <a:solidFill>
              <a:schemeClr val="accent1"/>
            </a:solidFill>
            <a:tailEnd type="triangle"/>
          </a:ln>
        </p:spPr>
        <p:style>
          <a:lnRef idx="1">
            <a:schemeClr val="accent2"/>
          </a:lnRef>
          <a:fillRef idx="0">
            <a:schemeClr val="accent2"/>
          </a:fillRef>
          <a:effectRef idx="0">
            <a:schemeClr val="accent2"/>
          </a:effectRef>
          <a:fontRef idx="minor">
            <a:schemeClr val="tx1"/>
          </a:fontRef>
        </p:style>
      </p:cxnSp>
      <p:sp>
        <p:nvSpPr>
          <p:cNvPr id="24" name="テキスト ボックス 23">
            <a:extLst>
              <a:ext uri="{FF2B5EF4-FFF2-40B4-BE49-F238E27FC236}">
                <a16:creationId xmlns:a16="http://schemas.microsoft.com/office/drawing/2014/main" id="{EB530B3D-E574-AFD0-C8B2-785F94D9100C}"/>
              </a:ext>
            </a:extLst>
          </p:cNvPr>
          <p:cNvSpPr txBox="1"/>
          <p:nvPr/>
        </p:nvSpPr>
        <p:spPr>
          <a:xfrm>
            <a:off x="1686581" y="1498753"/>
            <a:ext cx="3019425" cy="369332"/>
          </a:xfrm>
          <a:prstGeom prst="rect">
            <a:avLst/>
          </a:prstGeom>
          <a:noFill/>
          <a:ln>
            <a:noFill/>
          </a:ln>
        </p:spPr>
        <p:txBody>
          <a:bodyPr wrap="square" rtlCol="0">
            <a:spAutoFit/>
          </a:bodyPr>
          <a:lstStyle/>
          <a:p>
            <a:pPr algn="ctr"/>
            <a:r>
              <a:rPr kumimoji="1" lang="en-US" altLang="ja-JP" dirty="0">
                <a:solidFill>
                  <a:schemeClr val="accent1"/>
                </a:solidFill>
              </a:rPr>
              <a:t>N+(AN) </a:t>
            </a:r>
            <a:r>
              <a:rPr kumimoji="1" lang="ja-JP" altLang="en-US" dirty="0">
                <a:solidFill>
                  <a:schemeClr val="accent1"/>
                </a:solidFill>
              </a:rPr>
              <a:t>層</a:t>
            </a:r>
          </a:p>
        </p:txBody>
      </p:sp>
      <p:cxnSp>
        <p:nvCxnSpPr>
          <p:cNvPr id="28" name="直線矢印コネクタ 27">
            <a:extLst>
              <a:ext uri="{FF2B5EF4-FFF2-40B4-BE49-F238E27FC236}">
                <a16:creationId xmlns:a16="http://schemas.microsoft.com/office/drawing/2014/main" id="{4218E8C6-E2C1-7E2C-AAF3-FE966C251CBF}"/>
              </a:ext>
            </a:extLst>
          </p:cNvPr>
          <p:cNvCxnSpPr>
            <a:cxnSpLocks/>
            <a:stCxn id="24" idx="2"/>
          </p:cNvCxnSpPr>
          <p:nvPr/>
        </p:nvCxnSpPr>
        <p:spPr>
          <a:xfrm flipH="1">
            <a:off x="2125547" y="1868085"/>
            <a:ext cx="1070747" cy="1274009"/>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線矢印コネクタ 31">
            <a:extLst>
              <a:ext uri="{FF2B5EF4-FFF2-40B4-BE49-F238E27FC236}">
                <a16:creationId xmlns:a16="http://schemas.microsoft.com/office/drawing/2014/main" id="{445C1813-1430-8CCA-3C0D-CEBAC4B6812E}"/>
              </a:ext>
            </a:extLst>
          </p:cNvPr>
          <p:cNvCxnSpPr>
            <a:cxnSpLocks/>
            <a:stCxn id="24" idx="2"/>
          </p:cNvCxnSpPr>
          <p:nvPr/>
        </p:nvCxnSpPr>
        <p:spPr>
          <a:xfrm>
            <a:off x="3196294" y="1868085"/>
            <a:ext cx="932893" cy="1270686"/>
          </a:xfrm>
          <a:prstGeom prst="straightConnector1">
            <a:avLst/>
          </a:prstGeom>
          <a:ln w="28575">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直線矢印コネクタ 34">
            <a:extLst>
              <a:ext uri="{FF2B5EF4-FFF2-40B4-BE49-F238E27FC236}">
                <a16:creationId xmlns:a16="http://schemas.microsoft.com/office/drawing/2014/main" id="{96DC6F21-FD47-A4DE-476F-7E904075EB98}"/>
              </a:ext>
            </a:extLst>
          </p:cNvPr>
          <p:cNvCxnSpPr>
            <a:cxnSpLocks/>
            <a:stCxn id="2" idx="1"/>
          </p:cNvCxnSpPr>
          <p:nvPr/>
        </p:nvCxnSpPr>
        <p:spPr>
          <a:xfrm flipH="1">
            <a:off x="2148184" y="4410302"/>
            <a:ext cx="4763776" cy="6329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線矢印コネクタ 11">
            <a:extLst>
              <a:ext uri="{FF2B5EF4-FFF2-40B4-BE49-F238E27FC236}">
                <a16:creationId xmlns:a16="http://schemas.microsoft.com/office/drawing/2014/main" id="{D44B2C52-0951-BBAF-DF11-4EEB467DAFA1}"/>
              </a:ext>
            </a:extLst>
          </p:cNvPr>
          <p:cNvCxnSpPr>
            <a:cxnSpLocks/>
            <a:stCxn id="18" idx="1"/>
          </p:cNvCxnSpPr>
          <p:nvPr/>
        </p:nvCxnSpPr>
        <p:spPr>
          <a:xfrm flipH="1">
            <a:off x="5578278" y="1512780"/>
            <a:ext cx="706391" cy="1321054"/>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96C14210-1B43-E05F-48B2-F3F7EF4BA93B}"/>
              </a:ext>
            </a:extLst>
          </p:cNvPr>
          <p:cNvSpPr txBox="1"/>
          <p:nvPr/>
        </p:nvSpPr>
        <p:spPr>
          <a:xfrm>
            <a:off x="6284669" y="1328114"/>
            <a:ext cx="5324475" cy="369332"/>
          </a:xfrm>
          <a:prstGeom prst="rect">
            <a:avLst/>
          </a:prstGeom>
          <a:noFill/>
        </p:spPr>
        <p:txBody>
          <a:bodyPr wrap="square" rtlCol="0">
            <a:spAutoFit/>
          </a:bodyPr>
          <a:lstStyle/>
          <a:p>
            <a:r>
              <a:rPr lang="ja-JP" altLang="en-US" dirty="0"/>
              <a:t>リン</a:t>
            </a:r>
            <a:r>
              <a:rPr lang="en-US" altLang="ja-JP" dirty="0"/>
              <a:t>-</a:t>
            </a:r>
            <a:r>
              <a:rPr lang="ja-JP" altLang="en-US" dirty="0"/>
              <a:t>ケイ酸ガラス</a:t>
            </a:r>
            <a:r>
              <a:rPr lang="en-US" altLang="ja-JP" dirty="0"/>
              <a:t>; </a:t>
            </a:r>
            <a:r>
              <a:rPr lang="ja-JP" altLang="en-US" dirty="0"/>
              <a:t>レイヤ間を埋める絶縁物質</a:t>
            </a:r>
          </a:p>
        </p:txBody>
      </p:sp>
      <p:sp>
        <p:nvSpPr>
          <p:cNvPr id="21" name="テキスト ボックス 20">
            <a:extLst>
              <a:ext uri="{FF2B5EF4-FFF2-40B4-BE49-F238E27FC236}">
                <a16:creationId xmlns:a16="http://schemas.microsoft.com/office/drawing/2014/main" id="{947389CF-CB9B-C26E-0AEB-809F9B984F4F}"/>
              </a:ext>
            </a:extLst>
          </p:cNvPr>
          <p:cNvSpPr txBox="1"/>
          <p:nvPr/>
        </p:nvSpPr>
        <p:spPr>
          <a:xfrm>
            <a:off x="6553200" y="4718838"/>
            <a:ext cx="4953579" cy="369332"/>
          </a:xfrm>
          <a:prstGeom prst="rect">
            <a:avLst/>
          </a:prstGeom>
          <a:noFill/>
        </p:spPr>
        <p:txBody>
          <a:bodyPr wrap="square" rtlCol="0">
            <a:spAutoFit/>
          </a:bodyPr>
          <a:lstStyle/>
          <a:p>
            <a:r>
              <a:rPr kumimoji="1" lang="en-US" altLang="ja-JP" dirty="0" err="1"/>
              <a:t>Psub</a:t>
            </a:r>
            <a:r>
              <a:rPr kumimoji="1" lang="en-US" altLang="ja-JP" dirty="0"/>
              <a:t>-</a:t>
            </a:r>
            <a:r>
              <a:rPr kumimoji="1" lang="ja-JP" altLang="en-US" dirty="0"/>
              <a:t>サブストレート</a:t>
            </a:r>
            <a:r>
              <a:rPr kumimoji="1" lang="en-US" altLang="ja-JP" dirty="0"/>
              <a:t>, </a:t>
            </a:r>
            <a:r>
              <a:rPr kumimoji="1" lang="ja-JP" altLang="en-US" dirty="0"/>
              <a:t>基板（シリコン）</a:t>
            </a:r>
          </a:p>
        </p:txBody>
      </p:sp>
      <p:sp>
        <p:nvSpPr>
          <p:cNvPr id="23" name="テキスト ボックス 22">
            <a:extLst>
              <a:ext uri="{FF2B5EF4-FFF2-40B4-BE49-F238E27FC236}">
                <a16:creationId xmlns:a16="http://schemas.microsoft.com/office/drawing/2014/main" id="{61CB1AEF-D2C3-0CBB-4A9A-7FE86F7A0A6F}"/>
              </a:ext>
            </a:extLst>
          </p:cNvPr>
          <p:cNvSpPr txBox="1"/>
          <p:nvPr/>
        </p:nvSpPr>
        <p:spPr>
          <a:xfrm>
            <a:off x="6792314" y="2218415"/>
            <a:ext cx="5324475" cy="369332"/>
          </a:xfrm>
          <a:prstGeom prst="rect">
            <a:avLst/>
          </a:prstGeom>
          <a:noFill/>
        </p:spPr>
        <p:txBody>
          <a:bodyPr wrap="square" rtlCol="0">
            <a:spAutoFit/>
          </a:bodyPr>
          <a:lstStyle/>
          <a:p>
            <a:r>
              <a:rPr lang="ja-JP" altLang="en-US" dirty="0"/>
              <a:t>酸化膜絶層</a:t>
            </a:r>
          </a:p>
        </p:txBody>
      </p:sp>
      <p:cxnSp>
        <p:nvCxnSpPr>
          <p:cNvPr id="25" name="直線矢印コネクタ 24">
            <a:extLst>
              <a:ext uri="{FF2B5EF4-FFF2-40B4-BE49-F238E27FC236}">
                <a16:creationId xmlns:a16="http://schemas.microsoft.com/office/drawing/2014/main" id="{1FE18ADE-40F8-CF20-34BB-2CFF560403CA}"/>
              </a:ext>
            </a:extLst>
          </p:cNvPr>
          <p:cNvCxnSpPr>
            <a:cxnSpLocks/>
            <a:stCxn id="23" idx="1"/>
          </p:cNvCxnSpPr>
          <p:nvPr/>
        </p:nvCxnSpPr>
        <p:spPr>
          <a:xfrm flipH="1">
            <a:off x="4375120" y="2403081"/>
            <a:ext cx="2417194" cy="329571"/>
          </a:xfrm>
          <a:prstGeom prst="straightConnector1">
            <a:avLst/>
          </a:prstGeom>
          <a:ln w="28575">
            <a:solidFill>
              <a:schemeClr val="tx1"/>
            </a:solidFill>
            <a:tailEnd type="triangle"/>
          </a:ln>
        </p:spPr>
        <p:style>
          <a:lnRef idx="1">
            <a:schemeClr val="accent2"/>
          </a:lnRef>
          <a:fillRef idx="0">
            <a:schemeClr val="accent2"/>
          </a:fillRef>
          <a:effectRef idx="0">
            <a:schemeClr val="accent2"/>
          </a:effectRef>
          <a:fontRef idx="minor">
            <a:schemeClr val="tx1"/>
          </a:fontRef>
        </p:style>
      </p:cxnSp>
      <p:sp>
        <p:nvSpPr>
          <p:cNvPr id="34" name="正方形/長方形 33">
            <a:extLst>
              <a:ext uri="{FF2B5EF4-FFF2-40B4-BE49-F238E27FC236}">
                <a16:creationId xmlns:a16="http://schemas.microsoft.com/office/drawing/2014/main" id="{E23B8F4A-B410-62D2-12B2-559359E40A4B}"/>
              </a:ext>
            </a:extLst>
          </p:cNvPr>
          <p:cNvSpPr/>
          <p:nvPr/>
        </p:nvSpPr>
        <p:spPr>
          <a:xfrm>
            <a:off x="7127070" y="5633107"/>
            <a:ext cx="4162690" cy="55778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t>緑字はレイアウトする必要がある層</a:t>
            </a:r>
          </a:p>
        </p:txBody>
      </p:sp>
      <p:sp>
        <p:nvSpPr>
          <p:cNvPr id="5" name="テキスト ボックス 4">
            <a:extLst>
              <a:ext uri="{FF2B5EF4-FFF2-40B4-BE49-F238E27FC236}">
                <a16:creationId xmlns:a16="http://schemas.microsoft.com/office/drawing/2014/main" id="{A963580E-86E3-F7C9-6FA6-1E4BF10AB21E}"/>
              </a:ext>
            </a:extLst>
          </p:cNvPr>
          <p:cNvSpPr txBox="1"/>
          <p:nvPr/>
        </p:nvSpPr>
        <p:spPr>
          <a:xfrm>
            <a:off x="6865694" y="2934818"/>
            <a:ext cx="5314076" cy="369332"/>
          </a:xfrm>
          <a:prstGeom prst="rect">
            <a:avLst/>
          </a:prstGeom>
          <a:noFill/>
        </p:spPr>
        <p:txBody>
          <a:bodyPr wrap="square" rtlCol="0">
            <a:spAutoFit/>
          </a:bodyPr>
          <a:lstStyle/>
          <a:p>
            <a:r>
              <a:rPr lang="en-US" altLang="ja-JP" dirty="0"/>
              <a:t>LOCOS(local oxidation of silicon)</a:t>
            </a:r>
            <a:endParaRPr lang="ja-JP" altLang="en-US" dirty="0"/>
          </a:p>
        </p:txBody>
      </p:sp>
      <p:sp>
        <p:nvSpPr>
          <p:cNvPr id="11" name="テキスト ボックス 10">
            <a:extLst>
              <a:ext uri="{FF2B5EF4-FFF2-40B4-BE49-F238E27FC236}">
                <a16:creationId xmlns:a16="http://schemas.microsoft.com/office/drawing/2014/main" id="{607BD19A-CC99-5D17-092E-22B4B46EEA7B}"/>
              </a:ext>
            </a:extLst>
          </p:cNvPr>
          <p:cNvSpPr txBox="1"/>
          <p:nvPr/>
        </p:nvSpPr>
        <p:spPr>
          <a:xfrm>
            <a:off x="7450829" y="3270770"/>
            <a:ext cx="4670336" cy="830997"/>
          </a:xfrm>
          <a:prstGeom prst="rect">
            <a:avLst/>
          </a:prstGeom>
          <a:noFill/>
        </p:spPr>
        <p:txBody>
          <a:bodyPr wrap="square" rtlCol="0">
            <a:spAutoFit/>
          </a:bodyPr>
          <a:lstStyle/>
          <a:p>
            <a:r>
              <a:rPr kumimoji="1" lang="ja-JP" altLang="en-US" sz="1200" dirty="0"/>
              <a:t>半導体デバイスを形成する際の代表的素子分離法。</a:t>
            </a:r>
          </a:p>
          <a:p>
            <a:r>
              <a:rPr kumimoji="1" lang="ja-JP" altLang="en-US" sz="1200" dirty="0"/>
              <a:t>窒化膜で酸化防止マスクされた部分以外のシリコン基板を酸化し、この酸化膜の層によって周囲から電気的に絶縁された領域（活性領域）を作る</a:t>
            </a:r>
          </a:p>
        </p:txBody>
      </p:sp>
      <p:sp>
        <p:nvSpPr>
          <p:cNvPr id="10" name="正方形/長方形 9">
            <a:extLst>
              <a:ext uri="{FF2B5EF4-FFF2-40B4-BE49-F238E27FC236}">
                <a16:creationId xmlns:a16="http://schemas.microsoft.com/office/drawing/2014/main" id="{303D09EF-339F-0042-47F3-B7B2E0B8A593}"/>
              </a:ext>
            </a:extLst>
          </p:cNvPr>
          <p:cNvSpPr/>
          <p:nvPr/>
        </p:nvSpPr>
        <p:spPr>
          <a:xfrm>
            <a:off x="0" y="6600037"/>
            <a:ext cx="3213463" cy="223317"/>
          </a:xfrm>
          <a:prstGeom prst="rect">
            <a:avLst/>
          </a:prstGeom>
          <a:solidFill>
            <a:srgbClr val="323232"/>
          </a:solidFill>
          <a:ln w="12700" cap="flat" cmpd="sng" algn="ctr">
            <a:noFill/>
            <a:prstDash val="solid"/>
            <a:miter lim="800000"/>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1" lang="en-US" altLang="ja-JP"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rPr>
              <a:t>OpenSUSI-TR10</a:t>
            </a:r>
            <a:endParaRPr kumimoji="1" lang="ja-JP" altLang="en-US"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endParaRPr>
          </a:p>
        </p:txBody>
      </p:sp>
    </p:spTree>
    <p:extLst>
      <p:ext uri="{BB962C8B-B14F-4D97-AF65-F5344CB8AC3E}">
        <p14:creationId xmlns:p14="http://schemas.microsoft.com/office/powerpoint/2010/main" val="93266916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E81E42-B909-BD9D-E3B5-BCD9FF2CDEFF}"/>
            </a:ext>
          </a:extLst>
        </p:cNvPr>
        <p:cNvGrpSpPr/>
        <p:nvPr/>
      </p:nvGrpSpPr>
      <p:grpSpPr>
        <a:xfrm>
          <a:off x="0" y="0"/>
          <a:ext cx="0" cy="0"/>
          <a:chOff x="0" y="0"/>
          <a:chExt cx="0" cy="0"/>
        </a:xfrm>
      </p:grpSpPr>
      <p:pic>
        <p:nvPicPr>
          <p:cNvPr id="3" name="図 2">
            <a:extLst>
              <a:ext uri="{FF2B5EF4-FFF2-40B4-BE49-F238E27FC236}">
                <a16:creationId xmlns:a16="http://schemas.microsoft.com/office/drawing/2014/main" id="{B47E4751-78D3-1BEA-C0C5-8BFAF84EA5A5}"/>
              </a:ext>
            </a:extLst>
          </p:cNvPr>
          <p:cNvPicPr>
            <a:picLocks noChangeAspect="1"/>
          </p:cNvPicPr>
          <p:nvPr/>
        </p:nvPicPr>
        <p:blipFill>
          <a:blip r:embed="rId2"/>
          <a:srcRect l="50066" t="21615"/>
          <a:stretch>
            <a:fillRect/>
          </a:stretch>
        </p:blipFill>
        <p:spPr>
          <a:xfrm>
            <a:off x="706060" y="3053526"/>
            <a:ext cx="5815218" cy="3227789"/>
          </a:xfrm>
          <a:prstGeom prst="rect">
            <a:avLst/>
          </a:prstGeom>
        </p:spPr>
      </p:pic>
      <p:sp>
        <p:nvSpPr>
          <p:cNvPr id="7" name="タイトル 6">
            <a:extLst>
              <a:ext uri="{FF2B5EF4-FFF2-40B4-BE49-F238E27FC236}">
                <a16:creationId xmlns:a16="http://schemas.microsoft.com/office/drawing/2014/main" id="{E026D3AA-D14E-409B-1B8C-FFC9633ED353}"/>
              </a:ext>
            </a:extLst>
          </p:cNvPr>
          <p:cNvSpPr>
            <a:spLocks noGrp="1"/>
          </p:cNvSpPr>
          <p:nvPr>
            <p:ph type="title"/>
          </p:nvPr>
        </p:nvSpPr>
        <p:spPr/>
        <p:txBody>
          <a:bodyPr/>
          <a:lstStyle/>
          <a:p>
            <a:r>
              <a:rPr lang="ja-JP" altLang="en-US" dirty="0"/>
              <a:t>プレーナ型</a:t>
            </a:r>
            <a:r>
              <a:rPr lang="en-US" altLang="ja-JP" dirty="0"/>
              <a:t>NMOS</a:t>
            </a:r>
            <a:endParaRPr lang="ja-JP" altLang="en-US" dirty="0"/>
          </a:p>
        </p:txBody>
      </p:sp>
      <p:sp>
        <p:nvSpPr>
          <p:cNvPr id="4" name="日付プレースホルダー 3">
            <a:extLst>
              <a:ext uri="{FF2B5EF4-FFF2-40B4-BE49-F238E27FC236}">
                <a16:creationId xmlns:a16="http://schemas.microsoft.com/office/drawing/2014/main" id="{0AA1F52A-9A6F-482C-B91F-71BFF1697301}"/>
              </a:ext>
            </a:extLst>
          </p:cNvPr>
          <p:cNvSpPr>
            <a:spLocks noGrp="1"/>
          </p:cNvSpPr>
          <p:nvPr>
            <p:ph type="dt" sz="half" idx="10"/>
          </p:nvPr>
        </p:nvSpPr>
        <p:spPr/>
        <p:txBody>
          <a:bodyPr/>
          <a:lstStyle/>
          <a:p>
            <a:fld id="{98554BCD-4603-4EDE-A06E-405E941F3AF4}"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F531E31A-E0BE-E792-E9C9-54BA604DE2BA}"/>
              </a:ext>
            </a:extLst>
          </p:cNvPr>
          <p:cNvSpPr>
            <a:spLocks noGrp="1"/>
          </p:cNvSpPr>
          <p:nvPr>
            <p:ph type="sldNum" sz="quarter" idx="12"/>
          </p:nvPr>
        </p:nvSpPr>
        <p:spPr>
          <a:prstGeom prst="rect">
            <a:avLst/>
          </a:prstGeom>
        </p:spPr>
        <p:txBody>
          <a:bodyPr vert="horz" lIns="91440" tIns="45720" rIns="91440" bIns="45720" rtlCol="0" anchor="ctr"/>
          <a:lstStyle>
            <a:defPPr>
              <a:defRPr lang="en-US"/>
            </a:defPPr>
            <a:lvl1pPr marL="0" algn="ctr" defTabSz="457200" rtl="0" eaLnBrk="1" latinLnBrk="0" hangingPunct="1">
              <a:defRPr sz="1200" b="1"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66E89953-8AEA-4BDF-A508-664B12926AB4}" type="slidenum">
              <a:rPr kumimoji="1" lang="ja-JP" altLang="en-US" sz="1400" smtClean="0">
                <a:latin typeface="Meiryo UI" panose="020B0604030504040204" pitchFamily="50" charset="-128"/>
                <a:ea typeface="Meiryo UI" panose="020B0604030504040204" pitchFamily="50" charset="-128"/>
              </a:rPr>
              <a:pPr/>
              <a:t>79</a:t>
            </a:fld>
            <a:endParaRPr kumimoji="1" lang="ja-JP" altLang="en-US" sz="1400" dirty="0">
              <a:latin typeface="Meiryo UI" panose="020B0604030504040204" pitchFamily="50" charset="-128"/>
              <a:ea typeface="Meiryo UI" panose="020B0604030504040204" pitchFamily="50" charset="-128"/>
            </a:endParaRPr>
          </a:p>
        </p:txBody>
      </p:sp>
      <p:sp>
        <p:nvSpPr>
          <p:cNvPr id="23" name="テキスト ボックス 22">
            <a:extLst>
              <a:ext uri="{FF2B5EF4-FFF2-40B4-BE49-F238E27FC236}">
                <a16:creationId xmlns:a16="http://schemas.microsoft.com/office/drawing/2014/main" id="{336E0ED0-47C6-17CB-647D-4DDD6CE5D424}"/>
              </a:ext>
            </a:extLst>
          </p:cNvPr>
          <p:cNvSpPr txBox="1"/>
          <p:nvPr/>
        </p:nvSpPr>
        <p:spPr>
          <a:xfrm>
            <a:off x="2181413" y="2705758"/>
            <a:ext cx="2152650" cy="369332"/>
          </a:xfrm>
          <a:prstGeom prst="rect">
            <a:avLst/>
          </a:prstGeom>
          <a:solidFill>
            <a:schemeClr val="bg1"/>
          </a:solidFill>
        </p:spPr>
        <p:txBody>
          <a:bodyPr wrap="square" rtlCol="0">
            <a:spAutoFit/>
          </a:bodyPr>
          <a:lstStyle/>
          <a:p>
            <a:pPr algn="ctr"/>
            <a:r>
              <a:rPr kumimoji="1" lang="en-US" altLang="ja-JP" dirty="0">
                <a:solidFill>
                  <a:srgbClr val="FF0000"/>
                </a:solidFill>
              </a:rPr>
              <a:t>GC</a:t>
            </a:r>
            <a:endParaRPr kumimoji="1" lang="ja-JP" altLang="en-US" dirty="0">
              <a:solidFill>
                <a:srgbClr val="FF0000"/>
              </a:solidFill>
            </a:endParaRPr>
          </a:p>
        </p:txBody>
      </p:sp>
      <p:cxnSp>
        <p:nvCxnSpPr>
          <p:cNvPr id="16" name="直線矢印コネクタ 15">
            <a:extLst>
              <a:ext uri="{FF2B5EF4-FFF2-40B4-BE49-F238E27FC236}">
                <a16:creationId xmlns:a16="http://schemas.microsoft.com/office/drawing/2014/main" id="{0C9F872F-4158-2A94-E810-EAC8A1F59141}"/>
              </a:ext>
            </a:extLst>
          </p:cNvPr>
          <p:cNvCxnSpPr>
            <a:cxnSpLocks/>
          </p:cNvCxnSpPr>
          <p:nvPr/>
        </p:nvCxnSpPr>
        <p:spPr>
          <a:xfrm>
            <a:off x="2103074" y="3983750"/>
            <a:ext cx="2324547" cy="0"/>
          </a:xfrm>
          <a:prstGeom prst="straightConnector1">
            <a:avLst/>
          </a:prstGeom>
          <a:ln w="38100">
            <a:solidFill>
              <a:schemeClr val="accent5">
                <a:lumMod val="60000"/>
                <a:lumOff val="4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158F576D-CAE8-8FBA-1489-163D8D14FC7A}"/>
              </a:ext>
            </a:extLst>
          </p:cNvPr>
          <p:cNvSpPr txBox="1"/>
          <p:nvPr/>
        </p:nvSpPr>
        <p:spPr>
          <a:xfrm>
            <a:off x="2384016" y="4005314"/>
            <a:ext cx="1747444" cy="369332"/>
          </a:xfrm>
          <a:prstGeom prst="rect">
            <a:avLst/>
          </a:prstGeom>
          <a:solidFill>
            <a:schemeClr val="bg1"/>
          </a:solidFill>
        </p:spPr>
        <p:txBody>
          <a:bodyPr wrap="square" rtlCol="0">
            <a:spAutoFit/>
          </a:bodyPr>
          <a:lstStyle/>
          <a:p>
            <a:pPr algn="ctr"/>
            <a:r>
              <a:rPr kumimoji="1" lang="en-US" altLang="ja-JP" dirty="0">
                <a:solidFill>
                  <a:srgbClr val="00B050"/>
                </a:solidFill>
              </a:rPr>
              <a:t>n+(AN)</a:t>
            </a:r>
            <a:endParaRPr kumimoji="1" lang="ja-JP" altLang="en-US" dirty="0">
              <a:solidFill>
                <a:srgbClr val="00B050"/>
              </a:solidFill>
            </a:endParaRPr>
          </a:p>
        </p:txBody>
      </p:sp>
      <p:sp>
        <p:nvSpPr>
          <p:cNvPr id="2" name="テキスト ボックス 1">
            <a:extLst>
              <a:ext uri="{FF2B5EF4-FFF2-40B4-BE49-F238E27FC236}">
                <a16:creationId xmlns:a16="http://schemas.microsoft.com/office/drawing/2014/main" id="{1989629B-6E8D-C5FF-3DCE-D5743ADD9509}"/>
              </a:ext>
            </a:extLst>
          </p:cNvPr>
          <p:cNvSpPr txBox="1"/>
          <p:nvPr/>
        </p:nvSpPr>
        <p:spPr>
          <a:xfrm>
            <a:off x="353583" y="1326441"/>
            <a:ext cx="7523592" cy="1200329"/>
          </a:xfrm>
          <a:prstGeom prst="rect">
            <a:avLst/>
          </a:prstGeom>
          <a:noFill/>
        </p:spPr>
        <p:txBody>
          <a:bodyPr wrap="square" rtlCol="0">
            <a:spAutoFit/>
          </a:bodyPr>
          <a:lstStyle/>
          <a:p>
            <a:r>
              <a:rPr kumimoji="1" lang="en-US" altLang="ja-JP" dirty="0"/>
              <a:t>AN		</a:t>
            </a:r>
            <a:r>
              <a:rPr kumimoji="1" lang="ja-JP" altLang="en-US" dirty="0"/>
              <a:t>不純物注入による</a:t>
            </a:r>
            <a:r>
              <a:rPr kumimoji="1" lang="en-US" altLang="ja-JP" dirty="0"/>
              <a:t>N+</a:t>
            </a:r>
            <a:r>
              <a:rPr kumimoji="1" lang="ja-JP" altLang="en-US" dirty="0"/>
              <a:t>イオン領域と拡散層</a:t>
            </a:r>
            <a:endParaRPr kumimoji="1" lang="en-US" altLang="ja-JP" dirty="0"/>
          </a:p>
          <a:p>
            <a:r>
              <a:rPr kumimoji="1" lang="en-US" altLang="ja-JP" dirty="0"/>
              <a:t>GC		</a:t>
            </a:r>
            <a:r>
              <a:rPr kumimoji="1" lang="ja-JP" altLang="en-US" dirty="0"/>
              <a:t>ポリシリコン</a:t>
            </a:r>
            <a:endParaRPr kumimoji="1" lang="en-US" altLang="ja-JP" dirty="0"/>
          </a:p>
          <a:p>
            <a:endParaRPr kumimoji="1" lang="en-US" altLang="ja-JP" dirty="0"/>
          </a:p>
          <a:p>
            <a:r>
              <a:rPr kumimoji="1" lang="ja-JP" altLang="en-US" dirty="0"/>
              <a:t>レイアウトでは、</a:t>
            </a:r>
            <a:r>
              <a:rPr kumimoji="1" lang="en-US" altLang="ja-JP" dirty="0"/>
              <a:t>PW(P-well)</a:t>
            </a:r>
            <a:r>
              <a:rPr kumimoji="1" lang="ja-JP" altLang="en-US" dirty="0"/>
              <a:t>は描かれない</a:t>
            </a:r>
            <a:r>
              <a:rPr kumimoji="1" lang="en-US" altLang="ja-JP" dirty="0"/>
              <a:t> </a:t>
            </a:r>
            <a:endParaRPr kumimoji="1" lang="ja-JP" altLang="en-US" dirty="0"/>
          </a:p>
        </p:txBody>
      </p:sp>
      <p:cxnSp>
        <p:nvCxnSpPr>
          <p:cNvPr id="5" name="直線矢印コネクタ 4">
            <a:extLst>
              <a:ext uri="{FF2B5EF4-FFF2-40B4-BE49-F238E27FC236}">
                <a16:creationId xmlns:a16="http://schemas.microsoft.com/office/drawing/2014/main" id="{27F768FF-0730-F9B4-F19B-4B8F92DD6AAB}"/>
              </a:ext>
            </a:extLst>
          </p:cNvPr>
          <p:cNvCxnSpPr>
            <a:cxnSpLocks/>
          </p:cNvCxnSpPr>
          <p:nvPr/>
        </p:nvCxnSpPr>
        <p:spPr>
          <a:xfrm>
            <a:off x="2913827" y="3350250"/>
            <a:ext cx="787522" cy="0"/>
          </a:xfrm>
          <a:prstGeom prst="straightConnector1">
            <a:avLst/>
          </a:prstGeom>
          <a:ln w="3810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pic>
        <p:nvPicPr>
          <p:cNvPr id="12" name="図 11">
            <a:extLst>
              <a:ext uri="{FF2B5EF4-FFF2-40B4-BE49-F238E27FC236}">
                <a16:creationId xmlns:a16="http://schemas.microsoft.com/office/drawing/2014/main" id="{C9559CC5-9A5E-E84B-6C71-A9BF3CD3A2DD}"/>
              </a:ext>
            </a:extLst>
          </p:cNvPr>
          <p:cNvPicPr>
            <a:picLocks noChangeAspect="1"/>
          </p:cNvPicPr>
          <p:nvPr/>
        </p:nvPicPr>
        <p:blipFill>
          <a:blip r:embed="rId3"/>
          <a:stretch>
            <a:fillRect/>
          </a:stretch>
        </p:blipFill>
        <p:spPr>
          <a:xfrm>
            <a:off x="7714248" y="0"/>
            <a:ext cx="3681766" cy="5160767"/>
          </a:xfrm>
          <a:prstGeom prst="rect">
            <a:avLst/>
          </a:prstGeom>
        </p:spPr>
      </p:pic>
      <p:pic>
        <p:nvPicPr>
          <p:cNvPr id="9" name="図 8">
            <a:extLst>
              <a:ext uri="{FF2B5EF4-FFF2-40B4-BE49-F238E27FC236}">
                <a16:creationId xmlns:a16="http://schemas.microsoft.com/office/drawing/2014/main" id="{2B82C3CE-8AB6-9B2A-37EC-4FACA0DFCDC3}"/>
              </a:ext>
            </a:extLst>
          </p:cNvPr>
          <p:cNvPicPr>
            <a:picLocks noChangeAspect="1"/>
          </p:cNvPicPr>
          <p:nvPr/>
        </p:nvPicPr>
        <p:blipFill>
          <a:blip r:embed="rId4"/>
          <a:srcRect l="16347" t="18765" b="47420"/>
          <a:stretch>
            <a:fillRect/>
          </a:stretch>
        </p:blipFill>
        <p:spPr>
          <a:xfrm>
            <a:off x="8630489" y="5100291"/>
            <a:ext cx="2003634" cy="1452541"/>
          </a:xfrm>
          <a:prstGeom prst="rect">
            <a:avLst/>
          </a:prstGeom>
        </p:spPr>
      </p:pic>
      <p:sp>
        <p:nvSpPr>
          <p:cNvPr id="10" name="正方形/長方形 9">
            <a:extLst>
              <a:ext uri="{FF2B5EF4-FFF2-40B4-BE49-F238E27FC236}">
                <a16:creationId xmlns:a16="http://schemas.microsoft.com/office/drawing/2014/main" id="{298475F4-1C5F-7574-034D-438AE349B983}"/>
              </a:ext>
            </a:extLst>
          </p:cNvPr>
          <p:cNvSpPr/>
          <p:nvPr/>
        </p:nvSpPr>
        <p:spPr>
          <a:xfrm>
            <a:off x="0" y="6600037"/>
            <a:ext cx="3213463" cy="223317"/>
          </a:xfrm>
          <a:prstGeom prst="rect">
            <a:avLst/>
          </a:prstGeom>
          <a:solidFill>
            <a:srgbClr val="323232"/>
          </a:solidFill>
          <a:ln w="12700" cap="flat" cmpd="sng" algn="ctr">
            <a:noFill/>
            <a:prstDash val="solid"/>
            <a:miter lim="800000"/>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1" lang="en-US" altLang="ja-JP"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rPr>
              <a:t>OpenSUSI-TR10</a:t>
            </a:r>
            <a:endParaRPr kumimoji="1" lang="ja-JP" altLang="en-US"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endParaRPr>
          </a:p>
        </p:txBody>
      </p:sp>
    </p:spTree>
    <p:extLst>
      <p:ext uri="{BB962C8B-B14F-4D97-AF65-F5344CB8AC3E}">
        <p14:creationId xmlns:p14="http://schemas.microsoft.com/office/powerpoint/2010/main" val="13208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図 4">
            <a:extLst>
              <a:ext uri="{FF2B5EF4-FFF2-40B4-BE49-F238E27FC236}">
                <a16:creationId xmlns:a16="http://schemas.microsoft.com/office/drawing/2014/main" id="{3705871D-25D9-9371-2DE6-D4F1272F7C71}"/>
              </a:ext>
            </a:extLst>
          </p:cNvPr>
          <p:cNvPicPr>
            <a:picLocks noChangeAspect="1"/>
          </p:cNvPicPr>
          <p:nvPr/>
        </p:nvPicPr>
        <p:blipFill>
          <a:blip r:embed="rId2"/>
          <a:srcRect l="50066"/>
          <a:stretch>
            <a:fillRect/>
          </a:stretch>
        </p:blipFill>
        <p:spPr>
          <a:xfrm>
            <a:off x="535276" y="1660281"/>
            <a:ext cx="5815218" cy="4117895"/>
          </a:xfrm>
          <a:prstGeom prst="rect">
            <a:avLst/>
          </a:prstGeom>
        </p:spPr>
      </p:pic>
      <p:sp>
        <p:nvSpPr>
          <p:cNvPr id="7" name="タイトル 6">
            <a:extLst>
              <a:ext uri="{FF2B5EF4-FFF2-40B4-BE49-F238E27FC236}">
                <a16:creationId xmlns:a16="http://schemas.microsoft.com/office/drawing/2014/main" id="{756602D8-389F-0F46-C637-1202C361C557}"/>
              </a:ext>
            </a:extLst>
          </p:cNvPr>
          <p:cNvSpPr>
            <a:spLocks noGrp="1"/>
          </p:cNvSpPr>
          <p:nvPr>
            <p:ph type="title"/>
          </p:nvPr>
        </p:nvSpPr>
        <p:spPr/>
        <p:txBody>
          <a:bodyPr/>
          <a:lstStyle/>
          <a:p>
            <a:r>
              <a:rPr lang="ja-JP" altLang="en-US" dirty="0"/>
              <a:t>プレーナ型</a:t>
            </a:r>
            <a:r>
              <a:rPr lang="en-US" altLang="ja-JP" dirty="0"/>
              <a:t>NMOS</a:t>
            </a:r>
            <a:endParaRPr lang="ja-JP" altLang="en-US" dirty="0"/>
          </a:p>
        </p:txBody>
      </p:sp>
      <p:sp>
        <p:nvSpPr>
          <p:cNvPr id="4" name="日付プレースホルダー 3">
            <a:extLst>
              <a:ext uri="{FF2B5EF4-FFF2-40B4-BE49-F238E27FC236}">
                <a16:creationId xmlns:a16="http://schemas.microsoft.com/office/drawing/2014/main" id="{E9DD6A27-6BEB-6E88-1C52-8261373D63CA}"/>
              </a:ext>
            </a:extLst>
          </p:cNvPr>
          <p:cNvSpPr>
            <a:spLocks noGrp="1"/>
          </p:cNvSpPr>
          <p:nvPr>
            <p:ph type="dt" sz="half" idx="10"/>
          </p:nvPr>
        </p:nvSpPr>
        <p:spPr/>
        <p:txBody>
          <a:bodyPr/>
          <a:lstStyle/>
          <a:p>
            <a:fld id="{98554BCD-4603-4EDE-A06E-405E941F3AF4}"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8FAF24E1-5BB3-1914-E0BE-40394558200F}"/>
              </a:ext>
            </a:extLst>
          </p:cNvPr>
          <p:cNvSpPr>
            <a:spLocks noGrp="1"/>
          </p:cNvSpPr>
          <p:nvPr>
            <p:ph type="sldNum" sz="quarter" idx="12"/>
          </p:nvPr>
        </p:nvSpPr>
        <p:spPr>
          <a:prstGeom prst="rect">
            <a:avLst/>
          </a:prstGeom>
        </p:spPr>
        <p:txBody>
          <a:bodyPr vert="horz" lIns="91440" tIns="45720" rIns="91440" bIns="45720" rtlCol="0" anchor="ctr"/>
          <a:lstStyle>
            <a:defPPr>
              <a:defRPr lang="en-US"/>
            </a:defPPr>
            <a:lvl1pPr marL="0" algn="ctr" defTabSz="457200" rtl="0" eaLnBrk="1" latinLnBrk="0" hangingPunct="1">
              <a:defRPr sz="1200" b="1"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66E89953-8AEA-4BDF-A508-664B12926AB4}" type="slidenum">
              <a:rPr kumimoji="1" lang="ja-JP" altLang="en-US" sz="1400" smtClean="0">
                <a:latin typeface="Meiryo UI" panose="020B0604030504040204" pitchFamily="50" charset="-128"/>
                <a:ea typeface="Meiryo UI" panose="020B0604030504040204" pitchFamily="50" charset="-128"/>
              </a:rPr>
              <a:pPr/>
              <a:t>80</a:t>
            </a:fld>
            <a:endParaRPr kumimoji="1" lang="ja-JP" altLang="en-US" dirty="0">
              <a:latin typeface="Meiryo UI" panose="020B0604030504040204" pitchFamily="50" charset="-128"/>
              <a:ea typeface="Meiryo UI" panose="020B0604030504040204" pitchFamily="50" charset="-128"/>
            </a:endParaRPr>
          </a:p>
        </p:txBody>
      </p:sp>
      <p:sp>
        <p:nvSpPr>
          <p:cNvPr id="2" name="楕円 1">
            <a:extLst>
              <a:ext uri="{FF2B5EF4-FFF2-40B4-BE49-F238E27FC236}">
                <a16:creationId xmlns:a16="http://schemas.microsoft.com/office/drawing/2014/main" id="{64AE85C6-2D4F-5D53-2AE1-8C55ABDC2D0D}"/>
              </a:ext>
            </a:extLst>
          </p:cNvPr>
          <p:cNvSpPr/>
          <p:nvPr/>
        </p:nvSpPr>
        <p:spPr>
          <a:xfrm>
            <a:off x="2533194" y="2906977"/>
            <a:ext cx="1194408" cy="438144"/>
          </a:xfrm>
          <a:prstGeom prst="ellipse">
            <a:avLst/>
          </a:prstGeom>
          <a:noFill/>
          <a:ln w="2857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0CCCEEBA-FC07-829C-8664-07D684108B8F}"/>
              </a:ext>
            </a:extLst>
          </p:cNvPr>
          <p:cNvSpPr txBox="1"/>
          <p:nvPr/>
        </p:nvSpPr>
        <p:spPr>
          <a:xfrm>
            <a:off x="1237813" y="3777755"/>
            <a:ext cx="4172242" cy="646331"/>
          </a:xfrm>
          <a:prstGeom prst="rect">
            <a:avLst/>
          </a:prstGeom>
          <a:solidFill>
            <a:schemeClr val="bg1"/>
          </a:solidFill>
        </p:spPr>
        <p:txBody>
          <a:bodyPr wrap="square" rtlCol="0">
            <a:spAutoFit/>
          </a:bodyPr>
          <a:lstStyle/>
          <a:p>
            <a:pPr algn="ctr"/>
            <a:r>
              <a:rPr kumimoji="1" lang="en-US" altLang="ja-JP" dirty="0"/>
              <a:t>poly</a:t>
            </a:r>
            <a:r>
              <a:rPr kumimoji="1" lang="ja-JP" altLang="en-US" dirty="0"/>
              <a:t>と</a:t>
            </a:r>
            <a:r>
              <a:rPr kumimoji="1" lang="en-US" altLang="ja-JP" dirty="0"/>
              <a:t>diff</a:t>
            </a:r>
            <a:r>
              <a:rPr kumimoji="1" lang="ja-JP" altLang="en-US" dirty="0"/>
              <a:t>が</a:t>
            </a:r>
            <a:r>
              <a:rPr kumimoji="1" lang="ja-JP" altLang="en-US" dirty="0">
                <a:solidFill>
                  <a:schemeClr val="accent1"/>
                </a:solidFill>
              </a:rPr>
              <a:t>絶縁層を挟んで</a:t>
            </a:r>
            <a:r>
              <a:rPr kumimoji="1" lang="ja-JP" altLang="en-US" dirty="0"/>
              <a:t>重なった</a:t>
            </a:r>
            <a:br>
              <a:rPr kumimoji="1" lang="en-US" altLang="ja-JP" dirty="0"/>
            </a:br>
            <a:r>
              <a:rPr kumimoji="1" lang="ja-JP" altLang="en-US" dirty="0"/>
              <a:t>部分がトランジスタ</a:t>
            </a:r>
          </a:p>
        </p:txBody>
      </p:sp>
      <p:cxnSp>
        <p:nvCxnSpPr>
          <p:cNvPr id="10" name="直線矢印コネクタ 9">
            <a:extLst>
              <a:ext uri="{FF2B5EF4-FFF2-40B4-BE49-F238E27FC236}">
                <a16:creationId xmlns:a16="http://schemas.microsoft.com/office/drawing/2014/main" id="{D8804EB5-8C5D-759F-E165-EC71D4465DA4}"/>
              </a:ext>
            </a:extLst>
          </p:cNvPr>
          <p:cNvCxnSpPr/>
          <p:nvPr/>
        </p:nvCxnSpPr>
        <p:spPr>
          <a:xfrm>
            <a:off x="9134475" y="4146852"/>
            <a:ext cx="476250"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4" name="直線矢印コネクタ 13">
            <a:extLst>
              <a:ext uri="{FF2B5EF4-FFF2-40B4-BE49-F238E27FC236}">
                <a16:creationId xmlns:a16="http://schemas.microsoft.com/office/drawing/2014/main" id="{0AB50C49-F585-6B2E-5049-D42F601E5058}"/>
              </a:ext>
            </a:extLst>
          </p:cNvPr>
          <p:cNvCxnSpPr>
            <a:cxnSpLocks/>
          </p:cNvCxnSpPr>
          <p:nvPr/>
        </p:nvCxnSpPr>
        <p:spPr>
          <a:xfrm>
            <a:off x="9365942" y="2882283"/>
            <a:ext cx="0" cy="2725445"/>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6" name="テキスト ボックス 15">
                <a:extLst>
                  <a:ext uri="{FF2B5EF4-FFF2-40B4-BE49-F238E27FC236}">
                    <a16:creationId xmlns:a16="http://schemas.microsoft.com/office/drawing/2014/main" id="{8C91DDC9-53EC-4492-28D2-B1AF94E8B63E}"/>
                  </a:ext>
                </a:extLst>
              </p:cNvPr>
              <p:cNvSpPr txBox="1"/>
              <p:nvPr/>
            </p:nvSpPr>
            <p:spPr>
              <a:xfrm>
                <a:off x="9661117" y="4008352"/>
                <a:ext cx="810286" cy="553998"/>
              </a:xfrm>
              <a:prstGeom prst="rect">
                <a:avLst/>
              </a:prstGeom>
              <a:noFill/>
            </p:spPr>
            <p:txBody>
              <a:bodyPr wrap="none" lIns="0" tIns="0" rIns="0" bIns="0" rtlCol="0">
                <a:spAutoFit/>
              </a:bodyPr>
              <a:lstStyle/>
              <a:p>
                <a:pPr/>
                <a14:m>
                  <m:oMathPara xmlns:m="http://schemas.openxmlformats.org/officeDocument/2006/math">
                    <m:oMath>
                      <m:r>
                        <a:rPr kumimoji="1" lang="en-US" altLang="ja-JP" b="0" i="1" smtClean="0">
                          <a:solidFill>
                            <a:schemeClr val="bg1"/>
                          </a:solidFill>
                          <a:latin typeface="Cambria Math" panose="02040503050406030204" pitchFamily="18" charset="0"/>
                        </a:rPr>
                        <m:t>𝐿</m:t>
                      </m:r>
                    </m:oMath>
                    <m:oMath>
                      <m:r>
                        <a:rPr kumimoji="1" lang="en-US" altLang="ja-JP" b="0" i="1" smtClean="0">
                          <a:solidFill>
                            <a:schemeClr val="bg1"/>
                          </a:solidFill>
                          <a:latin typeface="Cambria Math" panose="02040503050406030204" pitchFamily="18" charset="0"/>
                        </a:rPr>
                        <m:t>0.18</m:t>
                      </m:r>
                      <m:r>
                        <m:rPr>
                          <m:sty m:val="p"/>
                        </m:rPr>
                        <a:rPr kumimoji="1" lang="en-US" altLang="ja-JP" i="1">
                          <a:solidFill>
                            <a:schemeClr val="bg1"/>
                          </a:solidFill>
                          <a:latin typeface="Cambria Math" panose="02040503050406030204" pitchFamily="18" charset="0"/>
                        </a:rPr>
                        <m:t>μ</m:t>
                      </m:r>
                      <m:r>
                        <a:rPr kumimoji="1" lang="en-US" altLang="ja-JP" b="0" i="1" smtClean="0">
                          <a:solidFill>
                            <a:schemeClr val="bg1"/>
                          </a:solidFill>
                          <a:latin typeface="Cambria Math" panose="02040503050406030204" pitchFamily="18" charset="0"/>
                        </a:rPr>
                        <m:t>𝑚</m:t>
                      </m:r>
                    </m:oMath>
                  </m:oMathPara>
                </a14:m>
                <a:endParaRPr kumimoji="1" lang="ja-JP" altLang="en-US" dirty="0">
                  <a:solidFill>
                    <a:schemeClr val="bg1"/>
                  </a:solidFill>
                </a:endParaRPr>
              </a:p>
            </p:txBody>
          </p:sp>
        </mc:Choice>
        <mc:Fallback xmlns="">
          <p:sp>
            <p:nvSpPr>
              <p:cNvPr id="16" name="テキスト ボックス 15">
                <a:extLst>
                  <a:ext uri="{FF2B5EF4-FFF2-40B4-BE49-F238E27FC236}">
                    <a16:creationId xmlns:a16="http://schemas.microsoft.com/office/drawing/2014/main" id="{8C91DDC9-53EC-4492-28D2-B1AF94E8B63E}"/>
                  </a:ext>
                </a:extLst>
              </p:cNvPr>
              <p:cNvSpPr txBox="1">
                <a:spLocks noRot="1" noChangeAspect="1" noMove="1" noResize="1" noEditPoints="1" noAdjustHandles="1" noChangeArrowheads="1" noChangeShapeType="1" noTextEdit="1"/>
              </p:cNvSpPr>
              <p:nvPr/>
            </p:nvSpPr>
            <p:spPr>
              <a:xfrm>
                <a:off x="9661117" y="4008352"/>
                <a:ext cx="810286" cy="553998"/>
              </a:xfrm>
              <a:prstGeom prst="rect">
                <a:avLst/>
              </a:prstGeom>
              <a:blipFill>
                <a:blip r:embed="rId5"/>
                <a:stretch>
                  <a:fillRect l="-6767" r="-3759" b="-13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7959D6FA-2A6C-61E1-3170-5329E8643DC7}"/>
                  </a:ext>
                </a:extLst>
              </p:cNvPr>
              <p:cNvSpPr txBox="1"/>
              <p:nvPr/>
            </p:nvSpPr>
            <p:spPr>
              <a:xfrm>
                <a:off x="9031577" y="5642031"/>
                <a:ext cx="682046" cy="553998"/>
              </a:xfrm>
              <a:prstGeom prst="rect">
                <a:avLst/>
              </a:prstGeom>
              <a:noFill/>
            </p:spPr>
            <p:txBody>
              <a:bodyPr wrap="none" lIns="0" tIns="0" rIns="0" bIns="0" rtlCol="0">
                <a:spAutoFit/>
              </a:bodyPr>
              <a:lstStyle/>
              <a:p>
                <a:pPr algn="ctr"/>
                <a14:m>
                  <m:oMathPara xmlns:m="http://schemas.openxmlformats.org/officeDocument/2006/math">
                    <m:oMath>
                      <m:r>
                        <a:rPr kumimoji="1" lang="en-US" altLang="ja-JP" b="0" i="1" smtClean="0">
                          <a:solidFill>
                            <a:schemeClr val="bg1"/>
                          </a:solidFill>
                          <a:latin typeface="Cambria Math" panose="02040503050406030204" pitchFamily="18" charset="0"/>
                        </a:rPr>
                        <m:t>𝑊</m:t>
                      </m:r>
                    </m:oMath>
                  </m:oMathPara>
                </a14:m>
                <a:endParaRPr kumimoji="1" lang="en-US" altLang="ja-JP" b="0" i="1" dirty="0">
                  <a:solidFill>
                    <a:schemeClr val="bg1"/>
                  </a:solidFill>
                  <a:latin typeface="Cambria Math" panose="02040503050406030204" pitchFamily="18" charset="0"/>
                </a:endParaRPr>
              </a:p>
              <a:p>
                <a:pPr algn="ctr"/>
                <a14:m>
                  <m:oMathPara xmlns:m="http://schemas.openxmlformats.org/officeDocument/2006/math">
                    <m:oMath>
                      <m:r>
                        <a:rPr kumimoji="1" lang="en-US" altLang="ja-JP" b="0" i="1" smtClean="0">
                          <a:solidFill>
                            <a:schemeClr val="bg1"/>
                          </a:solidFill>
                          <a:latin typeface="Cambria Math" panose="02040503050406030204" pitchFamily="18" charset="0"/>
                        </a:rPr>
                        <m:t>1.0</m:t>
                      </m:r>
                      <m:r>
                        <m:rPr>
                          <m:sty m:val="p"/>
                        </m:rPr>
                        <a:rPr kumimoji="1" lang="en-US" altLang="ja-JP" i="1">
                          <a:solidFill>
                            <a:schemeClr val="bg1"/>
                          </a:solidFill>
                          <a:latin typeface="Cambria Math" panose="02040503050406030204" pitchFamily="18" charset="0"/>
                        </a:rPr>
                        <m:t>μ</m:t>
                      </m:r>
                      <m:r>
                        <a:rPr kumimoji="1" lang="en-US" altLang="ja-JP" b="0" i="1" smtClean="0">
                          <a:solidFill>
                            <a:schemeClr val="bg1"/>
                          </a:solidFill>
                          <a:latin typeface="Cambria Math" panose="02040503050406030204" pitchFamily="18" charset="0"/>
                        </a:rPr>
                        <m:t>𝑚</m:t>
                      </m:r>
                    </m:oMath>
                  </m:oMathPara>
                </a14:m>
                <a:endParaRPr kumimoji="1" lang="ja-JP" altLang="en-US" dirty="0">
                  <a:solidFill>
                    <a:schemeClr val="bg1"/>
                  </a:solidFill>
                </a:endParaRPr>
              </a:p>
            </p:txBody>
          </p:sp>
        </mc:Choice>
        <mc:Fallback xmlns="">
          <p:sp>
            <p:nvSpPr>
              <p:cNvPr id="18" name="テキスト ボックス 17">
                <a:extLst>
                  <a:ext uri="{FF2B5EF4-FFF2-40B4-BE49-F238E27FC236}">
                    <a16:creationId xmlns:a16="http://schemas.microsoft.com/office/drawing/2014/main" id="{7959D6FA-2A6C-61E1-3170-5329E8643DC7}"/>
                  </a:ext>
                </a:extLst>
              </p:cNvPr>
              <p:cNvSpPr txBox="1">
                <a:spLocks noRot="1" noChangeAspect="1" noMove="1" noResize="1" noEditPoints="1" noAdjustHandles="1" noChangeArrowheads="1" noChangeShapeType="1" noTextEdit="1"/>
              </p:cNvSpPr>
              <p:nvPr/>
            </p:nvSpPr>
            <p:spPr>
              <a:xfrm>
                <a:off x="9031577" y="5642031"/>
                <a:ext cx="682046" cy="553998"/>
              </a:xfrm>
              <a:prstGeom prst="rect">
                <a:avLst/>
              </a:prstGeom>
              <a:blipFill>
                <a:blip r:embed="rId6"/>
                <a:stretch>
                  <a:fillRect l="-11712" r="-901" b="-13333"/>
                </a:stretch>
              </a:blipFill>
            </p:spPr>
            <p:txBody>
              <a:bodyPr/>
              <a:lstStyle/>
              <a:p>
                <a:r>
                  <a:rPr lang="ja-JP" altLang="en-US">
                    <a:noFill/>
                  </a:rPr>
                  <a:t> </a:t>
                </a:r>
              </a:p>
            </p:txBody>
          </p:sp>
        </mc:Fallback>
      </mc:AlternateContent>
      <p:sp>
        <p:nvSpPr>
          <p:cNvPr id="3" name="テキスト ボックス 2">
            <a:extLst>
              <a:ext uri="{FF2B5EF4-FFF2-40B4-BE49-F238E27FC236}">
                <a16:creationId xmlns:a16="http://schemas.microsoft.com/office/drawing/2014/main" id="{40F9D621-65A0-8CD9-6DA1-32A521171CE1}"/>
              </a:ext>
            </a:extLst>
          </p:cNvPr>
          <p:cNvSpPr txBox="1"/>
          <p:nvPr/>
        </p:nvSpPr>
        <p:spPr>
          <a:xfrm>
            <a:off x="573802" y="4776731"/>
            <a:ext cx="5784271" cy="830997"/>
          </a:xfrm>
          <a:prstGeom prst="rect">
            <a:avLst/>
          </a:prstGeom>
          <a:noFill/>
        </p:spPr>
        <p:txBody>
          <a:bodyPr wrap="square" rtlCol="0">
            <a:spAutoFit/>
          </a:bodyPr>
          <a:lstStyle/>
          <a:p>
            <a:pPr algn="ctr"/>
            <a:r>
              <a:rPr kumimoji="1" lang="ja-JP" altLang="en-US" sz="2400" b="1" dirty="0">
                <a:solidFill>
                  <a:srgbClr val="FF0000"/>
                </a:solidFill>
              </a:rPr>
              <a:t>電流が流れる方向を基準として</a:t>
            </a:r>
            <a:br>
              <a:rPr kumimoji="1" lang="en-US" altLang="ja-JP" sz="2400" b="1" dirty="0">
                <a:solidFill>
                  <a:srgbClr val="FF0000"/>
                </a:solidFill>
              </a:rPr>
            </a:br>
            <a:r>
              <a:rPr kumimoji="1" lang="en-US" altLang="ja-JP" sz="2400" b="1" dirty="0">
                <a:solidFill>
                  <a:srgbClr val="FF0000"/>
                </a:solidFill>
              </a:rPr>
              <a:t>L</a:t>
            </a:r>
            <a:r>
              <a:rPr kumimoji="1" lang="ja-JP" altLang="en-US" sz="2400" b="1" dirty="0">
                <a:solidFill>
                  <a:srgbClr val="FF0000"/>
                </a:solidFill>
              </a:rPr>
              <a:t>と</a:t>
            </a:r>
            <a:r>
              <a:rPr kumimoji="1" lang="en-US" altLang="ja-JP" sz="2400" b="1" dirty="0">
                <a:solidFill>
                  <a:srgbClr val="FF0000"/>
                </a:solidFill>
              </a:rPr>
              <a:t>W</a:t>
            </a:r>
            <a:r>
              <a:rPr kumimoji="1" lang="ja-JP" altLang="en-US" sz="2400" b="1" dirty="0">
                <a:solidFill>
                  <a:srgbClr val="FF0000"/>
                </a:solidFill>
              </a:rPr>
              <a:t>の方向が定まる</a:t>
            </a:r>
          </a:p>
        </p:txBody>
      </p:sp>
      <p:pic>
        <p:nvPicPr>
          <p:cNvPr id="12" name="図 11">
            <a:extLst>
              <a:ext uri="{FF2B5EF4-FFF2-40B4-BE49-F238E27FC236}">
                <a16:creationId xmlns:a16="http://schemas.microsoft.com/office/drawing/2014/main" id="{8889D1D2-476D-6E93-55B7-407AD11DC874}"/>
              </a:ext>
            </a:extLst>
          </p:cNvPr>
          <p:cNvPicPr>
            <a:picLocks noChangeAspect="1"/>
          </p:cNvPicPr>
          <p:nvPr/>
        </p:nvPicPr>
        <p:blipFill>
          <a:blip r:embed="rId7"/>
          <a:stretch>
            <a:fillRect/>
          </a:stretch>
        </p:blipFill>
        <p:spPr>
          <a:xfrm>
            <a:off x="7946653" y="1821337"/>
            <a:ext cx="3015797" cy="4156543"/>
          </a:xfrm>
          <a:prstGeom prst="rect">
            <a:avLst/>
          </a:prstGeom>
        </p:spPr>
      </p:pic>
      <p:cxnSp>
        <p:nvCxnSpPr>
          <p:cNvPr id="15" name="直線矢印コネクタ 14">
            <a:extLst>
              <a:ext uri="{FF2B5EF4-FFF2-40B4-BE49-F238E27FC236}">
                <a16:creationId xmlns:a16="http://schemas.microsoft.com/office/drawing/2014/main" id="{99B683E7-1E00-5B3A-B802-4ADAF79FA34C}"/>
              </a:ext>
            </a:extLst>
          </p:cNvPr>
          <p:cNvCxnSpPr>
            <a:cxnSpLocks/>
          </p:cNvCxnSpPr>
          <p:nvPr/>
        </p:nvCxnSpPr>
        <p:spPr>
          <a:xfrm>
            <a:off x="9219349" y="3951041"/>
            <a:ext cx="383106" cy="0"/>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直線矢印コネクタ 16">
            <a:extLst>
              <a:ext uri="{FF2B5EF4-FFF2-40B4-BE49-F238E27FC236}">
                <a16:creationId xmlns:a16="http://schemas.microsoft.com/office/drawing/2014/main" id="{4FF28784-3A9F-FCAC-4318-B8451AA8C587}"/>
              </a:ext>
            </a:extLst>
          </p:cNvPr>
          <p:cNvCxnSpPr>
            <a:cxnSpLocks/>
          </p:cNvCxnSpPr>
          <p:nvPr/>
        </p:nvCxnSpPr>
        <p:spPr>
          <a:xfrm>
            <a:off x="9406806" y="2393448"/>
            <a:ext cx="0" cy="2977912"/>
          </a:xfrm>
          <a:prstGeom prst="straightConnector1">
            <a:avLst/>
          </a:prstGeom>
          <a:ln>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9" name="テキスト ボックス 18">
                <a:extLst>
                  <a:ext uri="{FF2B5EF4-FFF2-40B4-BE49-F238E27FC236}">
                    <a16:creationId xmlns:a16="http://schemas.microsoft.com/office/drawing/2014/main" id="{7CC975AE-DA4E-1FC4-4175-57CAAE183D08}"/>
                  </a:ext>
                </a:extLst>
              </p:cNvPr>
              <p:cNvSpPr txBox="1"/>
              <p:nvPr/>
            </p:nvSpPr>
            <p:spPr>
              <a:xfrm>
                <a:off x="9701981" y="3812541"/>
                <a:ext cx="524118" cy="277064"/>
              </a:xfrm>
              <a:prstGeom prst="rect">
                <a:avLst/>
              </a:prstGeom>
              <a:noFill/>
            </p:spPr>
            <p:txBody>
              <a:bodyPr wrap="none" lIns="0" tIns="0" rIns="0" bIns="0" rtlCol="0">
                <a:spAutoFit/>
              </a:bodyPr>
              <a:lstStyle/>
              <a:p>
                <a:pPr/>
                <a14:m>
                  <m:oMathPara xmlns:m="http://schemas.openxmlformats.org/officeDocument/2006/math">
                    <m:oMath>
                      <m:r>
                        <a:rPr kumimoji="1" lang="en-US" altLang="ja-JP" b="0" i="1" smtClean="0">
                          <a:solidFill>
                            <a:schemeClr val="bg1"/>
                          </a:solidFill>
                          <a:latin typeface="Cambria Math" panose="02040503050406030204" pitchFamily="18" charset="0"/>
                        </a:rPr>
                        <m:t>𝐿</m:t>
                      </m:r>
                    </m:oMath>
                  </m:oMathPara>
                </a14:m>
                <a:br>
                  <a:rPr kumimoji="1" lang="en-US" altLang="ja-JP" b="0" i="1" dirty="0">
                    <a:solidFill>
                      <a:schemeClr val="bg1"/>
                    </a:solidFill>
                    <a:latin typeface="Cambria Math" panose="02040503050406030204" pitchFamily="18" charset="0"/>
                  </a:rPr>
                </a:br>
                <a:endParaRPr kumimoji="1" lang="ja-JP" altLang="en-US" dirty="0">
                  <a:solidFill>
                    <a:schemeClr val="bg1"/>
                  </a:solidFill>
                </a:endParaRPr>
              </a:p>
            </p:txBody>
          </p:sp>
        </mc:Choice>
        <mc:Fallback xmlns="">
          <p:sp>
            <p:nvSpPr>
              <p:cNvPr id="19" name="テキスト ボックス 18">
                <a:extLst>
                  <a:ext uri="{FF2B5EF4-FFF2-40B4-BE49-F238E27FC236}">
                    <a16:creationId xmlns:a16="http://schemas.microsoft.com/office/drawing/2014/main" id="{7CC975AE-DA4E-1FC4-4175-57CAAE183D08}"/>
                  </a:ext>
                </a:extLst>
              </p:cNvPr>
              <p:cNvSpPr txBox="1">
                <a:spLocks noRot="1" noChangeAspect="1" noMove="1" noResize="1" noEditPoints="1" noAdjustHandles="1" noChangeArrowheads="1" noChangeShapeType="1" noTextEdit="1"/>
              </p:cNvSpPr>
              <p:nvPr/>
            </p:nvSpPr>
            <p:spPr>
              <a:xfrm>
                <a:off x="9701981" y="3812541"/>
                <a:ext cx="524118" cy="277064"/>
              </a:xfrm>
              <a:prstGeom prst="rect">
                <a:avLst/>
              </a:prstGeom>
              <a:blipFill>
                <a:blip r:embed="rId8"/>
                <a:stretch>
                  <a:fillRect b="-869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0" name="テキスト ボックス 19">
                <a:extLst>
                  <a:ext uri="{FF2B5EF4-FFF2-40B4-BE49-F238E27FC236}">
                    <a16:creationId xmlns:a16="http://schemas.microsoft.com/office/drawing/2014/main" id="{7075F9EE-0BE5-14F8-FBC2-979D0AFF319F}"/>
                  </a:ext>
                </a:extLst>
              </p:cNvPr>
              <p:cNvSpPr txBox="1"/>
              <p:nvPr/>
            </p:nvSpPr>
            <p:spPr>
              <a:xfrm>
                <a:off x="9273490" y="5446220"/>
                <a:ext cx="279948" cy="276999"/>
              </a:xfrm>
              <a:prstGeom prst="rect">
                <a:avLst/>
              </a:prstGeom>
              <a:noFill/>
            </p:spPr>
            <p:txBody>
              <a:bodyPr wrap="none" lIns="0" tIns="0" rIns="0" bIns="0" rtlCol="0">
                <a:spAutoFit/>
              </a:bodyPr>
              <a:lstStyle/>
              <a:p>
                <a:pPr algn="ctr"/>
                <a14:m>
                  <m:oMathPara xmlns:m="http://schemas.openxmlformats.org/officeDocument/2006/math">
                    <m:oMath>
                      <m:r>
                        <a:rPr kumimoji="1" lang="en-US" altLang="ja-JP" b="0" i="1" smtClean="0">
                          <a:solidFill>
                            <a:schemeClr val="bg1"/>
                          </a:solidFill>
                          <a:latin typeface="Cambria Math" panose="02040503050406030204" pitchFamily="18" charset="0"/>
                        </a:rPr>
                        <m:t>𝑊</m:t>
                      </m:r>
                    </m:oMath>
                  </m:oMathPara>
                </a14:m>
                <a:endParaRPr kumimoji="1" lang="en-US" altLang="ja-JP" b="0" i="1" dirty="0">
                  <a:solidFill>
                    <a:schemeClr val="bg1"/>
                  </a:solidFill>
                  <a:latin typeface="Cambria Math" panose="02040503050406030204" pitchFamily="18" charset="0"/>
                </a:endParaRPr>
              </a:p>
            </p:txBody>
          </p:sp>
        </mc:Choice>
        <mc:Fallback xmlns="">
          <p:sp>
            <p:nvSpPr>
              <p:cNvPr id="20" name="テキスト ボックス 19">
                <a:extLst>
                  <a:ext uri="{FF2B5EF4-FFF2-40B4-BE49-F238E27FC236}">
                    <a16:creationId xmlns:a16="http://schemas.microsoft.com/office/drawing/2014/main" id="{7075F9EE-0BE5-14F8-FBC2-979D0AFF319F}"/>
                  </a:ext>
                </a:extLst>
              </p:cNvPr>
              <p:cNvSpPr txBox="1">
                <a:spLocks noRot="1" noChangeAspect="1" noMove="1" noResize="1" noEditPoints="1" noAdjustHandles="1" noChangeArrowheads="1" noChangeShapeType="1" noTextEdit="1"/>
              </p:cNvSpPr>
              <p:nvPr/>
            </p:nvSpPr>
            <p:spPr>
              <a:xfrm>
                <a:off x="9273490" y="5446220"/>
                <a:ext cx="279948" cy="276999"/>
              </a:xfrm>
              <a:prstGeom prst="rect">
                <a:avLst/>
              </a:prstGeom>
              <a:blipFill>
                <a:blip r:embed="rId9"/>
                <a:stretch>
                  <a:fillRect l="-28261" r="-8696" b="-8696"/>
                </a:stretch>
              </a:blipFill>
            </p:spPr>
            <p:txBody>
              <a:bodyPr/>
              <a:lstStyle/>
              <a:p>
                <a:r>
                  <a:rPr lang="ja-JP" altLang="en-US">
                    <a:noFill/>
                  </a:rPr>
                  <a:t> </a:t>
                </a:r>
              </a:p>
            </p:txBody>
          </p:sp>
        </mc:Fallback>
      </mc:AlternateContent>
      <p:sp>
        <p:nvSpPr>
          <p:cNvPr id="21" name="矢印: 左右 20">
            <a:extLst>
              <a:ext uri="{FF2B5EF4-FFF2-40B4-BE49-F238E27FC236}">
                <a16:creationId xmlns:a16="http://schemas.microsoft.com/office/drawing/2014/main" id="{68C3969B-0480-C2AE-8DAC-0436C7C797D2}"/>
              </a:ext>
            </a:extLst>
          </p:cNvPr>
          <p:cNvSpPr/>
          <p:nvPr/>
        </p:nvSpPr>
        <p:spPr>
          <a:xfrm>
            <a:off x="8218631" y="3069101"/>
            <a:ext cx="2430250" cy="337616"/>
          </a:xfrm>
          <a:prstGeom prst="leftRightArrow">
            <a:avLst/>
          </a:prstGeom>
          <a:solidFill>
            <a:srgbClr val="00B0F0"/>
          </a:solidFill>
          <a:ln>
            <a:solidFill>
              <a:srgbClr val="0070C0"/>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11" name="正方形/長方形 10">
            <a:extLst>
              <a:ext uri="{FF2B5EF4-FFF2-40B4-BE49-F238E27FC236}">
                <a16:creationId xmlns:a16="http://schemas.microsoft.com/office/drawing/2014/main" id="{33839B5F-73E2-CCB3-0D53-81D8497BA0FF}"/>
              </a:ext>
            </a:extLst>
          </p:cNvPr>
          <p:cNvSpPr/>
          <p:nvPr/>
        </p:nvSpPr>
        <p:spPr>
          <a:xfrm>
            <a:off x="0" y="6600037"/>
            <a:ext cx="3213463" cy="223317"/>
          </a:xfrm>
          <a:prstGeom prst="rect">
            <a:avLst/>
          </a:prstGeom>
          <a:solidFill>
            <a:srgbClr val="323232"/>
          </a:solidFill>
          <a:ln w="12700" cap="flat" cmpd="sng" algn="ctr">
            <a:noFill/>
            <a:prstDash val="solid"/>
            <a:miter lim="800000"/>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1" lang="en-US" altLang="ja-JP"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rPr>
              <a:t>OpenSUSI-TR10</a:t>
            </a:r>
            <a:endParaRPr kumimoji="1" lang="ja-JP" altLang="en-US"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endParaRPr>
          </a:p>
        </p:txBody>
      </p:sp>
    </p:spTree>
    <p:extLst>
      <p:ext uri="{BB962C8B-B14F-4D97-AF65-F5344CB8AC3E}">
        <p14:creationId xmlns:p14="http://schemas.microsoft.com/office/powerpoint/2010/main" val="979883057"/>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タイトル 6">
            <a:extLst>
              <a:ext uri="{FF2B5EF4-FFF2-40B4-BE49-F238E27FC236}">
                <a16:creationId xmlns:a16="http://schemas.microsoft.com/office/drawing/2014/main" id="{756602D8-389F-0F46-C637-1202C361C557}"/>
              </a:ext>
            </a:extLst>
          </p:cNvPr>
          <p:cNvSpPr>
            <a:spLocks noGrp="1"/>
          </p:cNvSpPr>
          <p:nvPr>
            <p:ph type="title"/>
          </p:nvPr>
        </p:nvSpPr>
        <p:spPr/>
        <p:txBody>
          <a:bodyPr/>
          <a:lstStyle/>
          <a:p>
            <a:r>
              <a:rPr lang="en-US" altLang="ja-JP" dirty="0"/>
              <a:t>PCELL</a:t>
            </a:r>
            <a:r>
              <a:rPr lang="ja-JP" altLang="en-US" dirty="0"/>
              <a:t>でのボディの扱い</a:t>
            </a:r>
          </a:p>
        </p:txBody>
      </p:sp>
      <p:sp>
        <p:nvSpPr>
          <p:cNvPr id="4" name="日付プレースホルダー 3">
            <a:extLst>
              <a:ext uri="{FF2B5EF4-FFF2-40B4-BE49-F238E27FC236}">
                <a16:creationId xmlns:a16="http://schemas.microsoft.com/office/drawing/2014/main" id="{E9DD6A27-6BEB-6E88-1C52-8261373D63CA}"/>
              </a:ext>
            </a:extLst>
          </p:cNvPr>
          <p:cNvSpPr>
            <a:spLocks noGrp="1"/>
          </p:cNvSpPr>
          <p:nvPr>
            <p:ph type="dt" sz="half" idx="10"/>
          </p:nvPr>
        </p:nvSpPr>
        <p:spPr/>
        <p:txBody>
          <a:bodyPr/>
          <a:lstStyle/>
          <a:p>
            <a:fld id="{98554BCD-4603-4EDE-A06E-405E941F3AF4}"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8FAF24E1-5BB3-1914-E0BE-40394558200F}"/>
              </a:ext>
            </a:extLst>
          </p:cNvPr>
          <p:cNvSpPr>
            <a:spLocks noGrp="1"/>
          </p:cNvSpPr>
          <p:nvPr>
            <p:ph type="sldNum" sz="quarter" idx="12"/>
          </p:nvPr>
        </p:nvSpPr>
        <p:spPr>
          <a:prstGeom prst="rect">
            <a:avLst/>
          </a:prstGeom>
        </p:spPr>
        <p:txBody>
          <a:bodyPr vert="horz" lIns="91440" tIns="45720" rIns="91440" bIns="45720" rtlCol="0" anchor="ctr"/>
          <a:lstStyle>
            <a:defPPr>
              <a:defRPr lang="en-US"/>
            </a:defPPr>
            <a:lvl1pPr marL="0" algn="ctr" defTabSz="457200" rtl="0" eaLnBrk="1" latinLnBrk="0" hangingPunct="1">
              <a:defRPr sz="1200" b="1"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66E89953-8AEA-4BDF-A508-664B12926AB4}" type="slidenum">
              <a:rPr kumimoji="1" lang="ja-JP" altLang="en-US" sz="1400" smtClean="0">
                <a:latin typeface="Meiryo UI" panose="020B0604030504040204" pitchFamily="50" charset="-128"/>
                <a:ea typeface="Meiryo UI" panose="020B0604030504040204" pitchFamily="50" charset="-128"/>
              </a:rPr>
              <a:pPr/>
              <a:t>81</a:t>
            </a:fld>
            <a:endParaRPr kumimoji="1" lang="ja-JP" altLang="en-US" dirty="0">
              <a:latin typeface="Meiryo UI" panose="020B0604030504040204" pitchFamily="50" charset="-128"/>
              <a:ea typeface="Meiryo UI" panose="020B0604030504040204" pitchFamily="50" charset="-128"/>
            </a:endParaRPr>
          </a:p>
        </p:txBody>
      </p:sp>
      <p:sp>
        <p:nvSpPr>
          <p:cNvPr id="2" name="コンテンツ プレースホルダー 1">
            <a:extLst>
              <a:ext uri="{FF2B5EF4-FFF2-40B4-BE49-F238E27FC236}">
                <a16:creationId xmlns:a16="http://schemas.microsoft.com/office/drawing/2014/main" id="{92E114E7-A2EA-9A23-265B-E73EC4B9DB15}"/>
              </a:ext>
            </a:extLst>
          </p:cNvPr>
          <p:cNvSpPr>
            <a:spLocks noGrp="1"/>
          </p:cNvSpPr>
          <p:nvPr>
            <p:ph sz="quarter" idx="13"/>
          </p:nvPr>
        </p:nvSpPr>
        <p:spPr>
          <a:xfrm>
            <a:off x="444500" y="1272150"/>
            <a:ext cx="11210543" cy="4601748"/>
          </a:xfrm>
        </p:spPr>
        <p:txBody>
          <a:bodyPr>
            <a:normAutofit/>
          </a:bodyPr>
          <a:lstStyle/>
          <a:p>
            <a:r>
              <a:rPr lang="en-US" altLang="ja-JP" sz="2000" dirty="0"/>
              <a:t>PMOS</a:t>
            </a:r>
            <a:r>
              <a:rPr lang="ja-JP" altLang="en-US" sz="2000" dirty="0"/>
              <a:t>は</a:t>
            </a:r>
            <a:r>
              <a:rPr lang="en-US" altLang="ja-JP" sz="2000" dirty="0" err="1">
                <a:solidFill>
                  <a:srgbClr val="FF0000"/>
                </a:solidFill>
              </a:rPr>
              <a:t>Nplus</a:t>
            </a:r>
            <a:r>
              <a:rPr lang="ja-JP" altLang="en-US" sz="2000" dirty="0"/>
              <a:t>を介して</a:t>
            </a:r>
            <a:r>
              <a:rPr lang="en-US" altLang="ja-JP" sz="2000" dirty="0"/>
              <a:t>N-well</a:t>
            </a:r>
            <a:r>
              <a:rPr lang="ja-JP" altLang="en-US" sz="2000" dirty="0"/>
              <a:t> に繋がっている</a:t>
            </a:r>
            <a:endParaRPr lang="en-US" altLang="ja-JP" sz="2000" dirty="0"/>
          </a:p>
          <a:p>
            <a:r>
              <a:rPr lang="en-US" altLang="ja-JP" sz="2000" dirty="0"/>
              <a:t>NMOS</a:t>
            </a:r>
            <a:r>
              <a:rPr lang="ja-JP" altLang="en-US" sz="2000" dirty="0"/>
              <a:t>は</a:t>
            </a:r>
            <a:r>
              <a:rPr lang="en-US" altLang="ja-JP" sz="2000" dirty="0" err="1">
                <a:solidFill>
                  <a:srgbClr val="BC14BC"/>
                </a:solidFill>
              </a:rPr>
              <a:t>Pplus</a:t>
            </a:r>
            <a:r>
              <a:rPr lang="ja-JP" altLang="en-US" sz="2000" dirty="0"/>
              <a:t>を介して</a:t>
            </a:r>
            <a:r>
              <a:rPr lang="en-US" altLang="ja-JP" sz="2000" dirty="0"/>
              <a:t>P-substrate</a:t>
            </a:r>
            <a:r>
              <a:rPr lang="ja-JP" altLang="en-US" sz="2000" dirty="0"/>
              <a:t>に繋がっている</a:t>
            </a:r>
            <a:endParaRPr lang="en-US" altLang="ja-JP" sz="2000" dirty="0"/>
          </a:p>
        </p:txBody>
      </p:sp>
      <p:pic>
        <p:nvPicPr>
          <p:cNvPr id="14" name="図 13" descr="ダイアグラム&#10;&#10;自動的に生成された説明">
            <a:extLst>
              <a:ext uri="{FF2B5EF4-FFF2-40B4-BE49-F238E27FC236}">
                <a16:creationId xmlns:a16="http://schemas.microsoft.com/office/drawing/2014/main" id="{A1CBBB40-4D05-31CD-9ECA-94C82A509E23}"/>
              </a:ext>
            </a:extLst>
          </p:cNvPr>
          <p:cNvPicPr>
            <a:picLocks noChangeAspect="1"/>
          </p:cNvPicPr>
          <p:nvPr/>
        </p:nvPicPr>
        <p:blipFill>
          <a:blip r:embed="rId2"/>
          <a:stretch>
            <a:fillRect/>
          </a:stretch>
        </p:blipFill>
        <p:spPr>
          <a:xfrm>
            <a:off x="8452143" y="1380157"/>
            <a:ext cx="3029308" cy="1731397"/>
          </a:xfrm>
          <a:prstGeom prst="rect">
            <a:avLst/>
          </a:prstGeom>
        </p:spPr>
      </p:pic>
      <p:sp>
        <p:nvSpPr>
          <p:cNvPr id="17" name="テキスト ボックス 16">
            <a:extLst>
              <a:ext uri="{FF2B5EF4-FFF2-40B4-BE49-F238E27FC236}">
                <a16:creationId xmlns:a16="http://schemas.microsoft.com/office/drawing/2014/main" id="{36188FBF-678F-93CC-36CE-35851F115945}"/>
              </a:ext>
            </a:extLst>
          </p:cNvPr>
          <p:cNvSpPr txBox="1"/>
          <p:nvPr/>
        </p:nvSpPr>
        <p:spPr>
          <a:xfrm>
            <a:off x="7994254" y="3108790"/>
            <a:ext cx="4198836" cy="307777"/>
          </a:xfrm>
          <a:prstGeom prst="rect">
            <a:avLst/>
          </a:prstGeom>
          <a:noFill/>
        </p:spPr>
        <p:txBody>
          <a:bodyPr wrap="square">
            <a:spAutoFit/>
          </a:bodyPr>
          <a:lstStyle/>
          <a:p>
            <a:r>
              <a:rPr lang="ja-JP" altLang="en-US" sz="1400" dirty="0"/>
              <a:t>https://note.com/akira_tsuchiya/n/nd4444304f013</a:t>
            </a:r>
          </a:p>
        </p:txBody>
      </p:sp>
      <p:pic>
        <p:nvPicPr>
          <p:cNvPr id="5" name="図 4">
            <a:extLst>
              <a:ext uri="{FF2B5EF4-FFF2-40B4-BE49-F238E27FC236}">
                <a16:creationId xmlns:a16="http://schemas.microsoft.com/office/drawing/2014/main" id="{04279C97-A1B5-256E-0112-FC9FD24B959A}"/>
              </a:ext>
            </a:extLst>
          </p:cNvPr>
          <p:cNvPicPr>
            <a:picLocks noChangeAspect="1"/>
          </p:cNvPicPr>
          <p:nvPr/>
        </p:nvPicPr>
        <p:blipFill>
          <a:blip r:embed="rId3"/>
          <a:stretch>
            <a:fillRect/>
          </a:stretch>
        </p:blipFill>
        <p:spPr>
          <a:xfrm>
            <a:off x="9351903" y="3374931"/>
            <a:ext cx="1644278" cy="3146525"/>
          </a:xfrm>
          <a:prstGeom prst="rect">
            <a:avLst/>
          </a:prstGeom>
        </p:spPr>
      </p:pic>
      <p:pic>
        <p:nvPicPr>
          <p:cNvPr id="9" name="図 8">
            <a:extLst>
              <a:ext uri="{FF2B5EF4-FFF2-40B4-BE49-F238E27FC236}">
                <a16:creationId xmlns:a16="http://schemas.microsoft.com/office/drawing/2014/main" id="{8697250D-EA81-592C-B9C3-B25844797A14}"/>
              </a:ext>
            </a:extLst>
          </p:cNvPr>
          <p:cNvPicPr>
            <a:picLocks noChangeAspect="1"/>
          </p:cNvPicPr>
          <p:nvPr/>
        </p:nvPicPr>
        <p:blipFill>
          <a:blip r:embed="rId4"/>
          <a:stretch>
            <a:fillRect/>
          </a:stretch>
        </p:blipFill>
        <p:spPr>
          <a:xfrm>
            <a:off x="0" y="3318441"/>
            <a:ext cx="7884247" cy="3254799"/>
          </a:xfrm>
          <a:prstGeom prst="rect">
            <a:avLst/>
          </a:prstGeom>
        </p:spPr>
      </p:pic>
      <p:sp>
        <p:nvSpPr>
          <p:cNvPr id="13" name="吹き出し: 角を丸めた四角形 12">
            <a:extLst>
              <a:ext uri="{FF2B5EF4-FFF2-40B4-BE49-F238E27FC236}">
                <a16:creationId xmlns:a16="http://schemas.microsoft.com/office/drawing/2014/main" id="{575669FA-233E-C0C7-5080-608A53BFAFA8}"/>
              </a:ext>
            </a:extLst>
          </p:cNvPr>
          <p:cNvSpPr/>
          <p:nvPr/>
        </p:nvSpPr>
        <p:spPr>
          <a:xfrm>
            <a:off x="3284776" y="2768902"/>
            <a:ext cx="2714803" cy="647665"/>
          </a:xfrm>
          <a:prstGeom prst="wedgeRoundRectCallout">
            <a:avLst>
              <a:gd name="adj1" fmla="val -45557"/>
              <a:gd name="adj2" fmla="val 282336"/>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dirty="0"/>
              <a:t>Body</a:t>
            </a:r>
            <a:r>
              <a:rPr kumimoji="1" lang="ja-JP" altLang="en-US" dirty="0"/>
              <a:t>端子</a:t>
            </a:r>
            <a:endParaRPr kumimoji="1" lang="en-US" altLang="ja-JP" dirty="0"/>
          </a:p>
        </p:txBody>
      </p:sp>
      <p:sp>
        <p:nvSpPr>
          <p:cNvPr id="16" name="吹き出し: 角を丸めた四角形 15">
            <a:extLst>
              <a:ext uri="{FF2B5EF4-FFF2-40B4-BE49-F238E27FC236}">
                <a16:creationId xmlns:a16="http://schemas.microsoft.com/office/drawing/2014/main" id="{98E19CE3-9B82-9A5F-54C8-6201DE98A191}"/>
              </a:ext>
            </a:extLst>
          </p:cNvPr>
          <p:cNvSpPr/>
          <p:nvPr/>
        </p:nvSpPr>
        <p:spPr>
          <a:xfrm>
            <a:off x="3284776" y="2768901"/>
            <a:ext cx="2714803" cy="647665"/>
          </a:xfrm>
          <a:prstGeom prst="wedgeRoundRectCallout">
            <a:avLst>
              <a:gd name="adj1" fmla="val 91050"/>
              <a:gd name="adj2" fmla="val 273853"/>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dirty="0"/>
              <a:t>Body</a:t>
            </a:r>
            <a:r>
              <a:rPr kumimoji="1" lang="ja-JP" altLang="en-US" dirty="0"/>
              <a:t>端子</a:t>
            </a:r>
            <a:r>
              <a:rPr kumimoji="1" lang="en-US" altLang="ja-JP" dirty="0"/>
              <a:t>(</a:t>
            </a:r>
            <a:r>
              <a:rPr kumimoji="1" lang="ja-JP" altLang="en-US" dirty="0"/>
              <a:t>基板タップ</a:t>
            </a:r>
            <a:r>
              <a:rPr kumimoji="1" lang="en-US" altLang="ja-JP" dirty="0"/>
              <a:t>)</a:t>
            </a:r>
          </a:p>
        </p:txBody>
      </p:sp>
    </p:spTree>
    <p:extLst>
      <p:ext uri="{BB962C8B-B14F-4D97-AF65-F5344CB8AC3E}">
        <p14:creationId xmlns:p14="http://schemas.microsoft.com/office/powerpoint/2010/main" val="272428919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タイトル 6">
            <a:extLst>
              <a:ext uri="{FF2B5EF4-FFF2-40B4-BE49-F238E27FC236}">
                <a16:creationId xmlns:a16="http://schemas.microsoft.com/office/drawing/2014/main" id="{756602D8-389F-0F46-C637-1202C361C557}"/>
              </a:ext>
            </a:extLst>
          </p:cNvPr>
          <p:cNvSpPr>
            <a:spLocks noGrp="1"/>
          </p:cNvSpPr>
          <p:nvPr>
            <p:ph type="title"/>
          </p:nvPr>
        </p:nvSpPr>
        <p:spPr/>
        <p:txBody>
          <a:bodyPr/>
          <a:lstStyle/>
          <a:p>
            <a:r>
              <a:rPr lang="ja-JP" altLang="en-US" dirty="0"/>
              <a:t>レイヤーの名前と意味（カッコ内は</a:t>
            </a:r>
            <a:r>
              <a:rPr lang="en-US" altLang="ja-JP" dirty="0"/>
              <a:t>OpenSUSI-TR10</a:t>
            </a:r>
            <a:r>
              <a:rPr lang="ja-JP" altLang="en-US" dirty="0"/>
              <a:t>での名前）</a:t>
            </a:r>
          </a:p>
        </p:txBody>
      </p:sp>
      <p:sp>
        <p:nvSpPr>
          <p:cNvPr id="4" name="日付プレースホルダー 3">
            <a:extLst>
              <a:ext uri="{FF2B5EF4-FFF2-40B4-BE49-F238E27FC236}">
                <a16:creationId xmlns:a16="http://schemas.microsoft.com/office/drawing/2014/main" id="{E9DD6A27-6BEB-6E88-1C52-8261373D63CA}"/>
              </a:ext>
            </a:extLst>
          </p:cNvPr>
          <p:cNvSpPr>
            <a:spLocks noGrp="1"/>
          </p:cNvSpPr>
          <p:nvPr>
            <p:ph type="dt" sz="half" idx="10"/>
          </p:nvPr>
        </p:nvSpPr>
        <p:spPr/>
        <p:txBody>
          <a:bodyPr/>
          <a:lstStyle/>
          <a:p>
            <a:fld id="{98554BCD-4603-4EDE-A06E-405E941F3AF4}"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8FAF24E1-5BB3-1914-E0BE-40394558200F}"/>
              </a:ext>
            </a:extLst>
          </p:cNvPr>
          <p:cNvSpPr>
            <a:spLocks noGrp="1"/>
          </p:cNvSpPr>
          <p:nvPr>
            <p:ph type="sldNum" sz="quarter" idx="12"/>
          </p:nvPr>
        </p:nvSpPr>
        <p:spPr>
          <a:prstGeom prst="rect">
            <a:avLst/>
          </a:prstGeom>
        </p:spPr>
        <p:txBody>
          <a:bodyPr vert="horz" lIns="91440" tIns="45720" rIns="91440" bIns="45720" rtlCol="0" anchor="ctr"/>
          <a:lstStyle>
            <a:defPPr>
              <a:defRPr lang="en-US"/>
            </a:defPPr>
            <a:lvl1pPr marL="0" algn="ctr" defTabSz="457200" rtl="0" eaLnBrk="1" latinLnBrk="0" hangingPunct="1">
              <a:defRPr sz="1200" b="1" kern="1200">
                <a:solidFill>
                  <a:schemeClr val="bg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fld id="{66E89953-8AEA-4BDF-A508-664B12926AB4}" type="slidenum">
              <a:rPr kumimoji="1" lang="ja-JP" altLang="en-US" sz="1400" smtClean="0">
                <a:latin typeface="Meiryo UI" panose="020B0604030504040204" pitchFamily="50" charset="-128"/>
                <a:ea typeface="Meiryo UI" panose="020B0604030504040204" pitchFamily="50" charset="-128"/>
              </a:rPr>
              <a:pPr/>
              <a:t>82</a:t>
            </a:fld>
            <a:endParaRPr kumimoji="1" lang="ja-JP" altLang="en-US" dirty="0">
              <a:latin typeface="Meiryo UI" panose="020B0604030504040204" pitchFamily="50" charset="-128"/>
              <a:ea typeface="Meiryo UI" panose="020B0604030504040204" pitchFamily="50" charset="-128"/>
            </a:endParaRPr>
          </a:p>
        </p:txBody>
      </p:sp>
      <p:sp>
        <p:nvSpPr>
          <p:cNvPr id="2" name="コンテンツ プレースホルダー 1">
            <a:extLst>
              <a:ext uri="{FF2B5EF4-FFF2-40B4-BE49-F238E27FC236}">
                <a16:creationId xmlns:a16="http://schemas.microsoft.com/office/drawing/2014/main" id="{92E114E7-A2EA-9A23-265B-E73EC4B9DB15}"/>
              </a:ext>
            </a:extLst>
          </p:cNvPr>
          <p:cNvSpPr>
            <a:spLocks noGrp="1"/>
          </p:cNvSpPr>
          <p:nvPr>
            <p:ph sz="quarter" idx="13"/>
          </p:nvPr>
        </p:nvSpPr>
        <p:spPr>
          <a:xfrm>
            <a:off x="444500" y="1463039"/>
            <a:ext cx="11210543" cy="4877223"/>
          </a:xfrm>
        </p:spPr>
        <p:txBody>
          <a:bodyPr>
            <a:normAutofit/>
          </a:bodyPr>
          <a:lstStyle/>
          <a:p>
            <a:r>
              <a:rPr lang="en-US" altLang="ja-JP" sz="1800" dirty="0" err="1"/>
              <a:t>Nwell</a:t>
            </a:r>
            <a:r>
              <a:rPr lang="en-US" altLang="ja-JP" sz="1800" dirty="0"/>
              <a:t>(WN)	N-well</a:t>
            </a:r>
          </a:p>
          <a:p>
            <a:r>
              <a:rPr lang="en-US" altLang="ja-JP" sz="1800" dirty="0" err="1"/>
              <a:t>Pplus</a:t>
            </a:r>
            <a:r>
              <a:rPr lang="en-US" altLang="ja-JP" sz="1800" dirty="0"/>
              <a:t>(AP)</a:t>
            </a:r>
            <a:r>
              <a:rPr kumimoji="1" lang="en-US" altLang="ja-JP" sz="1800" dirty="0"/>
              <a:t>	</a:t>
            </a:r>
            <a:r>
              <a:rPr kumimoji="1" lang="ja-JP" altLang="en-US" sz="1800" dirty="0"/>
              <a:t>不純物注入による</a:t>
            </a:r>
            <a:r>
              <a:rPr lang="en-US" altLang="ja-JP" sz="1800" dirty="0"/>
              <a:t>P</a:t>
            </a:r>
            <a:r>
              <a:rPr kumimoji="1" lang="en-US" altLang="ja-JP" sz="1800" dirty="0"/>
              <a:t>+</a:t>
            </a:r>
            <a:r>
              <a:rPr kumimoji="1" lang="ja-JP" altLang="en-US" sz="1800" dirty="0"/>
              <a:t>イオン領域</a:t>
            </a:r>
            <a:r>
              <a:rPr lang="ja-JP" altLang="en-US" sz="1800" dirty="0"/>
              <a:t>と拡散層の複合レイヤー</a:t>
            </a:r>
            <a:endParaRPr kumimoji="1" lang="en-US" altLang="ja-JP" sz="1800" dirty="0"/>
          </a:p>
          <a:p>
            <a:r>
              <a:rPr lang="en-US" altLang="ja-JP" sz="1800" dirty="0" err="1"/>
              <a:t>N</a:t>
            </a:r>
            <a:r>
              <a:rPr kumimoji="1" lang="en-US" altLang="ja-JP" sz="1800" dirty="0" err="1"/>
              <a:t>plus</a:t>
            </a:r>
            <a:r>
              <a:rPr kumimoji="1" lang="en-US" altLang="ja-JP" sz="1800" dirty="0"/>
              <a:t>(AN)	</a:t>
            </a:r>
            <a:r>
              <a:rPr kumimoji="1" lang="ja-JP" altLang="en-US" sz="1800" dirty="0"/>
              <a:t>不純物注入による</a:t>
            </a:r>
            <a:r>
              <a:rPr kumimoji="1" lang="en-US" altLang="ja-JP" sz="1800" dirty="0"/>
              <a:t>N+</a:t>
            </a:r>
            <a:r>
              <a:rPr kumimoji="1" lang="ja-JP" altLang="en-US" sz="1800" dirty="0"/>
              <a:t>イオン領域</a:t>
            </a:r>
            <a:r>
              <a:rPr lang="ja-JP" altLang="en-US" sz="1800" dirty="0"/>
              <a:t>と拡散層の複合レイヤー</a:t>
            </a:r>
            <a:endParaRPr kumimoji="1" lang="en-US" altLang="ja-JP" sz="1800" dirty="0"/>
          </a:p>
          <a:p>
            <a:r>
              <a:rPr lang="en-US" altLang="ja-JP" sz="1800" dirty="0"/>
              <a:t>Poly2(GC)	Polysilicon</a:t>
            </a:r>
          </a:p>
          <a:p>
            <a:r>
              <a:rPr lang="en-US" altLang="ja-JP" sz="1800" dirty="0"/>
              <a:t>Contact(CO)	Poly2</a:t>
            </a:r>
            <a:r>
              <a:rPr lang="ja-JP" altLang="en-US" sz="1800" dirty="0"/>
              <a:t>と</a:t>
            </a:r>
            <a:r>
              <a:rPr lang="en-US" altLang="ja-JP" sz="1800" dirty="0"/>
              <a:t>Metal1</a:t>
            </a:r>
            <a:r>
              <a:rPr lang="ja-JP" altLang="en-US" sz="1800" dirty="0"/>
              <a:t>接続用の</a:t>
            </a:r>
            <a:r>
              <a:rPr lang="en-US" altLang="ja-JP" sz="1800" dirty="0"/>
              <a:t>VIA</a:t>
            </a:r>
            <a:r>
              <a:rPr lang="ja-JP" altLang="en-US" sz="1800" dirty="0"/>
              <a:t>（コンタクトと呼ぶことが多い）</a:t>
            </a:r>
            <a:endParaRPr lang="en-US" altLang="ja-JP" sz="1800" dirty="0"/>
          </a:p>
          <a:p>
            <a:r>
              <a:rPr lang="en-US" altLang="ja-JP" sz="1800" dirty="0"/>
              <a:t>Metal1</a:t>
            </a:r>
            <a:r>
              <a:rPr lang="ja-JP" altLang="en-US" sz="1800" dirty="0"/>
              <a:t>～</a:t>
            </a:r>
            <a:r>
              <a:rPr lang="en-US" altLang="ja-JP" sz="1800" dirty="0"/>
              <a:t>5(M1,2)</a:t>
            </a:r>
            <a:r>
              <a:rPr lang="ja-JP" altLang="en-US" sz="1800" dirty="0"/>
              <a:t>メタル</a:t>
            </a:r>
            <a:r>
              <a:rPr lang="en-US" altLang="ja-JP" sz="1800" dirty="0"/>
              <a:t>1</a:t>
            </a:r>
            <a:r>
              <a:rPr lang="ja-JP" altLang="en-US" sz="1800" dirty="0"/>
              <a:t>～</a:t>
            </a:r>
            <a:r>
              <a:rPr lang="en-US" altLang="ja-JP" sz="1800" dirty="0"/>
              <a:t>5</a:t>
            </a:r>
            <a:r>
              <a:rPr lang="ja-JP" altLang="en-US" sz="1800" dirty="0"/>
              <a:t>層目</a:t>
            </a:r>
            <a:endParaRPr lang="en-US" altLang="ja-JP" sz="1800" dirty="0"/>
          </a:p>
          <a:p>
            <a:r>
              <a:rPr lang="en-US" altLang="ja-JP" sz="1800" dirty="0"/>
              <a:t>VIA1</a:t>
            </a:r>
            <a:r>
              <a:rPr lang="ja-JP" altLang="en-US" sz="1800" dirty="0"/>
              <a:t>～</a:t>
            </a:r>
            <a:r>
              <a:rPr lang="en-US" altLang="ja-JP" sz="1800" dirty="0"/>
              <a:t>4(V1)	Metal</a:t>
            </a:r>
            <a:r>
              <a:rPr lang="ja-JP" altLang="en-US" sz="1800" dirty="0"/>
              <a:t>接続用の</a:t>
            </a:r>
            <a:r>
              <a:rPr lang="en-US" altLang="ja-JP" sz="1800" dirty="0"/>
              <a:t>VIA</a:t>
            </a:r>
          </a:p>
          <a:p>
            <a:r>
              <a:rPr lang="en-US" altLang="ja-JP" sz="1800" dirty="0"/>
              <a:t>Pad		</a:t>
            </a:r>
            <a:r>
              <a:rPr lang="ja-JP" altLang="en-US" sz="1800" dirty="0"/>
              <a:t>パッド（むき出しのメタル）</a:t>
            </a:r>
            <a:endParaRPr lang="en-US" altLang="ja-JP" sz="1800" dirty="0"/>
          </a:p>
        </p:txBody>
      </p:sp>
      <p:pic>
        <p:nvPicPr>
          <p:cNvPr id="10" name="図 9">
            <a:extLst>
              <a:ext uri="{FF2B5EF4-FFF2-40B4-BE49-F238E27FC236}">
                <a16:creationId xmlns:a16="http://schemas.microsoft.com/office/drawing/2014/main" id="{462E08BB-E1BD-DF26-1FFC-9535B9B077AC}"/>
              </a:ext>
            </a:extLst>
          </p:cNvPr>
          <p:cNvPicPr>
            <a:picLocks noChangeAspect="1"/>
          </p:cNvPicPr>
          <p:nvPr/>
        </p:nvPicPr>
        <p:blipFill>
          <a:blip r:embed="rId2"/>
          <a:stretch>
            <a:fillRect/>
          </a:stretch>
        </p:blipFill>
        <p:spPr>
          <a:xfrm>
            <a:off x="9081443" y="1232473"/>
            <a:ext cx="2541626" cy="4863710"/>
          </a:xfrm>
          <a:prstGeom prst="rect">
            <a:avLst/>
          </a:prstGeom>
        </p:spPr>
      </p:pic>
    </p:spTree>
    <p:extLst>
      <p:ext uri="{BB962C8B-B14F-4D97-AF65-F5344CB8AC3E}">
        <p14:creationId xmlns:p14="http://schemas.microsoft.com/office/powerpoint/2010/main" val="217051183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0FC844E-EA3C-10FE-D723-E0E9C3FDBF1C}"/>
              </a:ext>
            </a:extLst>
          </p:cNvPr>
          <p:cNvSpPr>
            <a:spLocks noGrp="1"/>
          </p:cNvSpPr>
          <p:nvPr>
            <p:ph type="title"/>
          </p:nvPr>
        </p:nvSpPr>
        <p:spPr/>
        <p:txBody>
          <a:bodyPr/>
          <a:lstStyle/>
          <a:p>
            <a:r>
              <a:rPr kumimoji="1" lang="ja-JP" altLang="en-US" dirty="0"/>
              <a:t>配線層ができるまで</a:t>
            </a:r>
          </a:p>
        </p:txBody>
      </p:sp>
      <p:sp>
        <p:nvSpPr>
          <p:cNvPr id="3" name="日付プレースホルダー 2">
            <a:extLst>
              <a:ext uri="{FF2B5EF4-FFF2-40B4-BE49-F238E27FC236}">
                <a16:creationId xmlns:a16="http://schemas.microsoft.com/office/drawing/2014/main" id="{533F8F2E-4186-60E1-6AD8-B36498224D80}"/>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E008A374-6D7E-9C12-8070-06E6E08EB3B5}"/>
              </a:ext>
            </a:extLst>
          </p:cNvPr>
          <p:cNvSpPr>
            <a:spLocks noGrp="1"/>
          </p:cNvSpPr>
          <p:nvPr>
            <p:ph type="sldNum" sz="quarter" idx="12"/>
          </p:nvPr>
        </p:nvSpPr>
        <p:spPr/>
        <p:txBody>
          <a:bodyPr/>
          <a:lstStyle/>
          <a:p>
            <a:pPr rtl="0"/>
            <a:fld id="{9860EDB8-5305-433F-BE41-D7A86D811DB3}" type="slidenum">
              <a:rPr lang="en-US" altLang="ja-JP" noProof="0" smtClean="0"/>
              <a:pPr rtl="0"/>
              <a:t>83</a:t>
            </a:fld>
            <a:endParaRPr lang="ja-JP" altLang="en-US" noProof="0"/>
          </a:p>
        </p:txBody>
      </p:sp>
      <p:sp>
        <p:nvSpPr>
          <p:cNvPr id="10" name="正方形/長方形 9">
            <a:extLst>
              <a:ext uri="{FF2B5EF4-FFF2-40B4-BE49-F238E27FC236}">
                <a16:creationId xmlns:a16="http://schemas.microsoft.com/office/drawing/2014/main" id="{8AC56772-46C0-FEE5-A7C5-69E623D95A00}"/>
              </a:ext>
            </a:extLst>
          </p:cNvPr>
          <p:cNvSpPr/>
          <p:nvPr/>
        </p:nvSpPr>
        <p:spPr>
          <a:xfrm>
            <a:off x="2660556" y="3867124"/>
            <a:ext cx="1819333" cy="410899"/>
          </a:xfrm>
          <a:prstGeom prst="rect">
            <a:avLst/>
          </a:prstGeom>
          <a:solidFill>
            <a:schemeClr val="tx1">
              <a:lumMod val="50000"/>
              <a:lumOff val="50000"/>
            </a:schemeClr>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8F713084-1021-14EF-18D3-5563F23CB831}"/>
              </a:ext>
            </a:extLst>
          </p:cNvPr>
          <p:cNvSpPr/>
          <p:nvPr/>
        </p:nvSpPr>
        <p:spPr>
          <a:xfrm>
            <a:off x="173224" y="3861784"/>
            <a:ext cx="1819333" cy="410899"/>
          </a:xfrm>
          <a:prstGeom prst="rect">
            <a:avLst/>
          </a:prstGeom>
          <a:solidFill>
            <a:schemeClr val="tx1">
              <a:lumMod val="50000"/>
              <a:lumOff val="50000"/>
            </a:schemeClr>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bottom</a:t>
            </a:r>
            <a:endParaRPr kumimoji="1" lang="ja-JP" altLang="en-US" dirty="0"/>
          </a:p>
        </p:txBody>
      </p:sp>
      <p:sp>
        <p:nvSpPr>
          <p:cNvPr id="13" name="正方形/長方形 12">
            <a:extLst>
              <a:ext uri="{FF2B5EF4-FFF2-40B4-BE49-F238E27FC236}">
                <a16:creationId xmlns:a16="http://schemas.microsoft.com/office/drawing/2014/main" id="{3D7B9418-FBDC-14BD-8A4A-DAE1FEF7AA32}"/>
              </a:ext>
            </a:extLst>
          </p:cNvPr>
          <p:cNvSpPr/>
          <p:nvPr/>
        </p:nvSpPr>
        <p:spPr>
          <a:xfrm>
            <a:off x="5147889" y="3305781"/>
            <a:ext cx="1819333" cy="564569"/>
          </a:xfrm>
          <a:prstGeom prst="rect">
            <a:avLst/>
          </a:prstGeom>
          <a:solidFill>
            <a:srgbClr val="9FCDB3"/>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EC320CC3-E5E0-66BC-FC7B-A76AA13D6EE4}"/>
              </a:ext>
            </a:extLst>
          </p:cNvPr>
          <p:cNvSpPr/>
          <p:nvPr/>
        </p:nvSpPr>
        <p:spPr>
          <a:xfrm>
            <a:off x="5882387" y="3596087"/>
            <a:ext cx="350335" cy="274263"/>
          </a:xfrm>
          <a:prstGeom prst="rect">
            <a:avLst/>
          </a:prstGeom>
          <a:solidFill>
            <a:schemeClr val="accent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DCA1CEBE-B544-B7BA-E6F5-C0CD27D384C7}"/>
              </a:ext>
            </a:extLst>
          </p:cNvPr>
          <p:cNvSpPr/>
          <p:nvPr/>
        </p:nvSpPr>
        <p:spPr>
          <a:xfrm>
            <a:off x="5147888" y="3855715"/>
            <a:ext cx="1819333" cy="410899"/>
          </a:xfrm>
          <a:prstGeom prst="rect">
            <a:avLst/>
          </a:prstGeom>
          <a:solidFill>
            <a:schemeClr val="tx1">
              <a:lumMod val="50000"/>
              <a:lumOff val="50000"/>
            </a:schemeClr>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3709625F-5532-D061-7364-935A79DA2306}"/>
              </a:ext>
            </a:extLst>
          </p:cNvPr>
          <p:cNvSpPr/>
          <p:nvPr/>
        </p:nvSpPr>
        <p:spPr>
          <a:xfrm>
            <a:off x="5147883" y="3305781"/>
            <a:ext cx="1819333" cy="319115"/>
          </a:xfrm>
          <a:prstGeom prst="rect">
            <a:avLst/>
          </a:prstGeom>
          <a:solidFill>
            <a:schemeClr val="accent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ABB5BBD6-7BE9-EE92-49C9-9E70D3493A84}"/>
              </a:ext>
            </a:extLst>
          </p:cNvPr>
          <p:cNvSpPr/>
          <p:nvPr/>
        </p:nvSpPr>
        <p:spPr>
          <a:xfrm>
            <a:off x="7635220" y="3624896"/>
            <a:ext cx="1819333" cy="245454"/>
          </a:xfrm>
          <a:prstGeom prst="rect">
            <a:avLst/>
          </a:prstGeom>
          <a:solidFill>
            <a:srgbClr val="9FCDB3"/>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正方形/長方形 17">
            <a:extLst>
              <a:ext uri="{FF2B5EF4-FFF2-40B4-BE49-F238E27FC236}">
                <a16:creationId xmlns:a16="http://schemas.microsoft.com/office/drawing/2014/main" id="{DA5F2D27-CDD7-9617-C835-F5E97797FC0C}"/>
              </a:ext>
            </a:extLst>
          </p:cNvPr>
          <p:cNvSpPr/>
          <p:nvPr/>
        </p:nvSpPr>
        <p:spPr>
          <a:xfrm>
            <a:off x="8369718" y="3596087"/>
            <a:ext cx="350335" cy="274263"/>
          </a:xfrm>
          <a:prstGeom prst="rect">
            <a:avLst/>
          </a:prstGeom>
          <a:solidFill>
            <a:schemeClr val="accent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C968FFFD-C861-63A1-2B9E-D27E03EC76B5}"/>
              </a:ext>
            </a:extLst>
          </p:cNvPr>
          <p:cNvSpPr/>
          <p:nvPr/>
        </p:nvSpPr>
        <p:spPr>
          <a:xfrm>
            <a:off x="7635219" y="3855715"/>
            <a:ext cx="1819333" cy="410899"/>
          </a:xfrm>
          <a:prstGeom prst="rect">
            <a:avLst/>
          </a:prstGeom>
          <a:solidFill>
            <a:schemeClr val="tx1">
              <a:lumMod val="50000"/>
              <a:lumOff val="50000"/>
            </a:schemeClr>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C44A0C09-DACB-F3B4-78A3-355A6193CA00}"/>
              </a:ext>
            </a:extLst>
          </p:cNvPr>
          <p:cNvSpPr/>
          <p:nvPr/>
        </p:nvSpPr>
        <p:spPr>
          <a:xfrm>
            <a:off x="8027349" y="3305781"/>
            <a:ext cx="1261207" cy="319115"/>
          </a:xfrm>
          <a:prstGeom prst="rect">
            <a:avLst/>
          </a:prstGeom>
          <a:solidFill>
            <a:schemeClr val="accent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5A1B18E3-F2E7-7EB9-8C40-4B37E4CBE8E5}"/>
              </a:ext>
            </a:extLst>
          </p:cNvPr>
          <p:cNvSpPr/>
          <p:nvPr/>
        </p:nvSpPr>
        <p:spPr>
          <a:xfrm>
            <a:off x="7635219" y="5413714"/>
            <a:ext cx="1819333" cy="245454"/>
          </a:xfrm>
          <a:prstGeom prst="rect">
            <a:avLst/>
          </a:prstGeom>
          <a:solidFill>
            <a:srgbClr val="9FCDB3"/>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a:extLst>
              <a:ext uri="{FF2B5EF4-FFF2-40B4-BE49-F238E27FC236}">
                <a16:creationId xmlns:a16="http://schemas.microsoft.com/office/drawing/2014/main" id="{567D0FA7-BF4E-8F07-B15C-987A05FBE5CD}"/>
              </a:ext>
            </a:extLst>
          </p:cNvPr>
          <p:cNvSpPr/>
          <p:nvPr/>
        </p:nvSpPr>
        <p:spPr>
          <a:xfrm>
            <a:off x="8369718" y="5384905"/>
            <a:ext cx="350335" cy="274263"/>
          </a:xfrm>
          <a:prstGeom prst="rect">
            <a:avLst/>
          </a:prstGeom>
          <a:solidFill>
            <a:schemeClr val="accent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正方形/長方形 24">
            <a:extLst>
              <a:ext uri="{FF2B5EF4-FFF2-40B4-BE49-F238E27FC236}">
                <a16:creationId xmlns:a16="http://schemas.microsoft.com/office/drawing/2014/main" id="{0EAD31EA-3E18-BDED-91C0-351E54E31FCA}"/>
              </a:ext>
            </a:extLst>
          </p:cNvPr>
          <p:cNvSpPr/>
          <p:nvPr/>
        </p:nvSpPr>
        <p:spPr>
          <a:xfrm>
            <a:off x="7635219" y="5644533"/>
            <a:ext cx="1819333" cy="410899"/>
          </a:xfrm>
          <a:prstGeom prst="rect">
            <a:avLst/>
          </a:prstGeom>
          <a:solidFill>
            <a:schemeClr val="tx1">
              <a:lumMod val="50000"/>
              <a:lumOff val="50000"/>
            </a:schemeClr>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正方形/長方形 25">
            <a:extLst>
              <a:ext uri="{FF2B5EF4-FFF2-40B4-BE49-F238E27FC236}">
                <a16:creationId xmlns:a16="http://schemas.microsoft.com/office/drawing/2014/main" id="{EB6B2ABC-1C71-B872-AE91-0FDF0267BE90}"/>
              </a:ext>
            </a:extLst>
          </p:cNvPr>
          <p:cNvSpPr/>
          <p:nvPr/>
        </p:nvSpPr>
        <p:spPr>
          <a:xfrm>
            <a:off x="8027349" y="5094599"/>
            <a:ext cx="1261207" cy="319115"/>
          </a:xfrm>
          <a:prstGeom prst="rect">
            <a:avLst/>
          </a:prstGeom>
          <a:solidFill>
            <a:schemeClr val="accent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18510857-14E1-781E-7804-F63830E3066D}"/>
              </a:ext>
            </a:extLst>
          </p:cNvPr>
          <p:cNvSpPr txBox="1"/>
          <p:nvPr/>
        </p:nvSpPr>
        <p:spPr>
          <a:xfrm>
            <a:off x="173224" y="4255465"/>
            <a:ext cx="4306665" cy="369332"/>
          </a:xfrm>
          <a:prstGeom prst="rect">
            <a:avLst/>
          </a:prstGeom>
          <a:noFill/>
        </p:spPr>
        <p:txBody>
          <a:bodyPr wrap="square">
            <a:spAutoFit/>
          </a:bodyPr>
          <a:lstStyle/>
          <a:p>
            <a:pPr algn="ctr"/>
            <a:r>
              <a:rPr kumimoji="1" lang="en-US" altLang="ja-JP" dirty="0"/>
              <a:t>Al plating</a:t>
            </a:r>
            <a:endParaRPr lang="ja-JP" altLang="en-US" dirty="0"/>
          </a:p>
        </p:txBody>
      </p:sp>
      <p:sp>
        <p:nvSpPr>
          <p:cNvPr id="32" name="テキスト ボックス 31">
            <a:extLst>
              <a:ext uri="{FF2B5EF4-FFF2-40B4-BE49-F238E27FC236}">
                <a16:creationId xmlns:a16="http://schemas.microsoft.com/office/drawing/2014/main" id="{9E4C9302-D6D2-40E5-820C-AD7354708F1A}"/>
              </a:ext>
            </a:extLst>
          </p:cNvPr>
          <p:cNvSpPr txBox="1"/>
          <p:nvPr/>
        </p:nvSpPr>
        <p:spPr>
          <a:xfrm>
            <a:off x="2660556" y="4249760"/>
            <a:ext cx="4306665" cy="369332"/>
          </a:xfrm>
          <a:prstGeom prst="rect">
            <a:avLst/>
          </a:prstGeom>
          <a:noFill/>
        </p:spPr>
        <p:txBody>
          <a:bodyPr wrap="square">
            <a:spAutoFit/>
          </a:bodyPr>
          <a:lstStyle/>
          <a:p>
            <a:pPr algn="ctr"/>
            <a:r>
              <a:rPr kumimoji="1" lang="en-US" altLang="ja-JP" dirty="0"/>
              <a:t>Resist plating</a:t>
            </a:r>
            <a:endParaRPr lang="ja-JP" altLang="en-US" dirty="0"/>
          </a:p>
        </p:txBody>
      </p:sp>
      <p:sp>
        <p:nvSpPr>
          <p:cNvPr id="33" name="テキスト ボックス 32">
            <a:extLst>
              <a:ext uri="{FF2B5EF4-FFF2-40B4-BE49-F238E27FC236}">
                <a16:creationId xmlns:a16="http://schemas.microsoft.com/office/drawing/2014/main" id="{82A5902B-AFC4-0AC2-8E95-91ACEF5341FE}"/>
              </a:ext>
            </a:extLst>
          </p:cNvPr>
          <p:cNvSpPr txBox="1"/>
          <p:nvPr/>
        </p:nvSpPr>
        <p:spPr>
          <a:xfrm>
            <a:off x="5147888" y="4249760"/>
            <a:ext cx="4306665" cy="369332"/>
          </a:xfrm>
          <a:prstGeom prst="rect">
            <a:avLst/>
          </a:prstGeom>
          <a:noFill/>
        </p:spPr>
        <p:txBody>
          <a:bodyPr wrap="square">
            <a:spAutoFit/>
          </a:bodyPr>
          <a:lstStyle/>
          <a:p>
            <a:pPr algn="ctr"/>
            <a:r>
              <a:rPr kumimoji="1" lang="en-US" altLang="ja-JP" b="1" dirty="0">
                <a:solidFill>
                  <a:srgbClr val="FF0000"/>
                </a:solidFill>
              </a:rPr>
              <a:t>Etching</a:t>
            </a:r>
            <a:endParaRPr lang="ja-JP" altLang="en-US" b="1" dirty="0">
              <a:solidFill>
                <a:srgbClr val="FF0000"/>
              </a:solidFill>
            </a:endParaRPr>
          </a:p>
        </p:txBody>
      </p:sp>
      <p:sp>
        <p:nvSpPr>
          <p:cNvPr id="34" name="テキスト ボックス 33">
            <a:extLst>
              <a:ext uri="{FF2B5EF4-FFF2-40B4-BE49-F238E27FC236}">
                <a16:creationId xmlns:a16="http://schemas.microsoft.com/office/drawing/2014/main" id="{702E74ED-4F70-8F3B-3AF0-5EB753A7376B}"/>
              </a:ext>
            </a:extLst>
          </p:cNvPr>
          <p:cNvSpPr txBox="1"/>
          <p:nvPr/>
        </p:nvSpPr>
        <p:spPr>
          <a:xfrm>
            <a:off x="10457234" y="4731060"/>
            <a:ext cx="1734766" cy="369332"/>
          </a:xfrm>
          <a:prstGeom prst="rect">
            <a:avLst/>
          </a:prstGeom>
          <a:noFill/>
        </p:spPr>
        <p:txBody>
          <a:bodyPr wrap="square">
            <a:spAutoFit/>
          </a:bodyPr>
          <a:lstStyle/>
          <a:p>
            <a:pPr algn="r"/>
            <a:r>
              <a:rPr kumimoji="1" lang="en-US" altLang="ja-JP" dirty="0"/>
              <a:t>Resist remove</a:t>
            </a:r>
            <a:endParaRPr lang="ja-JP" altLang="en-US" dirty="0"/>
          </a:p>
        </p:txBody>
      </p:sp>
      <p:sp>
        <p:nvSpPr>
          <p:cNvPr id="36" name="正方形/長方形 35">
            <a:extLst>
              <a:ext uri="{FF2B5EF4-FFF2-40B4-BE49-F238E27FC236}">
                <a16:creationId xmlns:a16="http://schemas.microsoft.com/office/drawing/2014/main" id="{AB524F77-869F-DDE4-9407-143F5D57A16E}"/>
              </a:ext>
            </a:extLst>
          </p:cNvPr>
          <p:cNvSpPr/>
          <p:nvPr/>
        </p:nvSpPr>
        <p:spPr>
          <a:xfrm>
            <a:off x="173225" y="3582368"/>
            <a:ext cx="1819333" cy="287982"/>
          </a:xfrm>
          <a:prstGeom prst="rect">
            <a:avLst/>
          </a:prstGeom>
          <a:solidFill>
            <a:srgbClr val="9FCDB3"/>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93DC46C4-0D0E-BDBE-971A-896FD4124D1D}"/>
              </a:ext>
            </a:extLst>
          </p:cNvPr>
          <p:cNvSpPr/>
          <p:nvPr/>
        </p:nvSpPr>
        <p:spPr>
          <a:xfrm>
            <a:off x="907722" y="3582369"/>
            <a:ext cx="350335" cy="287982"/>
          </a:xfrm>
          <a:prstGeom prst="rect">
            <a:avLst/>
          </a:prstGeom>
          <a:solidFill>
            <a:schemeClr val="accent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正方形/長方形 38">
            <a:extLst>
              <a:ext uri="{FF2B5EF4-FFF2-40B4-BE49-F238E27FC236}">
                <a16:creationId xmlns:a16="http://schemas.microsoft.com/office/drawing/2014/main" id="{FB697CEA-E1B8-0DD8-33F3-3923C196D2BB}"/>
              </a:ext>
            </a:extLst>
          </p:cNvPr>
          <p:cNvSpPr/>
          <p:nvPr/>
        </p:nvSpPr>
        <p:spPr>
          <a:xfrm>
            <a:off x="2660557" y="3305781"/>
            <a:ext cx="1819333" cy="564569"/>
          </a:xfrm>
          <a:prstGeom prst="rect">
            <a:avLst/>
          </a:prstGeom>
          <a:solidFill>
            <a:srgbClr val="9FCDB3"/>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正方形/長方形 39">
            <a:extLst>
              <a:ext uri="{FF2B5EF4-FFF2-40B4-BE49-F238E27FC236}">
                <a16:creationId xmlns:a16="http://schemas.microsoft.com/office/drawing/2014/main" id="{A0E0BCC6-7E13-1045-E55F-C9352D4FCDD1}"/>
              </a:ext>
            </a:extLst>
          </p:cNvPr>
          <p:cNvSpPr/>
          <p:nvPr/>
        </p:nvSpPr>
        <p:spPr>
          <a:xfrm>
            <a:off x="3395055" y="3596087"/>
            <a:ext cx="350335" cy="274263"/>
          </a:xfrm>
          <a:prstGeom prst="rect">
            <a:avLst/>
          </a:prstGeom>
          <a:solidFill>
            <a:schemeClr val="accent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正方形/長方形 40">
            <a:extLst>
              <a:ext uri="{FF2B5EF4-FFF2-40B4-BE49-F238E27FC236}">
                <a16:creationId xmlns:a16="http://schemas.microsoft.com/office/drawing/2014/main" id="{0184F432-8F72-E21C-C25B-8C22154187E7}"/>
              </a:ext>
            </a:extLst>
          </p:cNvPr>
          <p:cNvSpPr/>
          <p:nvPr/>
        </p:nvSpPr>
        <p:spPr>
          <a:xfrm>
            <a:off x="2660555" y="3305781"/>
            <a:ext cx="1819332" cy="319115"/>
          </a:xfrm>
          <a:prstGeom prst="rect">
            <a:avLst/>
          </a:prstGeom>
          <a:solidFill>
            <a:schemeClr val="accent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正方形/長方形 41">
            <a:extLst>
              <a:ext uri="{FF2B5EF4-FFF2-40B4-BE49-F238E27FC236}">
                <a16:creationId xmlns:a16="http://schemas.microsoft.com/office/drawing/2014/main" id="{86F1DC53-259C-9CF6-A579-6A95D846A225}"/>
              </a:ext>
            </a:extLst>
          </p:cNvPr>
          <p:cNvSpPr/>
          <p:nvPr/>
        </p:nvSpPr>
        <p:spPr>
          <a:xfrm>
            <a:off x="5437762" y="3002005"/>
            <a:ext cx="1420237" cy="319115"/>
          </a:xfrm>
          <a:prstGeom prst="rect">
            <a:avLst/>
          </a:prstGeom>
          <a:solidFill>
            <a:srgbClr val="0070C0"/>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正方形/長方形 43">
            <a:extLst>
              <a:ext uri="{FF2B5EF4-FFF2-40B4-BE49-F238E27FC236}">
                <a16:creationId xmlns:a16="http://schemas.microsoft.com/office/drawing/2014/main" id="{FB6218FB-268C-56CE-34F5-1230710F9855}"/>
              </a:ext>
            </a:extLst>
          </p:cNvPr>
          <p:cNvSpPr/>
          <p:nvPr/>
        </p:nvSpPr>
        <p:spPr>
          <a:xfrm>
            <a:off x="7947833" y="2986666"/>
            <a:ext cx="1420237" cy="319115"/>
          </a:xfrm>
          <a:prstGeom prst="rect">
            <a:avLst/>
          </a:prstGeom>
          <a:solidFill>
            <a:srgbClr val="0070C0"/>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正方形/長方形 44">
            <a:extLst>
              <a:ext uri="{FF2B5EF4-FFF2-40B4-BE49-F238E27FC236}">
                <a16:creationId xmlns:a16="http://schemas.microsoft.com/office/drawing/2014/main" id="{1036C433-09FE-9482-B936-07C093B85121}"/>
              </a:ext>
            </a:extLst>
          </p:cNvPr>
          <p:cNvSpPr/>
          <p:nvPr/>
        </p:nvSpPr>
        <p:spPr>
          <a:xfrm>
            <a:off x="5147883" y="5093804"/>
            <a:ext cx="1819333" cy="564569"/>
          </a:xfrm>
          <a:prstGeom prst="rect">
            <a:avLst/>
          </a:prstGeom>
          <a:solidFill>
            <a:srgbClr val="9FCDB3"/>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6" name="正方形/長方形 45">
            <a:extLst>
              <a:ext uri="{FF2B5EF4-FFF2-40B4-BE49-F238E27FC236}">
                <a16:creationId xmlns:a16="http://schemas.microsoft.com/office/drawing/2014/main" id="{9CD3302D-9127-0A4A-2809-E7DD518C562A}"/>
              </a:ext>
            </a:extLst>
          </p:cNvPr>
          <p:cNvSpPr/>
          <p:nvPr/>
        </p:nvSpPr>
        <p:spPr>
          <a:xfrm>
            <a:off x="5882382" y="5384110"/>
            <a:ext cx="350335" cy="274263"/>
          </a:xfrm>
          <a:prstGeom prst="rect">
            <a:avLst/>
          </a:prstGeom>
          <a:solidFill>
            <a:schemeClr val="accent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正方形/長方形 46">
            <a:extLst>
              <a:ext uri="{FF2B5EF4-FFF2-40B4-BE49-F238E27FC236}">
                <a16:creationId xmlns:a16="http://schemas.microsoft.com/office/drawing/2014/main" id="{6F2C43F4-2778-5DEE-FA6B-5E4CE0C42FF0}"/>
              </a:ext>
            </a:extLst>
          </p:cNvPr>
          <p:cNvSpPr/>
          <p:nvPr/>
        </p:nvSpPr>
        <p:spPr>
          <a:xfrm>
            <a:off x="5147883" y="5643738"/>
            <a:ext cx="1819333" cy="410899"/>
          </a:xfrm>
          <a:prstGeom prst="rect">
            <a:avLst/>
          </a:prstGeom>
          <a:solidFill>
            <a:schemeClr val="tx1">
              <a:lumMod val="50000"/>
              <a:lumOff val="50000"/>
            </a:schemeClr>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正方形/長方形 47">
            <a:extLst>
              <a:ext uri="{FF2B5EF4-FFF2-40B4-BE49-F238E27FC236}">
                <a16:creationId xmlns:a16="http://schemas.microsoft.com/office/drawing/2014/main" id="{91886E32-4E90-8E4F-6882-F5359AEB56FF}"/>
              </a:ext>
            </a:extLst>
          </p:cNvPr>
          <p:cNvSpPr/>
          <p:nvPr/>
        </p:nvSpPr>
        <p:spPr>
          <a:xfrm>
            <a:off x="5540013" y="5093804"/>
            <a:ext cx="1261207" cy="319115"/>
          </a:xfrm>
          <a:prstGeom prst="rect">
            <a:avLst/>
          </a:prstGeom>
          <a:solidFill>
            <a:schemeClr val="accent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9" name="矢印: U ターン 48">
            <a:extLst>
              <a:ext uri="{FF2B5EF4-FFF2-40B4-BE49-F238E27FC236}">
                <a16:creationId xmlns:a16="http://schemas.microsoft.com/office/drawing/2014/main" id="{91998C68-75C0-8F41-222F-121AF7669381}"/>
              </a:ext>
            </a:extLst>
          </p:cNvPr>
          <p:cNvSpPr/>
          <p:nvPr/>
        </p:nvSpPr>
        <p:spPr>
          <a:xfrm rot="5400000">
            <a:off x="9036585" y="4275139"/>
            <a:ext cx="2171925" cy="1053583"/>
          </a:xfrm>
          <a:prstGeom prst="utur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0" name="テキスト ボックス 49">
            <a:extLst>
              <a:ext uri="{FF2B5EF4-FFF2-40B4-BE49-F238E27FC236}">
                <a16:creationId xmlns:a16="http://schemas.microsoft.com/office/drawing/2014/main" id="{F14C9315-2733-3AEA-C9DB-3883AD793AB8}"/>
              </a:ext>
            </a:extLst>
          </p:cNvPr>
          <p:cNvSpPr txBox="1"/>
          <p:nvPr/>
        </p:nvSpPr>
        <p:spPr>
          <a:xfrm>
            <a:off x="5147887" y="6136432"/>
            <a:ext cx="4306665" cy="369332"/>
          </a:xfrm>
          <a:prstGeom prst="rect">
            <a:avLst/>
          </a:prstGeom>
          <a:noFill/>
        </p:spPr>
        <p:txBody>
          <a:bodyPr wrap="square">
            <a:spAutoFit/>
          </a:bodyPr>
          <a:lstStyle/>
          <a:p>
            <a:pPr algn="ctr"/>
            <a:r>
              <a:rPr kumimoji="1" lang="en-US" altLang="ja-JP" dirty="0"/>
              <a:t>Interlayer material (Insulator) plating</a:t>
            </a:r>
            <a:endParaRPr lang="ja-JP" altLang="en-US" dirty="0"/>
          </a:p>
        </p:txBody>
      </p:sp>
      <p:sp>
        <p:nvSpPr>
          <p:cNvPr id="52" name="矢印: 右 51">
            <a:extLst>
              <a:ext uri="{FF2B5EF4-FFF2-40B4-BE49-F238E27FC236}">
                <a16:creationId xmlns:a16="http://schemas.microsoft.com/office/drawing/2014/main" id="{9CFD5430-8982-0544-232B-C6369BCF9BA8}"/>
              </a:ext>
            </a:extLst>
          </p:cNvPr>
          <p:cNvSpPr/>
          <p:nvPr/>
        </p:nvSpPr>
        <p:spPr>
          <a:xfrm>
            <a:off x="2124625" y="3465338"/>
            <a:ext cx="403862" cy="54517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3" name="矢印: 右 52">
            <a:extLst>
              <a:ext uri="{FF2B5EF4-FFF2-40B4-BE49-F238E27FC236}">
                <a16:creationId xmlns:a16="http://schemas.microsoft.com/office/drawing/2014/main" id="{63FB5916-C59B-489C-7816-8FE16C8C6686}"/>
              </a:ext>
            </a:extLst>
          </p:cNvPr>
          <p:cNvSpPr/>
          <p:nvPr/>
        </p:nvSpPr>
        <p:spPr>
          <a:xfrm>
            <a:off x="4611952" y="3456050"/>
            <a:ext cx="403862" cy="54517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矢印: 右 53">
            <a:extLst>
              <a:ext uri="{FF2B5EF4-FFF2-40B4-BE49-F238E27FC236}">
                <a16:creationId xmlns:a16="http://schemas.microsoft.com/office/drawing/2014/main" id="{11B43BB8-2F8C-02C8-B971-78147483BE45}"/>
              </a:ext>
            </a:extLst>
          </p:cNvPr>
          <p:cNvSpPr/>
          <p:nvPr/>
        </p:nvSpPr>
        <p:spPr>
          <a:xfrm>
            <a:off x="7099283" y="3465338"/>
            <a:ext cx="403862" cy="54517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矢印: 右 54">
            <a:extLst>
              <a:ext uri="{FF2B5EF4-FFF2-40B4-BE49-F238E27FC236}">
                <a16:creationId xmlns:a16="http://schemas.microsoft.com/office/drawing/2014/main" id="{84E9D8AD-C2D3-20B8-0621-95B6DB8A1E7D}"/>
              </a:ext>
            </a:extLst>
          </p:cNvPr>
          <p:cNvSpPr/>
          <p:nvPr/>
        </p:nvSpPr>
        <p:spPr>
          <a:xfrm rot="10800000">
            <a:off x="7099283" y="5266240"/>
            <a:ext cx="403862" cy="54517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コンテンツ プレースホルダー 4">
            <a:extLst>
              <a:ext uri="{FF2B5EF4-FFF2-40B4-BE49-F238E27FC236}">
                <a16:creationId xmlns:a16="http://schemas.microsoft.com/office/drawing/2014/main" id="{CD27571D-53ED-B348-671D-A37B85559210}"/>
              </a:ext>
            </a:extLst>
          </p:cNvPr>
          <p:cNvSpPr>
            <a:spLocks noGrp="1"/>
          </p:cNvSpPr>
          <p:nvPr>
            <p:ph sz="quarter" idx="13"/>
          </p:nvPr>
        </p:nvSpPr>
        <p:spPr>
          <a:xfrm>
            <a:off x="490728" y="1286144"/>
            <a:ext cx="11210543" cy="1764753"/>
          </a:xfrm>
        </p:spPr>
        <p:txBody>
          <a:bodyPr/>
          <a:lstStyle/>
          <a:p>
            <a:pPr marL="285750" indent="-285750">
              <a:buFont typeface="Arial" panose="020B0604020202020204" pitchFamily="34" charset="0"/>
              <a:buChar char="•"/>
            </a:pPr>
            <a:r>
              <a:rPr lang="en-US" altLang="ja-JP" sz="2000" dirty="0"/>
              <a:t>Al</a:t>
            </a:r>
            <a:r>
              <a:rPr lang="ja-JP" altLang="en-US" sz="2000" dirty="0"/>
              <a:t>と</a:t>
            </a:r>
            <a:r>
              <a:rPr lang="en-US" altLang="ja-JP" sz="2000" dirty="0"/>
              <a:t>Cu</a:t>
            </a:r>
            <a:r>
              <a:rPr lang="ja-JP" altLang="en-US" sz="2000" dirty="0"/>
              <a:t>でデザインルールが異なるのは、（一般論として）作り方が違うため</a:t>
            </a:r>
            <a:r>
              <a:rPr kumimoji="1" lang="ja-JP" altLang="en-US" sz="2000" dirty="0"/>
              <a:t>。</a:t>
            </a:r>
            <a:endParaRPr kumimoji="1" lang="en-US" altLang="ja-JP" sz="2000" dirty="0"/>
          </a:p>
          <a:p>
            <a:pPr marL="285750" indent="-285750">
              <a:buFont typeface="Arial" panose="020B0604020202020204" pitchFamily="34" charset="0"/>
              <a:buChar char="•"/>
            </a:pPr>
            <a:r>
              <a:rPr kumimoji="1" lang="ja-JP" altLang="en-US" sz="2000" b="1" dirty="0"/>
              <a:t>サブトラクティブプロセス：金属めっきにレジストを堆積してエッチング　（</a:t>
            </a:r>
            <a:r>
              <a:rPr kumimoji="1" lang="en-US" altLang="ja-JP" sz="2000" b="1" dirty="0"/>
              <a:t>Al</a:t>
            </a:r>
            <a:r>
              <a:rPr kumimoji="1" lang="ja-JP" altLang="en-US" sz="2000" b="1" dirty="0"/>
              <a:t>配線層）</a:t>
            </a:r>
            <a:endParaRPr kumimoji="1" lang="en-US" altLang="ja-JP" sz="2000" b="1" dirty="0"/>
          </a:p>
          <a:p>
            <a:pPr marL="285750" indent="-285750">
              <a:buFont typeface="Arial" panose="020B0604020202020204" pitchFamily="34" charset="0"/>
              <a:buChar char="•"/>
            </a:pPr>
            <a:r>
              <a:rPr kumimoji="1" lang="ja-JP" altLang="en-US" sz="2000" dirty="0"/>
              <a:t>ダマシンプロセス：絶縁物で型を</a:t>
            </a:r>
            <a:r>
              <a:rPr lang="ja-JP" altLang="en-US" sz="2000" dirty="0"/>
              <a:t>作って金属を流し込む　（</a:t>
            </a:r>
            <a:r>
              <a:rPr lang="en-US" altLang="ja-JP" sz="2000" dirty="0"/>
              <a:t>Cu</a:t>
            </a:r>
            <a:r>
              <a:rPr lang="ja-JP" altLang="en-US" sz="2000" dirty="0"/>
              <a:t>配線層）</a:t>
            </a:r>
            <a:endParaRPr lang="en-US" altLang="ja-JP" sz="2000" dirty="0"/>
          </a:p>
        </p:txBody>
      </p:sp>
    </p:spTree>
    <p:extLst>
      <p:ext uri="{BB962C8B-B14F-4D97-AF65-F5344CB8AC3E}">
        <p14:creationId xmlns:p14="http://schemas.microsoft.com/office/powerpoint/2010/main" val="234749008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1F5BD-626D-2B77-026E-18CF6B316F9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A886B7D-BC5C-F3B9-4CA7-A84C1DDF48DC}"/>
              </a:ext>
            </a:extLst>
          </p:cNvPr>
          <p:cNvSpPr>
            <a:spLocks noGrp="1"/>
          </p:cNvSpPr>
          <p:nvPr>
            <p:ph type="title"/>
          </p:nvPr>
        </p:nvSpPr>
        <p:spPr/>
        <p:txBody>
          <a:bodyPr/>
          <a:lstStyle/>
          <a:p>
            <a:r>
              <a:rPr kumimoji="1" lang="ja-JP" altLang="en-US" dirty="0"/>
              <a:t>配線層ができるまで</a:t>
            </a:r>
            <a:endParaRPr lang="en-US" altLang="ja-JP" sz="2800" dirty="0"/>
          </a:p>
        </p:txBody>
      </p:sp>
      <p:sp>
        <p:nvSpPr>
          <p:cNvPr id="3" name="日付プレースホルダー 2">
            <a:extLst>
              <a:ext uri="{FF2B5EF4-FFF2-40B4-BE49-F238E27FC236}">
                <a16:creationId xmlns:a16="http://schemas.microsoft.com/office/drawing/2014/main" id="{6F05F51D-C8C2-DDC0-2F1F-31533AEEB1A1}"/>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3CE43CB6-EC73-CC28-354A-C2B303C2DE7F}"/>
              </a:ext>
            </a:extLst>
          </p:cNvPr>
          <p:cNvSpPr>
            <a:spLocks noGrp="1"/>
          </p:cNvSpPr>
          <p:nvPr>
            <p:ph type="sldNum" sz="quarter" idx="12"/>
          </p:nvPr>
        </p:nvSpPr>
        <p:spPr/>
        <p:txBody>
          <a:bodyPr/>
          <a:lstStyle/>
          <a:p>
            <a:pPr rtl="0"/>
            <a:fld id="{9860EDB8-5305-433F-BE41-D7A86D811DB3}" type="slidenum">
              <a:rPr lang="en-US" altLang="ja-JP" noProof="0" smtClean="0"/>
              <a:pPr rtl="0"/>
              <a:t>84</a:t>
            </a:fld>
            <a:endParaRPr lang="ja-JP" altLang="en-US" noProof="0"/>
          </a:p>
        </p:txBody>
      </p:sp>
      <p:sp>
        <p:nvSpPr>
          <p:cNvPr id="9" name="正方形/長方形 8">
            <a:extLst>
              <a:ext uri="{FF2B5EF4-FFF2-40B4-BE49-F238E27FC236}">
                <a16:creationId xmlns:a16="http://schemas.microsoft.com/office/drawing/2014/main" id="{50061B9A-9A05-2F4F-C4FB-93AE457F8F80}"/>
              </a:ext>
            </a:extLst>
          </p:cNvPr>
          <p:cNvSpPr/>
          <p:nvPr/>
        </p:nvSpPr>
        <p:spPr>
          <a:xfrm>
            <a:off x="2660560" y="3324224"/>
            <a:ext cx="1819333" cy="564569"/>
          </a:xfrm>
          <a:prstGeom prst="rect">
            <a:avLst/>
          </a:prstGeom>
          <a:solidFill>
            <a:srgbClr val="9FCDB3"/>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正方形/長方形 9">
            <a:extLst>
              <a:ext uri="{FF2B5EF4-FFF2-40B4-BE49-F238E27FC236}">
                <a16:creationId xmlns:a16="http://schemas.microsoft.com/office/drawing/2014/main" id="{55E6A6AB-131D-DB08-3668-F0356CC21DF8}"/>
              </a:ext>
            </a:extLst>
          </p:cNvPr>
          <p:cNvSpPr/>
          <p:nvPr/>
        </p:nvSpPr>
        <p:spPr>
          <a:xfrm>
            <a:off x="2660559" y="3874158"/>
            <a:ext cx="1819333" cy="410899"/>
          </a:xfrm>
          <a:prstGeom prst="rect">
            <a:avLst/>
          </a:prstGeom>
          <a:solidFill>
            <a:schemeClr val="tx1">
              <a:lumMod val="50000"/>
              <a:lumOff val="50000"/>
            </a:schemeClr>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6ED42171-C374-A269-C7ED-46C09B8A0346}"/>
              </a:ext>
            </a:extLst>
          </p:cNvPr>
          <p:cNvSpPr/>
          <p:nvPr/>
        </p:nvSpPr>
        <p:spPr>
          <a:xfrm>
            <a:off x="173227" y="3868818"/>
            <a:ext cx="1819333" cy="410899"/>
          </a:xfrm>
          <a:prstGeom prst="rect">
            <a:avLst/>
          </a:prstGeom>
          <a:solidFill>
            <a:schemeClr val="tx1">
              <a:lumMod val="50000"/>
              <a:lumOff val="50000"/>
            </a:schemeClr>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en-US" altLang="ja-JP" dirty="0"/>
              <a:t>bottom</a:t>
            </a:r>
            <a:endParaRPr kumimoji="1" lang="ja-JP" altLang="en-US" dirty="0"/>
          </a:p>
        </p:txBody>
      </p:sp>
      <p:sp>
        <p:nvSpPr>
          <p:cNvPr id="13" name="正方形/長方形 12">
            <a:extLst>
              <a:ext uri="{FF2B5EF4-FFF2-40B4-BE49-F238E27FC236}">
                <a16:creationId xmlns:a16="http://schemas.microsoft.com/office/drawing/2014/main" id="{4C4A5B72-BA0A-24AD-C17E-F2BA81168786}"/>
              </a:ext>
            </a:extLst>
          </p:cNvPr>
          <p:cNvSpPr/>
          <p:nvPr/>
        </p:nvSpPr>
        <p:spPr>
          <a:xfrm>
            <a:off x="7635554" y="5106761"/>
            <a:ext cx="1819333" cy="564569"/>
          </a:xfrm>
          <a:prstGeom prst="rect">
            <a:avLst/>
          </a:prstGeom>
          <a:solidFill>
            <a:srgbClr val="9FCDB3"/>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正方形/長方形 13">
            <a:extLst>
              <a:ext uri="{FF2B5EF4-FFF2-40B4-BE49-F238E27FC236}">
                <a16:creationId xmlns:a16="http://schemas.microsoft.com/office/drawing/2014/main" id="{6E1263E3-A8A4-7B2A-3A3E-D9168FE394DE}"/>
              </a:ext>
            </a:extLst>
          </p:cNvPr>
          <p:cNvSpPr/>
          <p:nvPr/>
        </p:nvSpPr>
        <p:spPr>
          <a:xfrm>
            <a:off x="8370052" y="5397067"/>
            <a:ext cx="350335" cy="274263"/>
          </a:xfrm>
          <a:prstGeom prst="rect">
            <a:avLst/>
          </a:prstGeom>
          <a:solidFill>
            <a:srgbClr val="D2472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924569DF-8399-C376-0C17-16EE673BF188}"/>
              </a:ext>
            </a:extLst>
          </p:cNvPr>
          <p:cNvSpPr/>
          <p:nvPr/>
        </p:nvSpPr>
        <p:spPr>
          <a:xfrm>
            <a:off x="7635553" y="5656695"/>
            <a:ext cx="1819333" cy="410899"/>
          </a:xfrm>
          <a:prstGeom prst="rect">
            <a:avLst/>
          </a:prstGeom>
          <a:solidFill>
            <a:schemeClr val="tx1">
              <a:lumMod val="50000"/>
              <a:lumOff val="50000"/>
            </a:schemeClr>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F6ED7DA7-7F9D-1B3C-6DBF-3B6D97D1B6F6}"/>
              </a:ext>
            </a:extLst>
          </p:cNvPr>
          <p:cNvSpPr/>
          <p:nvPr/>
        </p:nvSpPr>
        <p:spPr>
          <a:xfrm>
            <a:off x="8027684" y="5106761"/>
            <a:ext cx="1261207" cy="319115"/>
          </a:xfrm>
          <a:prstGeom prst="rect">
            <a:avLst/>
          </a:prstGeom>
          <a:solidFill>
            <a:schemeClr val="bg1"/>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正方形/長方形 16">
            <a:extLst>
              <a:ext uri="{FF2B5EF4-FFF2-40B4-BE49-F238E27FC236}">
                <a16:creationId xmlns:a16="http://schemas.microsoft.com/office/drawing/2014/main" id="{13E849F9-6963-962A-8F5B-60CB67603E82}"/>
              </a:ext>
            </a:extLst>
          </p:cNvPr>
          <p:cNvSpPr/>
          <p:nvPr/>
        </p:nvSpPr>
        <p:spPr>
          <a:xfrm>
            <a:off x="5156180" y="5106759"/>
            <a:ext cx="1819333" cy="564569"/>
          </a:xfrm>
          <a:prstGeom prst="rect">
            <a:avLst/>
          </a:prstGeom>
          <a:solidFill>
            <a:srgbClr val="9FCDB3"/>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正方形/長方形 17">
            <a:extLst>
              <a:ext uri="{FF2B5EF4-FFF2-40B4-BE49-F238E27FC236}">
                <a16:creationId xmlns:a16="http://schemas.microsoft.com/office/drawing/2014/main" id="{AC3BCDBE-0358-4859-9000-4B4C14B08DE0}"/>
              </a:ext>
            </a:extLst>
          </p:cNvPr>
          <p:cNvSpPr/>
          <p:nvPr/>
        </p:nvSpPr>
        <p:spPr>
          <a:xfrm>
            <a:off x="5890678" y="5397065"/>
            <a:ext cx="350335" cy="274263"/>
          </a:xfrm>
          <a:prstGeom prst="rect">
            <a:avLst/>
          </a:prstGeom>
          <a:solidFill>
            <a:srgbClr val="D2472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正方形/長方形 18">
            <a:extLst>
              <a:ext uri="{FF2B5EF4-FFF2-40B4-BE49-F238E27FC236}">
                <a16:creationId xmlns:a16="http://schemas.microsoft.com/office/drawing/2014/main" id="{890EFE99-9C71-B9E1-9AF1-146014A9457B}"/>
              </a:ext>
            </a:extLst>
          </p:cNvPr>
          <p:cNvSpPr/>
          <p:nvPr/>
        </p:nvSpPr>
        <p:spPr>
          <a:xfrm>
            <a:off x="5156179" y="5656693"/>
            <a:ext cx="1819333" cy="410899"/>
          </a:xfrm>
          <a:prstGeom prst="rect">
            <a:avLst/>
          </a:prstGeom>
          <a:solidFill>
            <a:schemeClr val="tx1">
              <a:lumMod val="50000"/>
              <a:lumOff val="50000"/>
            </a:schemeClr>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正方形/長方形 19">
            <a:extLst>
              <a:ext uri="{FF2B5EF4-FFF2-40B4-BE49-F238E27FC236}">
                <a16:creationId xmlns:a16="http://schemas.microsoft.com/office/drawing/2014/main" id="{4741679F-8830-226D-90A4-5901ED1BC497}"/>
              </a:ext>
            </a:extLst>
          </p:cNvPr>
          <p:cNvSpPr/>
          <p:nvPr/>
        </p:nvSpPr>
        <p:spPr>
          <a:xfrm>
            <a:off x="5548309" y="5106759"/>
            <a:ext cx="1261207" cy="319115"/>
          </a:xfrm>
          <a:prstGeom prst="rect">
            <a:avLst/>
          </a:prstGeom>
          <a:solidFill>
            <a:srgbClr val="D2472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フリーフォーム: 図形 21">
            <a:extLst>
              <a:ext uri="{FF2B5EF4-FFF2-40B4-BE49-F238E27FC236}">
                <a16:creationId xmlns:a16="http://schemas.microsoft.com/office/drawing/2014/main" id="{B2FBCC0A-EABA-C8D4-9F8A-7C2C1F03BCB5}"/>
              </a:ext>
            </a:extLst>
          </p:cNvPr>
          <p:cNvSpPr/>
          <p:nvPr/>
        </p:nvSpPr>
        <p:spPr>
          <a:xfrm>
            <a:off x="5156176" y="4618996"/>
            <a:ext cx="1819332" cy="526374"/>
          </a:xfrm>
          <a:custGeom>
            <a:avLst/>
            <a:gdLst>
              <a:gd name="connsiteX0" fmla="*/ 0 w 2064190"/>
              <a:gd name="connsiteY0" fmla="*/ 679010 h 679010"/>
              <a:gd name="connsiteX1" fmla="*/ 27160 w 2064190"/>
              <a:gd name="connsiteY1" fmla="*/ 633743 h 679010"/>
              <a:gd name="connsiteX2" fmla="*/ 126748 w 2064190"/>
              <a:gd name="connsiteY2" fmla="*/ 543208 h 679010"/>
              <a:gd name="connsiteX3" fmla="*/ 162962 w 2064190"/>
              <a:gd name="connsiteY3" fmla="*/ 506994 h 679010"/>
              <a:gd name="connsiteX4" fmla="*/ 217283 w 2064190"/>
              <a:gd name="connsiteY4" fmla="*/ 488887 h 679010"/>
              <a:gd name="connsiteX5" fmla="*/ 316871 w 2064190"/>
              <a:gd name="connsiteY5" fmla="*/ 425513 h 679010"/>
              <a:gd name="connsiteX6" fmla="*/ 416459 w 2064190"/>
              <a:gd name="connsiteY6" fmla="*/ 289711 h 679010"/>
              <a:gd name="connsiteX7" fmla="*/ 479833 w 2064190"/>
              <a:gd name="connsiteY7" fmla="*/ 217283 h 679010"/>
              <a:gd name="connsiteX8" fmla="*/ 516047 w 2064190"/>
              <a:gd name="connsiteY8" fmla="*/ 172016 h 679010"/>
              <a:gd name="connsiteX9" fmla="*/ 552261 w 2064190"/>
              <a:gd name="connsiteY9" fmla="*/ 144855 h 679010"/>
              <a:gd name="connsiteX10" fmla="*/ 579422 w 2064190"/>
              <a:gd name="connsiteY10" fmla="*/ 117695 h 679010"/>
              <a:gd name="connsiteX11" fmla="*/ 633742 w 2064190"/>
              <a:gd name="connsiteY11" fmla="*/ 99588 h 679010"/>
              <a:gd name="connsiteX12" fmla="*/ 733331 w 2064190"/>
              <a:gd name="connsiteY12" fmla="*/ 54321 h 679010"/>
              <a:gd name="connsiteX13" fmla="*/ 823865 w 2064190"/>
              <a:gd name="connsiteY13" fmla="*/ 36214 h 679010"/>
              <a:gd name="connsiteX14" fmla="*/ 860079 w 2064190"/>
              <a:gd name="connsiteY14" fmla="*/ 27160 h 679010"/>
              <a:gd name="connsiteX15" fmla="*/ 905346 w 2064190"/>
              <a:gd name="connsiteY15" fmla="*/ 9054 h 679010"/>
              <a:gd name="connsiteX16" fmla="*/ 986828 w 2064190"/>
              <a:gd name="connsiteY16" fmla="*/ 0 h 679010"/>
              <a:gd name="connsiteX17" fmla="*/ 1195057 w 2064190"/>
              <a:gd name="connsiteY17" fmla="*/ 18107 h 679010"/>
              <a:gd name="connsiteX18" fmla="*/ 1321806 w 2064190"/>
              <a:gd name="connsiteY18" fmla="*/ 36214 h 679010"/>
              <a:gd name="connsiteX19" fmla="*/ 1394233 w 2064190"/>
              <a:gd name="connsiteY19" fmla="*/ 54321 h 679010"/>
              <a:gd name="connsiteX20" fmla="*/ 1511929 w 2064190"/>
              <a:gd name="connsiteY20" fmla="*/ 99588 h 679010"/>
              <a:gd name="connsiteX21" fmla="*/ 1548142 w 2064190"/>
              <a:gd name="connsiteY21" fmla="*/ 117695 h 679010"/>
              <a:gd name="connsiteX22" fmla="*/ 1620570 w 2064190"/>
              <a:gd name="connsiteY22" fmla="*/ 162962 h 679010"/>
              <a:gd name="connsiteX23" fmla="*/ 1656784 w 2064190"/>
              <a:gd name="connsiteY23" fmla="*/ 190123 h 679010"/>
              <a:gd name="connsiteX24" fmla="*/ 1683944 w 2064190"/>
              <a:gd name="connsiteY24" fmla="*/ 208230 h 679010"/>
              <a:gd name="connsiteX25" fmla="*/ 1756372 w 2064190"/>
              <a:gd name="connsiteY25" fmla="*/ 262551 h 679010"/>
              <a:gd name="connsiteX26" fmla="*/ 1783532 w 2064190"/>
              <a:gd name="connsiteY26" fmla="*/ 316871 h 679010"/>
              <a:gd name="connsiteX27" fmla="*/ 1810693 w 2064190"/>
              <a:gd name="connsiteY27" fmla="*/ 344032 h 679010"/>
              <a:gd name="connsiteX28" fmla="*/ 1819746 w 2064190"/>
              <a:gd name="connsiteY28" fmla="*/ 380246 h 679010"/>
              <a:gd name="connsiteX29" fmla="*/ 1837853 w 2064190"/>
              <a:gd name="connsiteY29" fmla="*/ 407406 h 679010"/>
              <a:gd name="connsiteX30" fmla="*/ 1846907 w 2064190"/>
              <a:gd name="connsiteY30" fmla="*/ 461727 h 679010"/>
              <a:gd name="connsiteX31" fmla="*/ 1910281 w 2064190"/>
              <a:gd name="connsiteY31" fmla="*/ 506994 h 679010"/>
              <a:gd name="connsiteX32" fmla="*/ 1937441 w 2064190"/>
              <a:gd name="connsiteY32" fmla="*/ 534155 h 679010"/>
              <a:gd name="connsiteX33" fmla="*/ 2000816 w 2064190"/>
              <a:gd name="connsiteY33" fmla="*/ 543208 h 679010"/>
              <a:gd name="connsiteX34" fmla="*/ 2046083 w 2064190"/>
              <a:gd name="connsiteY34" fmla="*/ 597529 h 679010"/>
              <a:gd name="connsiteX35" fmla="*/ 2064190 w 2064190"/>
              <a:gd name="connsiteY35" fmla="*/ 651850 h 679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2064190" h="679010">
                <a:moveTo>
                  <a:pt x="0" y="679010"/>
                </a:moveTo>
                <a:cubicBezTo>
                  <a:pt x="9053" y="663921"/>
                  <a:pt x="16017" y="647362"/>
                  <a:pt x="27160" y="633743"/>
                </a:cubicBezTo>
                <a:cubicBezTo>
                  <a:pt x="72883" y="577859"/>
                  <a:pt x="78284" y="586287"/>
                  <a:pt x="126748" y="543208"/>
                </a:cubicBezTo>
                <a:cubicBezTo>
                  <a:pt x="139507" y="531866"/>
                  <a:pt x="148323" y="515777"/>
                  <a:pt x="162962" y="506994"/>
                </a:cubicBezTo>
                <a:cubicBezTo>
                  <a:pt x="179328" y="497174"/>
                  <a:pt x="199665" y="496228"/>
                  <a:pt x="217283" y="488887"/>
                </a:cubicBezTo>
                <a:cubicBezTo>
                  <a:pt x="262025" y="470245"/>
                  <a:pt x="281436" y="457995"/>
                  <a:pt x="316871" y="425513"/>
                </a:cubicBezTo>
                <a:cubicBezTo>
                  <a:pt x="418679" y="332188"/>
                  <a:pt x="349403" y="398676"/>
                  <a:pt x="416459" y="289711"/>
                </a:cubicBezTo>
                <a:cubicBezTo>
                  <a:pt x="444535" y="244088"/>
                  <a:pt x="449702" y="251719"/>
                  <a:pt x="479833" y="217283"/>
                </a:cubicBezTo>
                <a:cubicBezTo>
                  <a:pt x="492558" y="202741"/>
                  <a:pt x="502383" y="185680"/>
                  <a:pt x="516047" y="172016"/>
                </a:cubicBezTo>
                <a:cubicBezTo>
                  <a:pt x="526717" y="161346"/>
                  <a:pt x="540804" y="154675"/>
                  <a:pt x="552261" y="144855"/>
                </a:cubicBezTo>
                <a:cubicBezTo>
                  <a:pt x="561982" y="136523"/>
                  <a:pt x="568230" y="123913"/>
                  <a:pt x="579422" y="117695"/>
                </a:cubicBezTo>
                <a:cubicBezTo>
                  <a:pt x="596106" y="108426"/>
                  <a:pt x="616124" y="106929"/>
                  <a:pt x="633742" y="99588"/>
                </a:cubicBezTo>
                <a:cubicBezTo>
                  <a:pt x="707620" y="68806"/>
                  <a:pt x="665236" y="77020"/>
                  <a:pt x="733331" y="54321"/>
                </a:cubicBezTo>
                <a:cubicBezTo>
                  <a:pt x="764883" y="43803"/>
                  <a:pt x="790420" y="42903"/>
                  <a:pt x="823865" y="36214"/>
                </a:cubicBezTo>
                <a:cubicBezTo>
                  <a:pt x="836066" y="33774"/>
                  <a:pt x="848275" y="31095"/>
                  <a:pt x="860079" y="27160"/>
                </a:cubicBezTo>
                <a:cubicBezTo>
                  <a:pt x="875496" y="22021"/>
                  <a:pt x="889455" y="12459"/>
                  <a:pt x="905346" y="9054"/>
                </a:cubicBezTo>
                <a:cubicBezTo>
                  <a:pt x="932067" y="3328"/>
                  <a:pt x="959667" y="3018"/>
                  <a:pt x="986828" y="0"/>
                </a:cubicBezTo>
                <a:cubicBezTo>
                  <a:pt x="1212785" y="13292"/>
                  <a:pt x="1070854" y="-523"/>
                  <a:pt x="1195057" y="18107"/>
                </a:cubicBezTo>
                <a:cubicBezTo>
                  <a:pt x="1237263" y="24438"/>
                  <a:pt x="1280402" y="25863"/>
                  <a:pt x="1321806" y="36214"/>
                </a:cubicBezTo>
                <a:cubicBezTo>
                  <a:pt x="1345948" y="42250"/>
                  <a:pt x="1370624" y="46452"/>
                  <a:pt x="1394233" y="54321"/>
                </a:cubicBezTo>
                <a:cubicBezTo>
                  <a:pt x="1443476" y="70734"/>
                  <a:pt x="1442347" y="69767"/>
                  <a:pt x="1511929" y="99588"/>
                </a:cubicBezTo>
                <a:cubicBezTo>
                  <a:pt x="1524334" y="104904"/>
                  <a:pt x="1536344" y="111141"/>
                  <a:pt x="1548142" y="117695"/>
                </a:cubicBezTo>
                <a:cubicBezTo>
                  <a:pt x="1567180" y="128272"/>
                  <a:pt x="1600757" y="148809"/>
                  <a:pt x="1620570" y="162962"/>
                </a:cubicBezTo>
                <a:cubicBezTo>
                  <a:pt x="1632849" y="171733"/>
                  <a:pt x="1644505" y="181352"/>
                  <a:pt x="1656784" y="190123"/>
                </a:cubicBezTo>
                <a:cubicBezTo>
                  <a:pt x="1665638" y="196447"/>
                  <a:pt x="1675239" y="201702"/>
                  <a:pt x="1683944" y="208230"/>
                </a:cubicBezTo>
                <a:cubicBezTo>
                  <a:pt x="1769966" y="272747"/>
                  <a:pt x="1694970" y="221616"/>
                  <a:pt x="1756372" y="262551"/>
                </a:cubicBezTo>
                <a:cubicBezTo>
                  <a:pt x="1765425" y="280658"/>
                  <a:pt x="1772303" y="300027"/>
                  <a:pt x="1783532" y="316871"/>
                </a:cubicBezTo>
                <a:cubicBezTo>
                  <a:pt x="1790634" y="327524"/>
                  <a:pt x="1804341" y="332915"/>
                  <a:pt x="1810693" y="344032"/>
                </a:cubicBezTo>
                <a:cubicBezTo>
                  <a:pt x="1816866" y="354835"/>
                  <a:pt x="1814845" y="368809"/>
                  <a:pt x="1819746" y="380246"/>
                </a:cubicBezTo>
                <a:cubicBezTo>
                  <a:pt x="1824032" y="390247"/>
                  <a:pt x="1831817" y="398353"/>
                  <a:pt x="1837853" y="407406"/>
                </a:cubicBezTo>
                <a:cubicBezTo>
                  <a:pt x="1840871" y="425513"/>
                  <a:pt x="1837992" y="445680"/>
                  <a:pt x="1846907" y="461727"/>
                </a:cubicBezTo>
                <a:cubicBezTo>
                  <a:pt x="1852530" y="471848"/>
                  <a:pt x="1898903" y="497512"/>
                  <a:pt x="1910281" y="506994"/>
                </a:cubicBezTo>
                <a:cubicBezTo>
                  <a:pt x="1920117" y="515191"/>
                  <a:pt x="1925553" y="529400"/>
                  <a:pt x="1937441" y="534155"/>
                </a:cubicBezTo>
                <a:cubicBezTo>
                  <a:pt x="1957254" y="542080"/>
                  <a:pt x="1979691" y="540190"/>
                  <a:pt x="2000816" y="543208"/>
                </a:cubicBezTo>
                <a:cubicBezTo>
                  <a:pt x="2014907" y="557299"/>
                  <a:pt x="2038520" y="577361"/>
                  <a:pt x="2046083" y="597529"/>
                </a:cubicBezTo>
                <a:cubicBezTo>
                  <a:pt x="2069820" y="660828"/>
                  <a:pt x="2040415" y="628075"/>
                  <a:pt x="2064190" y="651850"/>
                </a:cubicBezTo>
              </a:path>
            </a:pathLst>
          </a:custGeom>
          <a:solidFill>
            <a:srgbClr val="D2472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正方形/長方形 22">
            <a:extLst>
              <a:ext uri="{FF2B5EF4-FFF2-40B4-BE49-F238E27FC236}">
                <a16:creationId xmlns:a16="http://schemas.microsoft.com/office/drawing/2014/main" id="{F07B5A76-0F01-5784-C71A-AF5EFDCF2B47}"/>
              </a:ext>
            </a:extLst>
          </p:cNvPr>
          <p:cNvSpPr/>
          <p:nvPr/>
        </p:nvSpPr>
        <p:spPr>
          <a:xfrm>
            <a:off x="2660559" y="5094404"/>
            <a:ext cx="1819333" cy="564569"/>
          </a:xfrm>
          <a:prstGeom prst="rect">
            <a:avLst/>
          </a:prstGeom>
          <a:solidFill>
            <a:srgbClr val="9FCDB3"/>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正方形/長方形 23">
            <a:extLst>
              <a:ext uri="{FF2B5EF4-FFF2-40B4-BE49-F238E27FC236}">
                <a16:creationId xmlns:a16="http://schemas.microsoft.com/office/drawing/2014/main" id="{D577FB6A-DCCD-F029-86A0-96E755AE9DD5}"/>
              </a:ext>
            </a:extLst>
          </p:cNvPr>
          <p:cNvSpPr/>
          <p:nvPr/>
        </p:nvSpPr>
        <p:spPr>
          <a:xfrm>
            <a:off x="3395058" y="5384710"/>
            <a:ext cx="350335" cy="274263"/>
          </a:xfrm>
          <a:prstGeom prst="rect">
            <a:avLst/>
          </a:prstGeom>
          <a:solidFill>
            <a:srgbClr val="D2472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正方形/長方形 24">
            <a:extLst>
              <a:ext uri="{FF2B5EF4-FFF2-40B4-BE49-F238E27FC236}">
                <a16:creationId xmlns:a16="http://schemas.microsoft.com/office/drawing/2014/main" id="{94C11344-BA3D-337D-270B-4FE1E907155D}"/>
              </a:ext>
            </a:extLst>
          </p:cNvPr>
          <p:cNvSpPr/>
          <p:nvPr/>
        </p:nvSpPr>
        <p:spPr>
          <a:xfrm>
            <a:off x="2660559" y="5644338"/>
            <a:ext cx="1819333" cy="410899"/>
          </a:xfrm>
          <a:prstGeom prst="rect">
            <a:avLst/>
          </a:prstGeom>
          <a:solidFill>
            <a:schemeClr val="tx1">
              <a:lumMod val="50000"/>
              <a:lumOff val="50000"/>
            </a:schemeClr>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正方形/長方形 25">
            <a:extLst>
              <a:ext uri="{FF2B5EF4-FFF2-40B4-BE49-F238E27FC236}">
                <a16:creationId xmlns:a16="http://schemas.microsoft.com/office/drawing/2014/main" id="{8388AF40-0A3C-C457-FF36-B411091E9A6F}"/>
              </a:ext>
            </a:extLst>
          </p:cNvPr>
          <p:cNvSpPr/>
          <p:nvPr/>
        </p:nvSpPr>
        <p:spPr>
          <a:xfrm>
            <a:off x="3052689" y="5094404"/>
            <a:ext cx="1261207" cy="319115"/>
          </a:xfrm>
          <a:prstGeom prst="rect">
            <a:avLst/>
          </a:prstGeom>
          <a:solidFill>
            <a:srgbClr val="D2472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0AC68FA0-0153-7BF7-B4EF-48A2C13A6C2E}"/>
              </a:ext>
            </a:extLst>
          </p:cNvPr>
          <p:cNvSpPr txBox="1"/>
          <p:nvPr/>
        </p:nvSpPr>
        <p:spPr>
          <a:xfrm>
            <a:off x="173227" y="4272709"/>
            <a:ext cx="4306665" cy="369332"/>
          </a:xfrm>
          <a:prstGeom prst="rect">
            <a:avLst/>
          </a:prstGeom>
          <a:noFill/>
        </p:spPr>
        <p:txBody>
          <a:bodyPr wrap="square">
            <a:spAutoFit/>
          </a:bodyPr>
          <a:lstStyle/>
          <a:p>
            <a:pPr algn="ctr"/>
            <a:r>
              <a:rPr kumimoji="1" lang="en-US" altLang="ja-JP" dirty="0"/>
              <a:t>Insulator plating</a:t>
            </a:r>
            <a:endParaRPr lang="ja-JP" altLang="en-US" dirty="0"/>
          </a:p>
        </p:txBody>
      </p:sp>
      <p:sp>
        <p:nvSpPr>
          <p:cNvPr id="32" name="テキスト ボックス 31">
            <a:extLst>
              <a:ext uri="{FF2B5EF4-FFF2-40B4-BE49-F238E27FC236}">
                <a16:creationId xmlns:a16="http://schemas.microsoft.com/office/drawing/2014/main" id="{91A16D08-D972-1645-8C5F-F16C7567B8B8}"/>
              </a:ext>
            </a:extLst>
          </p:cNvPr>
          <p:cNvSpPr txBox="1"/>
          <p:nvPr/>
        </p:nvSpPr>
        <p:spPr>
          <a:xfrm>
            <a:off x="2660559" y="4267004"/>
            <a:ext cx="4306665" cy="369332"/>
          </a:xfrm>
          <a:prstGeom prst="rect">
            <a:avLst/>
          </a:prstGeom>
          <a:noFill/>
        </p:spPr>
        <p:txBody>
          <a:bodyPr wrap="square">
            <a:spAutoFit/>
          </a:bodyPr>
          <a:lstStyle/>
          <a:p>
            <a:pPr algn="ctr"/>
            <a:r>
              <a:rPr kumimoji="1" lang="en-US" altLang="ja-JP" dirty="0"/>
              <a:t>Resist plating</a:t>
            </a:r>
            <a:endParaRPr lang="ja-JP" altLang="en-US" dirty="0"/>
          </a:p>
        </p:txBody>
      </p:sp>
      <p:sp>
        <p:nvSpPr>
          <p:cNvPr id="35" name="正方形/長方形 34">
            <a:extLst>
              <a:ext uri="{FF2B5EF4-FFF2-40B4-BE49-F238E27FC236}">
                <a16:creationId xmlns:a16="http://schemas.microsoft.com/office/drawing/2014/main" id="{07988DA0-FFE1-4D7A-31C7-D0A3FA3AE42F}"/>
              </a:ext>
            </a:extLst>
          </p:cNvPr>
          <p:cNvSpPr/>
          <p:nvPr/>
        </p:nvSpPr>
        <p:spPr>
          <a:xfrm>
            <a:off x="5147874" y="3322901"/>
            <a:ext cx="1819333" cy="564569"/>
          </a:xfrm>
          <a:prstGeom prst="rect">
            <a:avLst/>
          </a:prstGeom>
          <a:solidFill>
            <a:srgbClr val="9FCDB3"/>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6" name="正方形/長方形 35">
            <a:extLst>
              <a:ext uri="{FF2B5EF4-FFF2-40B4-BE49-F238E27FC236}">
                <a16:creationId xmlns:a16="http://schemas.microsoft.com/office/drawing/2014/main" id="{D82DC2CA-B3D1-F780-B1F5-365862E32338}"/>
              </a:ext>
            </a:extLst>
          </p:cNvPr>
          <p:cNvSpPr/>
          <p:nvPr/>
        </p:nvSpPr>
        <p:spPr>
          <a:xfrm>
            <a:off x="5882372" y="3613207"/>
            <a:ext cx="350335" cy="274263"/>
          </a:xfrm>
          <a:prstGeom prst="rect">
            <a:avLst/>
          </a:prstGeom>
          <a:solidFill>
            <a:srgbClr val="D2472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2A1CD4E3-4D3A-A961-32FF-72F18C921FD1}"/>
              </a:ext>
            </a:extLst>
          </p:cNvPr>
          <p:cNvSpPr/>
          <p:nvPr/>
        </p:nvSpPr>
        <p:spPr>
          <a:xfrm>
            <a:off x="5147873" y="3872835"/>
            <a:ext cx="1819333" cy="410899"/>
          </a:xfrm>
          <a:prstGeom prst="rect">
            <a:avLst/>
          </a:prstGeom>
          <a:solidFill>
            <a:schemeClr val="tx1">
              <a:lumMod val="50000"/>
              <a:lumOff val="50000"/>
            </a:schemeClr>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正方形/長方形 41">
            <a:extLst>
              <a:ext uri="{FF2B5EF4-FFF2-40B4-BE49-F238E27FC236}">
                <a16:creationId xmlns:a16="http://schemas.microsoft.com/office/drawing/2014/main" id="{9E6D140B-ED50-6CFC-F5F4-C05CD1E35355}"/>
              </a:ext>
            </a:extLst>
          </p:cNvPr>
          <p:cNvSpPr/>
          <p:nvPr/>
        </p:nvSpPr>
        <p:spPr>
          <a:xfrm>
            <a:off x="5147873" y="3006006"/>
            <a:ext cx="392131" cy="319115"/>
          </a:xfrm>
          <a:prstGeom prst="rect">
            <a:avLst/>
          </a:prstGeom>
          <a:solidFill>
            <a:srgbClr val="0070C0"/>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正方形/長方形 42">
            <a:extLst>
              <a:ext uri="{FF2B5EF4-FFF2-40B4-BE49-F238E27FC236}">
                <a16:creationId xmlns:a16="http://schemas.microsoft.com/office/drawing/2014/main" id="{7AA13BED-D49A-405F-CBE1-4FCFB9A11758}"/>
              </a:ext>
            </a:extLst>
          </p:cNvPr>
          <p:cNvSpPr/>
          <p:nvPr/>
        </p:nvSpPr>
        <p:spPr>
          <a:xfrm>
            <a:off x="6801211" y="3014468"/>
            <a:ext cx="165995" cy="319115"/>
          </a:xfrm>
          <a:prstGeom prst="rect">
            <a:avLst/>
          </a:prstGeom>
          <a:solidFill>
            <a:srgbClr val="0070C0"/>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2" name="正方形/長方形 51">
            <a:extLst>
              <a:ext uri="{FF2B5EF4-FFF2-40B4-BE49-F238E27FC236}">
                <a16:creationId xmlns:a16="http://schemas.microsoft.com/office/drawing/2014/main" id="{96B0C012-D7D7-05E2-A01C-434D9C308737}"/>
              </a:ext>
            </a:extLst>
          </p:cNvPr>
          <p:cNvSpPr/>
          <p:nvPr/>
        </p:nvSpPr>
        <p:spPr>
          <a:xfrm>
            <a:off x="7635204" y="3306171"/>
            <a:ext cx="1819333" cy="564569"/>
          </a:xfrm>
          <a:prstGeom prst="rect">
            <a:avLst/>
          </a:prstGeom>
          <a:solidFill>
            <a:srgbClr val="9FCDB3"/>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3" name="正方形/長方形 52">
            <a:extLst>
              <a:ext uri="{FF2B5EF4-FFF2-40B4-BE49-F238E27FC236}">
                <a16:creationId xmlns:a16="http://schemas.microsoft.com/office/drawing/2014/main" id="{EA83550F-E685-8FC8-9350-3942C8A74BFD}"/>
              </a:ext>
            </a:extLst>
          </p:cNvPr>
          <p:cNvSpPr/>
          <p:nvPr/>
        </p:nvSpPr>
        <p:spPr>
          <a:xfrm>
            <a:off x="8369702" y="3596477"/>
            <a:ext cx="350335" cy="274263"/>
          </a:xfrm>
          <a:prstGeom prst="rect">
            <a:avLst/>
          </a:prstGeom>
          <a:solidFill>
            <a:srgbClr val="D2472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4" name="正方形/長方形 53">
            <a:extLst>
              <a:ext uri="{FF2B5EF4-FFF2-40B4-BE49-F238E27FC236}">
                <a16:creationId xmlns:a16="http://schemas.microsoft.com/office/drawing/2014/main" id="{4BFC87B3-B16A-2AD9-3916-56CB9E1B5D23}"/>
              </a:ext>
            </a:extLst>
          </p:cNvPr>
          <p:cNvSpPr/>
          <p:nvPr/>
        </p:nvSpPr>
        <p:spPr>
          <a:xfrm>
            <a:off x="7635203" y="3856105"/>
            <a:ext cx="1819333" cy="410899"/>
          </a:xfrm>
          <a:prstGeom prst="rect">
            <a:avLst/>
          </a:prstGeom>
          <a:solidFill>
            <a:schemeClr val="tx1">
              <a:lumMod val="50000"/>
              <a:lumOff val="50000"/>
            </a:schemeClr>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正方形/長方形 54">
            <a:extLst>
              <a:ext uri="{FF2B5EF4-FFF2-40B4-BE49-F238E27FC236}">
                <a16:creationId xmlns:a16="http://schemas.microsoft.com/office/drawing/2014/main" id="{0EA44903-DE03-99B1-C367-7851240F14EE}"/>
              </a:ext>
            </a:extLst>
          </p:cNvPr>
          <p:cNvSpPr/>
          <p:nvPr/>
        </p:nvSpPr>
        <p:spPr>
          <a:xfrm>
            <a:off x="8027334" y="3306171"/>
            <a:ext cx="1261207" cy="319115"/>
          </a:xfrm>
          <a:prstGeom prst="rect">
            <a:avLst/>
          </a:prstGeom>
          <a:solidFill>
            <a:schemeClr val="bg1"/>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8" name="正方形/長方形 67">
            <a:extLst>
              <a:ext uri="{FF2B5EF4-FFF2-40B4-BE49-F238E27FC236}">
                <a16:creationId xmlns:a16="http://schemas.microsoft.com/office/drawing/2014/main" id="{C5341628-86D3-208F-57A5-046D734CA12A}"/>
              </a:ext>
            </a:extLst>
          </p:cNvPr>
          <p:cNvSpPr/>
          <p:nvPr/>
        </p:nvSpPr>
        <p:spPr>
          <a:xfrm>
            <a:off x="7627235" y="3001149"/>
            <a:ext cx="392131" cy="319115"/>
          </a:xfrm>
          <a:prstGeom prst="rect">
            <a:avLst/>
          </a:prstGeom>
          <a:solidFill>
            <a:srgbClr val="0070C0"/>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正方形/長方形 68">
            <a:extLst>
              <a:ext uri="{FF2B5EF4-FFF2-40B4-BE49-F238E27FC236}">
                <a16:creationId xmlns:a16="http://schemas.microsoft.com/office/drawing/2014/main" id="{FD579C40-9D24-E111-F019-41B61786C9C0}"/>
              </a:ext>
            </a:extLst>
          </p:cNvPr>
          <p:cNvSpPr/>
          <p:nvPr/>
        </p:nvSpPr>
        <p:spPr>
          <a:xfrm>
            <a:off x="9280573" y="3009611"/>
            <a:ext cx="165995" cy="319115"/>
          </a:xfrm>
          <a:prstGeom prst="rect">
            <a:avLst/>
          </a:prstGeom>
          <a:solidFill>
            <a:srgbClr val="0070C0"/>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1" name="矢印: 右 70">
            <a:extLst>
              <a:ext uri="{FF2B5EF4-FFF2-40B4-BE49-F238E27FC236}">
                <a16:creationId xmlns:a16="http://schemas.microsoft.com/office/drawing/2014/main" id="{58428894-6BA6-B3CF-2187-538C184B7026}"/>
              </a:ext>
            </a:extLst>
          </p:cNvPr>
          <p:cNvSpPr/>
          <p:nvPr/>
        </p:nvSpPr>
        <p:spPr>
          <a:xfrm>
            <a:off x="2124625" y="3475848"/>
            <a:ext cx="403862" cy="54517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2" name="矢印: 右 71">
            <a:extLst>
              <a:ext uri="{FF2B5EF4-FFF2-40B4-BE49-F238E27FC236}">
                <a16:creationId xmlns:a16="http://schemas.microsoft.com/office/drawing/2014/main" id="{AA7475E8-9000-4559-C561-67ABF34FE1E2}"/>
              </a:ext>
            </a:extLst>
          </p:cNvPr>
          <p:cNvSpPr/>
          <p:nvPr/>
        </p:nvSpPr>
        <p:spPr>
          <a:xfrm>
            <a:off x="4611952" y="3466560"/>
            <a:ext cx="403862" cy="54517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3" name="矢印: 右 72">
            <a:extLst>
              <a:ext uri="{FF2B5EF4-FFF2-40B4-BE49-F238E27FC236}">
                <a16:creationId xmlns:a16="http://schemas.microsoft.com/office/drawing/2014/main" id="{50E00C27-FA52-567E-BEB2-AD6139D5CF3A}"/>
              </a:ext>
            </a:extLst>
          </p:cNvPr>
          <p:cNvSpPr/>
          <p:nvPr/>
        </p:nvSpPr>
        <p:spPr>
          <a:xfrm rot="10800000">
            <a:off x="4612287" y="5140219"/>
            <a:ext cx="403862" cy="54517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6" name="矢印: 右 75">
            <a:extLst>
              <a:ext uri="{FF2B5EF4-FFF2-40B4-BE49-F238E27FC236}">
                <a16:creationId xmlns:a16="http://schemas.microsoft.com/office/drawing/2014/main" id="{C83F92FB-44B3-48CF-EC25-72FF1CBAD76E}"/>
              </a:ext>
            </a:extLst>
          </p:cNvPr>
          <p:cNvSpPr/>
          <p:nvPr/>
        </p:nvSpPr>
        <p:spPr>
          <a:xfrm rot="10800000">
            <a:off x="7099283" y="5131647"/>
            <a:ext cx="403862" cy="54517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42291F10-F523-1F83-5961-04AF77E2066B}"/>
              </a:ext>
            </a:extLst>
          </p:cNvPr>
          <p:cNvSpPr txBox="1"/>
          <p:nvPr/>
        </p:nvSpPr>
        <p:spPr>
          <a:xfrm>
            <a:off x="5156176" y="6065499"/>
            <a:ext cx="4306665" cy="369332"/>
          </a:xfrm>
          <a:prstGeom prst="rect">
            <a:avLst/>
          </a:prstGeom>
          <a:noFill/>
        </p:spPr>
        <p:txBody>
          <a:bodyPr wrap="square">
            <a:spAutoFit/>
          </a:bodyPr>
          <a:lstStyle/>
          <a:p>
            <a:pPr algn="ctr"/>
            <a:r>
              <a:rPr kumimoji="1" lang="en-US" altLang="ja-JP" dirty="0"/>
              <a:t>Cu</a:t>
            </a:r>
            <a:r>
              <a:rPr kumimoji="1" lang="ja-JP" altLang="en-US" dirty="0"/>
              <a:t> </a:t>
            </a:r>
            <a:r>
              <a:rPr kumimoji="1" lang="en-US" altLang="ja-JP" dirty="0"/>
              <a:t>plating</a:t>
            </a:r>
            <a:endParaRPr lang="ja-JP" altLang="en-US" dirty="0"/>
          </a:p>
        </p:txBody>
      </p:sp>
      <p:sp>
        <p:nvSpPr>
          <p:cNvPr id="11" name="テキスト ボックス 10">
            <a:extLst>
              <a:ext uri="{FF2B5EF4-FFF2-40B4-BE49-F238E27FC236}">
                <a16:creationId xmlns:a16="http://schemas.microsoft.com/office/drawing/2014/main" id="{52C249B2-FA24-4769-156D-EB2DD3287211}"/>
              </a:ext>
            </a:extLst>
          </p:cNvPr>
          <p:cNvSpPr txBox="1"/>
          <p:nvPr/>
        </p:nvSpPr>
        <p:spPr>
          <a:xfrm>
            <a:off x="2660559" y="6061016"/>
            <a:ext cx="4306665" cy="369332"/>
          </a:xfrm>
          <a:prstGeom prst="rect">
            <a:avLst/>
          </a:prstGeom>
          <a:noFill/>
        </p:spPr>
        <p:txBody>
          <a:bodyPr wrap="square">
            <a:spAutoFit/>
          </a:bodyPr>
          <a:lstStyle/>
          <a:p>
            <a:pPr algn="ctr"/>
            <a:r>
              <a:rPr kumimoji="1" lang="en-US" altLang="ja-JP" dirty="0"/>
              <a:t>Polishing (CMP)</a:t>
            </a:r>
            <a:endParaRPr lang="ja-JP" altLang="en-US" dirty="0"/>
          </a:p>
        </p:txBody>
      </p:sp>
      <p:sp>
        <p:nvSpPr>
          <p:cNvPr id="12" name="テキスト ボックス 11">
            <a:extLst>
              <a:ext uri="{FF2B5EF4-FFF2-40B4-BE49-F238E27FC236}">
                <a16:creationId xmlns:a16="http://schemas.microsoft.com/office/drawing/2014/main" id="{BF55DD03-5461-9987-6F37-7CE2F7A6116E}"/>
              </a:ext>
            </a:extLst>
          </p:cNvPr>
          <p:cNvSpPr txBox="1"/>
          <p:nvPr/>
        </p:nvSpPr>
        <p:spPr>
          <a:xfrm>
            <a:off x="5147891" y="4302162"/>
            <a:ext cx="4298678" cy="369332"/>
          </a:xfrm>
          <a:prstGeom prst="rect">
            <a:avLst/>
          </a:prstGeom>
          <a:noFill/>
        </p:spPr>
        <p:txBody>
          <a:bodyPr wrap="square">
            <a:spAutoFit/>
          </a:bodyPr>
          <a:lstStyle/>
          <a:p>
            <a:pPr algn="ctr"/>
            <a:r>
              <a:rPr kumimoji="1" lang="en-US" altLang="ja-JP" b="1" dirty="0">
                <a:solidFill>
                  <a:srgbClr val="FF0000"/>
                </a:solidFill>
              </a:rPr>
              <a:t>Etching</a:t>
            </a:r>
            <a:endParaRPr lang="ja-JP" altLang="en-US" b="1" dirty="0">
              <a:solidFill>
                <a:srgbClr val="FF0000"/>
              </a:solidFill>
            </a:endParaRPr>
          </a:p>
        </p:txBody>
      </p:sp>
      <p:sp>
        <p:nvSpPr>
          <p:cNvPr id="30" name="正方形/長方形 29">
            <a:extLst>
              <a:ext uri="{FF2B5EF4-FFF2-40B4-BE49-F238E27FC236}">
                <a16:creationId xmlns:a16="http://schemas.microsoft.com/office/drawing/2014/main" id="{20C3E7E0-8CF5-8973-5B46-BEFDAF2BC7ED}"/>
              </a:ext>
            </a:extLst>
          </p:cNvPr>
          <p:cNvSpPr/>
          <p:nvPr/>
        </p:nvSpPr>
        <p:spPr>
          <a:xfrm>
            <a:off x="166737" y="3602376"/>
            <a:ext cx="1819333" cy="274263"/>
          </a:xfrm>
          <a:prstGeom prst="rect">
            <a:avLst/>
          </a:prstGeom>
          <a:solidFill>
            <a:srgbClr val="9FCDB3"/>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正方形/長方形 37">
            <a:extLst>
              <a:ext uri="{FF2B5EF4-FFF2-40B4-BE49-F238E27FC236}">
                <a16:creationId xmlns:a16="http://schemas.microsoft.com/office/drawing/2014/main" id="{CACEF822-1470-BDD2-3614-3ED9BB4DB324}"/>
              </a:ext>
            </a:extLst>
          </p:cNvPr>
          <p:cNvSpPr/>
          <p:nvPr/>
        </p:nvSpPr>
        <p:spPr>
          <a:xfrm>
            <a:off x="901236" y="3602376"/>
            <a:ext cx="350335" cy="274263"/>
          </a:xfrm>
          <a:prstGeom prst="rect">
            <a:avLst/>
          </a:prstGeom>
          <a:solidFill>
            <a:srgbClr val="D2472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7" name="正方形/長方形 46">
            <a:extLst>
              <a:ext uri="{FF2B5EF4-FFF2-40B4-BE49-F238E27FC236}">
                <a16:creationId xmlns:a16="http://schemas.microsoft.com/office/drawing/2014/main" id="{9815F91E-2C5D-BB59-8935-3F3782450779}"/>
              </a:ext>
            </a:extLst>
          </p:cNvPr>
          <p:cNvSpPr/>
          <p:nvPr/>
        </p:nvSpPr>
        <p:spPr>
          <a:xfrm>
            <a:off x="3403016" y="3599895"/>
            <a:ext cx="350335" cy="274263"/>
          </a:xfrm>
          <a:prstGeom prst="rect">
            <a:avLst/>
          </a:prstGeom>
          <a:solidFill>
            <a:srgbClr val="D24726"/>
          </a:solidFill>
          <a:ln w="571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テキスト ボックス 49">
            <a:extLst>
              <a:ext uri="{FF2B5EF4-FFF2-40B4-BE49-F238E27FC236}">
                <a16:creationId xmlns:a16="http://schemas.microsoft.com/office/drawing/2014/main" id="{14379BEF-2C3A-6A1F-29F6-36B3996E2563}"/>
              </a:ext>
            </a:extLst>
          </p:cNvPr>
          <p:cNvSpPr txBox="1"/>
          <p:nvPr/>
        </p:nvSpPr>
        <p:spPr>
          <a:xfrm>
            <a:off x="10457234" y="4731060"/>
            <a:ext cx="1734766" cy="369332"/>
          </a:xfrm>
          <a:prstGeom prst="rect">
            <a:avLst/>
          </a:prstGeom>
          <a:noFill/>
        </p:spPr>
        <p:txBody>
          <a:bodyPr wrap="square">
            <a:spAutoFit/>
          </a:bodyPr>
          <a:lstStyle/>
          <a:p>
            <a:pPr algn="r"/>
            <a:r>
              <a:rPr kumimoji="1" lang="en-US" altLang="ja-JP" dirty="0"/>
              <a:t>Resist remove</a:t>
            </a:r>
            <a:endParaRPr lang="ja-JP" altLang="en-US" dirty="0"/>
          </a:p>
        </p:txBody>
      </p:sp>
      <p:sp>
        <p:nvSpPr>
          <p:cNvPr id="51" name="矢印: U ターン 50">
            <a:extLst>
              <a:ext uri="{FF2B5EF4-FFF2-40B4-BE49-F238E27FC236}">
                <a16:creationId xmlns:a16="http://schemas.microsoft.com/office/drawing/2014/main" id="{8B350948-B9B1-F805-B83F-5732CBF24874}"/>
              </a:ext>
            </a:extLst>
          </p:cNvPr>
          <p:cNvSpPr/>
          <p:nvPr/>
        </p:nvSpPr>
        <p:spPr>
          <a:xfrm rot="5400000">
            <a:off x="9036585" y="4275139"/>
            <a:ext cx="2171925" cy="1053583"/>
          </a:xfrm>
          <a:prstGeom prst="utur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6" name="コンテンツ プレースホルダー 4">
            <a:extLst>
              <a:ext uri="{FF2B5EF4-FFF2-40B4-BE49-F238E27FC236}">
                <a16:creationId xmlns:a16="http://schemas.microsoft.com/office/drawing/2014/main" id="{7AFD2E22-78CF-B0C1-016E-03C1007889FA}"/>
              </a:ext>
            </a:extLst>
          </p:cNvPr>
          <p:cNvSpPr>
            <a:spLocks noGrp="1"/>
          </p:cNvSpPr>
          <p:nvPr>
            <p:ph sz="quarter" idx="13"/>
          </p:nvPr>
        </p:nvSpPr>
        <p:spPr>
          <a:xfrm>
            <a:off x="490728" y="1286144"/>
            <a:ext cx="11210543" cy="1764753"/>
          </a:xfrm>
        </p:spPr>
        <p:txBody>
          <a:bodyPr/>
          <a:lstStyle/>
          <a:p>
            <a:pPr marL="285750" indent="-285750">
              <a:buFont typeface="Arial" panose="020B0604020202020204" pitchFamily="34" charset="0"/>
              <a:buChar char="•"/>
            </a:pPr>
            <a:r>
              <a:rPr lang="en-US" altLang="ja-JP" sz="2000" dirty="0"/>
              <a:t>Al</a:t>
            </a:r>
            <a:r>
              <a:rPr lang="ja-JP" altLang="en-US" sz="2000" dirty="0"/>
              <a:t>と</a:t>
            </a:r>
            <a:r>
              <a:rPr lang="en-US" altLang="ja-JP" sz="2000" dirty="0"/>
              <a:t>Cu</a:t>
            </a:r>
            <a:r>
              <a:rPr lang="ja-JP" altLang="en-US" sz="2000" dirty="0"/>
              <a:t>でデザインルールが異なるのは、（一般論として）作り方が違うため</a:t>
            </a:r>
            <a:r>
              <a:rPr kumimoji="1" lang="ja-JP" altLang="en-US" sz="2000" dirty="0"/>
              <a:t>。</a:t>
            </a:r>
            <a:endParaRPr kumimoji="1" lang="en-US" altLang="ja-JP" sz="2000" dirty="0"/>
          </a:p>
          <a:p>
            <a:pPr marL="285750" indent="-285750">
              <a:buFont typeface="Arial" panose="020B0604020202020204" pitchFamily="34" charset="0"/>
              <a:buChar char="•"/>
            </a:pPr>
            <a:r>
              <a:rPr kumimoji="1" lang="ja-JP" altLang="en-US" sz="2000" dirty="0"/>
              <a:t>サブトラクティブプロセス：金属めっきにレジストを堆積してエッチング　（</a:t>
            </a:r>
            <a:r>
              <a:rPr kumimoji="1" lang="en-US" altLang="ja-JP" sz="2000" dirty="0"/>
              <a:t>Al</a:t>
            </a:r>
            <a:r>
              <a:rPr kumimoji="1" lang="ja-JP" altLang="en-US" sz="2000" dirty="0"/>
              <a:t>配線層）</a:t>
            </a:r>
            <a:endParaRPr kumimoji="1" lang="en-US" altLang="ja-JP" sz="2000" dirty="0"/>
          </a:p>
          <a:p>
            <a:pPr marL="285750" indent="-285750">
              <a:buFont typeface="Arial" panose="020B0604020202020204" pitchFamily="34" charset="0"/>
              <a:buChar char="•"/>
            </a:pPr>
            <a:r>
              <a:rPr kumimoji="1" lang="ja-JP" altLang="en-US" sz="2000" b="1" dirty="0"/>
              <a:t>ダマシンプロセス：絶縁物で型を</a:t>
            </a:r>
            <a:r>
              <a:rPr lang="ja-JP" altLang="en-US" sz="2000" b="1" dirty="0"/>
              <a:t>作って金属を流し込む　（</a:t>
            </a:r>
            <a:r>
              <a:rPr lang="en-US" altLang="ja-JP" sz="2000" b="1" dirty="0"/>
              <a:t>Cu</a:t>
            </a:r>
            <a:r>
              <a:rPr lang="ja-JP" altLang="en-US" sz="2000" b="1" dirty="0"/>
              <a:t>配線層）</a:t>
            </a:r>
            <a:endParaRPr lang="en-US" altLang="ja-JP" sz="2000" b="1" dirty="0"/>
          </a:p>
        </p:txBody>
      </p:sp>
    </p:spTree>
    <p:extLst>
      <p:ext uri="{BB962C8B-B14F-4D97-AF65-F5344CB8AC3E}">
        <p14:creationId xmlns:p14="http://schemas.microsoft.com/office/powerpoint/2010/main" val="1711476333"/>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E395776-2CC9-C57D-10E9-B4F1E47325B4}"/>
              </a:ext>
            </a:extLst>
          </p:cNvPr>
          <p:cNvSpPr>
            <a:spLocks noGrp="1"/>
          </p:cNvSpPr>
          <p:nvPr>
            <p:ph type="title"/>
          </p:nvPr>
        </p:nvSpPr>
        <p:spPr/>
        <p:txBody>
          <a:bodyPr/>
          <a:lstStyle/>
          <a:p>
            <a:r>
              <a:rPr lang="ja-JP" altLang="en-US" dirty="0"/>
              <a:t>アナログ半導体の設計フロー</a:t>
            </a:r>
            <a:endParaRPr kumimoji="1" lang="ja-JP" altLang="en-US" dirty="0"/>
          </a:p>
        </p:txBody>
      </p:sp>
      <p:sp>
        <p:nvSpPr>
          <p:cNvPr id="3" name="日付プレースホルダー 2">
            <a:extLst>
              <a:ext uri="{FF2B5EF4-FFF2-40B4-BE49-F238E27FC236}">
                <a16:creationId xmlns:a16="http://schemas.microsoft.com/office/drawing/2014/main" id="{102C7370-4158-5F3A-B29E-8AB24B8878EA}"/>
              </a:ext>
            </a:extLst>
          </p:cNvPr>
          <p:cNvSpPr>
            <a:spLocks noGrp="1"/>
          </p:cNvSpPr>
          <p:nvPr>
            <p:ph type="dt" sz="half" idx="10"/>
          </p:nvPr>
        </p:nvSpPr>
        <p:spPr/>
        <p:txBody>
          <a:bodyPr/>
          <a:lstStyle/>
          <a:p>
            <a:pPr rtl="0"/>
            <a:fld id="{E799E38D-0A82-4095-BE6B-85157473E4AE}"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40E7729A-7159-13DA-B80A-5CF547A86157}"/>
              </a:ext>
            </a:extLst>
          </p:cNvPr>
          <p:cNvSpPr>
            <a:spLocks noGrp="1"/>
          </p:cNvSpPr>
          <p:nvPr>
            <p:ph type="sldNum" sz="quarter" idx="12"/>
          </p:nvPr>
        </p:nvSpPr>
        <p:spPr/>
        <p:txBody>
          <a:bodyPr/>
          <a:lstStyle/>
          <a:p>
            <a:pPr rtl="0"/>
            <a:fld id="{9860EDB8-5305-433F-BE41-D7A86D811DB3}" type="slidenum">
              <a:rPr lang="en-US" altLang="ja-JP" noProof="0" smtClean="0"/>
              <a:pPr rtl="0"/>
              <a:t>85</a:t>
            </a:fld>
            <a:endParaRPr lang="ja-JP" altLang="en-US" noProof="0"/>
          </a:p>
        </p:txBody>
      </p:sp>
      <p:sp>
        <p:nvSpPr>
          <p:cNvPr id="5" name="コンテンツ プレースホルダー 4">
            <a:extLst>
              <a:ext uri="{FF2B5EF4-FFF2-40B4-BE49-F238E27FC236}">
                <a16:creationId xmlns:a16="http://schemas.microsoft.com/office/drawing/2014/main" id="{218D7D6A-C682-EF52-E287-45B2D617822C}"/>
              </a:ext>
            </a:extLst>
          </p:cNvPr>
          <p:cNvSpPr>
            <a:spLocks noGrp="1"/>
          </p:cNvSpPr>
          <p:nvPr>
            <p:ph sz="quarter" idx="13"/>
          </p:nvPr>
        </p:nvSpPr>
        <p:spPr/>
        <p:txBody>
          <a:bodyPr>
            <a:normAutofit/>
          </a:bodyPr>
          <a:lstStyle/>
          <a:p>
            <a:pPr marL="457200" indent="-457200">
              <a:buFont typeface="+mj-lt"/>
              <a:buAutoNum type="arabicPeriod"/>
            </a:pPr>
            <a:r>
              <a:rPr kumimoji="1" lang="ja-JP" altLang="en-US" sz="2000" dirty="0"/>
              <a:t>回路図を描く</a:t>
            </a:r>
            <a:endParaRPr kumimoji="1" lang="en-US" altLang="ja-JP" sz="2000" dirty="0"/>
          </a:p>
          <a:p>
            <a:pPr marL="457200" indent="-457200">
              <a:buFont typeface="+mj-lt"/>
              <a:buAutoNum type="arabicPeriod"/>
            </a:pPr>
            <a:r>
              <a:rPr lang="ja-JP" altLang="en-US" sz="2000" dirty="0"/>
              <a:t>シミュレーションをする</a:t>
            </a:r>
            <a:endParaRPr lang="en-US" altLang="ja-JP" sz="2000" dirty="0"/>
          </a:p>
          <a:p>
            <a:pPr marL="457200" indent="-457200">
              <a:buFont typeface="+mj-lt"/>
              <a:buAutoNum type="arabicPeriod"/>
            </a:pPr>
            <a:r>
              <a:rPr kumimoji="1" lang="ja-JP" altLang="en-US" sz="2000" b="1" dirty="0">
                <a:solidFill>
                  <a:schemeClr val="accent2"/>
                </a:solidFill>
              </a:rPr>
              <a:t>回路図を基にレイアウトを描く</a:t>
            </a:r>
            <a:endParaRPr kumimoji="1" lang="en-US" altLang="ja-JP" sz="2000" b="1" dirty="0">
              <a:solidFill>
                <a:schemeClr val="accent2"/>
              </a:solidFill>
            </a:endParaRPr>
          </a:p>
          <a:p>
            <a:pPr marL="457200" indent="-457200">
              <a:buFont typeface="+mj-lt"/>
              <a:buAutoNum type="arabicPeriod"/>
            </a:pPr>
            <a:r>
              <a:rPr lang="ja-JP" altLang="en-US" sz="2000" dirty="0"/>
              <a:t>レイアウトを検証する</a:t>
            </a:r>
            <a:endParaRPr lang="en-US" altLang="ja-JP" sz="2000" dirty="0"/>
          </a:p>
          <a:p>
            <a:pPr marL="457200" indent="-457200">
              <a:buFont typeface="+mj-lt"/>
              <a:buAutoNum type="arabicPeriod"/>
            </a:pPr>
            <a:r>
              <a:rPr kumimoji="1" lang="ja-JP" altLang="en-US" sz="2000" dirty="0">
                <a:solidFill>
                  <a:schemeClr val="tx1"/>
                </a:solidFill>
              </a:rPr>
              <a:t>レイアウトを基に寄生成分を考慮したシミュレーションをする</a:t>
            </a:r>
            <a:endParaRPr kumimoji="1" lang="en-US" altLang="ja-JP" sz="2000" dirty="0">
              <a:solidFill>
                <a:schemeClr val="tx1"/>
              </a:solidFill>
            </a:endParaRPr>
          </a:p>
          <a:p>
            <a:pPr marL="457200" indent="-457200">
              <a:buFont typeface="+mj-lt"/>
              <a:buAutoNum type="arabicPeriod"/>
            </a:pPr>
            <a:r>
              <a:rPr lang="ja-JP" altLang="en-US" sz="2000" dirty="0"/>
              <a:t>フレームに載せる</a:t>
            </a:r>
            <a:endParaRPr kumimoji="1" lang="en-US" altLang="ja-JP" sz="2000" dirty="0"/>
          </a:p>
        </p:txBody>
      </p:sp>
    </p:spTree>
    <p:extLst>
      <p:ext uri="{BB962C8B-B14F-4D97-AF65-F5344CB8AC3E}">
        <p14:creationId xmlns:p14="http://schemas.microsoft.com/office/powerpoint/2010/main" val="10282254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755E612-C092-7C2D-02E3-B2A620B263D4}"/>
              </a:ext>
            </a:extLst>
          </p:cNvPr>
          <p:cNvSpPr>
            <a:spLocks noGrp="1"/>
          </p:cNvSpPr>
          <p:nvPr>
            <p:ph type="title"/>
          </p:nvPr>
        </p:nvSpPr>
        <p:spPr/>
        <p:txBody>
          <a:bodyPr/>
          <a:lstStyle/>
          <a:p>
            <a:r>
              <a:rPr lang="en-US" altLang="ja-JP" dirty="0" err="1"/>
              <a:t>klayout</a:t>
            </a:r>
            <a:r>
              <a:rPr lang="ja-JP" altLang="en-US" dirty="0"/>
              <a:t>の起動画面</a:t>
            </a:r>
            <a:r>
              <a:rPr lang="en-US" altLang="ja-JP" dirty="0"/>
              <a:t>(</a:t>
            </a:r>
            <a:r>
              <a:rPr lang="ja-JP" altLang="en-US" dirty="0"/>
              <a:t>この画面以外はインストールに失敗しています</a:t>
            </a:r>
            <a:r>
              <a:rPr lang="en-US" altLang="ja-JP" dirty="0"/>
              <a:t>)</a:t>
            </a:r>
            <a:endParaRPr kumimoji="1" lang="ja-JP" altLang="en-US" dirty="0"/>
          </a:p>
        </p:txBody>
      </p:sp>
      <p:sp>
        <p:nvSpPr>
          <p:cNvPr id="3" name="日付プレースホルダー 2">
            <a:extLst>
              <a:ext uri="{FF2B5EF4-FFF2-40B4-BE49-F238E27FC236}">
                <a16:creationId xmlns:a16="http://schemas.microsoft.com/office/drawing/2014/main" id="{CE59AF44-CD38-3C07-43F8-C6B2ACACCE78}"/>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B71001C9-5455-BF08-B210-ECF216B12A45}"/>
              </a:ext>
            </a:extLst>
          </p:cNvPr>
          <p:cNvSpPr>
            <a:spLocks noGrp="1"/>
          </p:cNvSpPr>
          <p:nvPr>
            <p:ph type="sldNum" sz="quarter" idx="12"/>
          </p:nvPr>
        </p:nvSpPr>
        <p:spPr/>
        <p:txBody>
          <a:bodyPr/>
          <a:lstStyle/>
          <a:p>
            <a:pPr rtl="0"/>
            <a:fld id="{9860EDB8-5305-433F-BE41-D7A86D811DB3}" type="slidenum">
              <a:rPr lang="en-US" altLang="ja-JP" noProof="0" smtClean="0"/>
              <a:pPr rtl="0"/>
              <a:t>86</a:t>
            </a:fld>
            <a:endParaRPr lang="ja-JP" altLang="en-US" noProof="0"/>
          </a:p>
        </p:txBody>
      </p:sp>
      <p:pic>
        <p:nvPicPr>
          <p:cNvPr id="7" name="コンテンツ プレースホルダー 6">
            <a:extLst>
              <a:ext uri="{FF2B5EF4-FFF2-40B4-BE49-F238E27FC236}">
                <a16:creationId xmlns:a16="http://schemas.microsoft.com/office/drawing/2014/main" id="{A8CD229A-ADCC-BB3A-5C38-82192ECBF013}"/>
              </a:ext>
            </a:extLst>
          </p:cNvPr>
          <p:cNvPicPr>
            <a:picLocks noGrp="1" noChangeAspect="1"/>
          </p:cNvPicPr>
          <p:nvPr>
            <p:ph sz="quarter" idx="13"/>
          </p:nvPr>
        </p:nvPicPr>
        <p:blipFill>
          <a:blip r:embed="rId2"/>
          <a:stretch>
            <a:fillRect/>
          </a:stretch>
        </p:blipFill>
        <p:spPr>
          <a:xfrm>
            <a:off x="2945626" y="1875287"/>
            <a:ext cx="5894714" cy="4600575"/>
          </a:xfrm>
          <a:prstGeom prst="rect">
            <a:avLst/>
          </a:prstGeom>
        </p:spPr>
      </p:pic>
      <p:sp>
        <p:nvSpPr>
          <p:cNvPr id="9" name="吹き出し: 角を丸めた四角形 8">
            <a:extLst>
              <a:ext uri="{FF2B5EF4-FFF2-40B4-BE49-F238E27FC236}">
                <a16:creationId xmlns:a16="http://schemas.microsoft.com/office/drawing/2014/main" id="{16D98DF5-FB07-BADB-A594-2D9B68B7EB21}"/>
              </a:ext>
            </a:extLst>
          </p:cNvPr>
          <p:cNvSpPr/>
          <p:nvPr/>
        </p:nvSpPr>
        <p:spPr>
          <a:xfrm>
            <a:off x="7763102" y="1161640"/>
            <a:ext cx="3373599" cy="647665"/>
          </a:xfrm>
          <a:prstGeom prst="wedgeRoundRectCallout">
            <a:avLst>
              <a:gd name="adj1" fmla="val -37411"/>
              <a:gd name="adj2" fmla="val 118126"/>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dirty="0"/>
              <a:t>gf180mcu</a:t>
            </a:r>
            <a:r>
              <a:rPr kumimoji="1" lang="ja-JP" altLang="en-US" dirty="0"/>
              <a:t>となっている</a:t>
            </a:r>
            <a:endParaRPr kumimoji="1" lang="en-US" altLang="ja-JP" dirty="0"/>
          </a:p>
        </p:txBody>
      </p:sp>
    </p:spTree>
    <p:extLst>
      <p:ext uri="{BB962C8B-B14F-4D97-AF65-F5344CB8AC3E}">
        <p14:creationId xmlns:p14="http://schemas.microsoft.com/office/powerpoint/2010/main" val="991639816"/>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5988FA0-A593-9EBD-B783-858593BF3475}"/>
              </a:ext>
            </a:extLst>
          </p:cNvPr>
          <p:cNvSpPr>
            <a:spLocks noGrp="1"/>
          </p:cNvSpPr>
          <p:nvPr>
            <p:ph type="title"/>
          </p:nvPr>
        </p:nvSpPr>
        <p:spPr/>
        <p:txBody>
          <a:bodyPr/>
          <a:lstStyle/>
          <a:p>
            <a:r>
              <a:rPr kumimoji="1" lang="en-US" altLang="ja-JP" dirty="0" err="1"/>
              <a:t>Klayout</a:t>
            </a:r>
            <a:r>
              <a:rPr kumimoji="1" lang="ja-JP" altLang="en-US" dirty="0"/>
              <a:t>：公式</a:t>
            </a:r>
            <a:r>
              <a:rPr kumimoji="1" lang="en-US" altLang="ja-JP" dirty="0"/>
              <a:t>PDK</a:t>
            </a:r>
            <a:r>
              <a:rPr kumimoji="1" lang="ja-JP" altLang="en-US" dirty="0"/>
              <a:t>のレイアウト画面</a:t>
            </a:r>
          </a:p>
        </p:txBody>
      </p:sp>
      <p:sp>
        <p:nvSpPr>
          <p:cNvPr id="3" name="日付プレースホルダー 2">
            <a:extLst>
              <a:ext uri="{FF2B5EF4-FFF2-40B4-BE49-F238E27FC236}">
                <a16:creationId xmlns:a16="http://schemas.microsoft.com/office/drawing/2014/main" id="{81E33F6F-5967-37AE-9E69-0EDBE930B94C}"/>
              </a:ext>
            </a:extLst>
          </p:cNvPr>
          <p:cNvSpPr>
            <a:spLocks noGrp="1"/>
          </p:cNvSpPr>
          <p:nvPr>
            <p:ph type="dt" sz="half" idx="10"/>
          </p:nvPr>
        </p:nvSpPr>
        <p:spPr/>
        <p:txBody>
          <a:bodyPr/>
          <a:lstStyle/>
          <a:p>
            <a:pPr rtl="0"/>
            <a:fld id="{AE4924DA-8DD3-4A81-8E7F-C675E22BB926}"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790DCDC7-514B-AACB-B346-CA976B2F9558}"/>
              </a:ext>
            </a:extLst>
          </p:cNvPr>
          <p:cNvSpPr>
            <a:spLocks noGrp="1"/>
          </p:cNvSpPr>
          <p:nvPr>
            <p:ph type="sldNum" sz="quarter" idx="12"/>
          </p:nvPr>
        </p:nvSpPr>
        <p:spPr/>
        <p:txBody>
          <a:bodyPr/>
          <a:lstStyle/>
          <a:p>
            <a:pPr rtl="0"/>
            <a:fld id="{9860EDB8-5305-433F-BE41-D7A86D811DB3}" type="slidenum">
              <a:rPr lang="en-US" altLang="ja-JP" noProof="0" smtClean="0"/>
              <a:pPr rtl="0"/>
              <a:t>87</a:t>
            </a:fld>
            <a:endParaRPr lang="ja-JP" altLang="en-US" noProof="0"/>
          </a:p>
        </p:txBody>
      </p:sp>
      <p:pic>
        <p:nvPicPr>
          <p:cNvPr id="8" name="コンテンツ プレースホルダー 7">
            <a:extLst>
              <a:ext uri="{FF2B5EF4-FFF2-40B4-BE49-F238E27FC236}">
                <a16:creationId xmlns:a16="http://schemas.microsoft.com/office/drawing/2014/main" id="{B1FDCE73-FACB-D3FD-FB6F-F491D9BFA754}"/>
              </a:ext>
            </a:extLst>
          </p:cNvPr>
          <p:cNvPicPr>
            <a:picLocks noGrp="1" noChangeAspect="1"/>
          </p:cNvPicPr>
          <p:nvPr>
            <p:ph sz="quarter" idx="13"/>
          </p:nvPr>
        </p:nvPicPr>
        <p:blipFill>
          <a:blip r:embed="rId2"/>
          <a:stretch>
            <a:fillRect/>
          </a:stretch>
        </p:blipFill>
        <p:spPr>
          <a:xfrm>
            <a:off x="1740720" y="1463675"/>
            <a:ext cx="8618485" cy="4600575"/>
          </a:xfrm>
          <a:prstGeom prst="rect">
            <a:avLst/>
          </a:prstGeom>
        </p:spPr>
      </p:pic>
    </p:spTree>
    <p:extLst>
      <p:ext uri="{BB962C8B-B14F-4D97-AF65-F5344CB8AC3E}">
        <p14:creationId xmlns:p14="http://schemas.microsoft.com/office/powerpoint/2010/main" val="45143393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5988FA0-A593-9EBD-B783-858593BF3475}"/>
              </a:ext>
            </a:extLst>
          </p:cNvPr>
          <p:cNvSpPr>
            <a:spLocks noGrp="1"/>
          </p:cNvSpPr>
          <p:nvPr>
            <p:ph type="title"/>
          </p:nvPr>
        </p:nvSpPr>
        <p:spPr/>
        <p:txBody>
          <a:bodyPr/>
          <a:lstStyle/>
          <a:p>
            <a:r>
              <a:rPr kumimoji="1" lang="en-US" altLang="ja-JP" dirty="0" err="1"/>
              <a:t>Klayout</a:t>
            </a:r>
            <a:r>
              <a:rPr kumimoji="1" lang="ja-JP" altLang="en-US" dirty="0"/>
              <a:t>：</a:t>
            </a:r>
            <a:r>
              <a:rPr lang="ja-JP" altLang="en-US" dirty="0"/>
              <a:t>バッググラウンドが「黒」の</a:t>
            </a:r>
            <a:r>
              <a:rPr kumimoji="1" lang="ja-JP" altLang="en-US" dirty="0"/>
              <a:t>レイアウト画面</a:t>
            </a:r>
          </a:p>
        </p:txBody>
      </p:sp>
      <p:sp>
        <p:nvSpPr>
          <p:cNvPr id="3" name="日付プレースホルダー 2">
            <a:extLst>
              <a:ext uri="{FF2B5EF4-FFF2-40B4-BE49-F238E27FC236}">
                <a16:creationId xmlns:a16="http://schemas.microsoft.com/office/drawing/2014/main" id="{81E33F6F-5967-37AE-9E69-0EDBE930B94C}"/>
              </a:ext>
            </a:extLst>
          </p:cNvPr>
          <p:cNvSpPr>
            <a:spLocks noGrp="1"/>
          </p:cNvSpPr>
          <p:nvPr>
            <p:ph type="dt" sz="half" idx="10"/>
          </p:nvPr>
        </p:nvSpPr>
        <p:spPr/>
        <p:txBody>
          <a:bodyPr/>
          <a:lstStyle/>
          <a:p>
            <a:pPr rtl="0"/>
            <a:fld id="{08955E9F-0CD8-420D-9776-FE8768DFF11B}"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790DCDC7-514B-AACB-B346-CA976B2F9558}"/>
              </a:ext>
            </a:extLst>
          </p:cNvPr>
          <p:cNvSpPr>
            <a:spLocks noGrp="1"/>
          </p:cNvSpPr>
          <p:nvPr>
            <p:ph type="sldNum" sz="quarter" idx="12"/>
          </p:nvPr>
        </p:nvSpPr>
        <p:spPr/>
        <p:txBody>
          <a:bodyPr/>
          <a:lstStyle/>
          <a:p>
            <a:pPr rtl="0"/>
            <a:fld id="{9860EDB8-5305-433F-BE41-D7A86D811DB3}" type="slidenum">
              <a:rPr lang="en-US" altLang="ja-JP" noProof="0" smtClean="0"/>
              <a:pPr rtl="0"/>
              <a:t>88</a:t>
            </a:fld>
            <a:endParaRPr lang="ja-JP" altLang="en-US" noProof="0"/>
          </a:p>
        </p:txBody>
      </p:sp>
      <p:pic>
        <p:nvPicPr>
          <p:cNvPr id="8" name="コンテンツ プレースホルダー 7">
            <a:extLst>
              <a:ext uri="{FF2B5EF4-FFF2-40B4-BE49-F238E27FC236}">
                <a16:creationId xmlns:a16="http://schemas.microsoft.com/office/drawing/2014/main" id="{4D831BC1-FFF2-5C93-627F-985C3C1C2970}"/>
              </a:ext>
            </a:extLst>
          </p:cNvPr>
          <p:cNvPicPr>
            <a:picLocks noGrp="1" noChangeAspect="1"/>
          </p:cNvPicPr>
          <p:nvPr>
            <p:ph sz="quarter" idx="13"/>
          </p:nvPr>
        </p:nvPicPr>
        <p:blipFill>
          <a:blip r:embed="rId2"/>
          <a:stretch>
            <a:fillRect/>
          </a:stretch>
        </p:blipFill>
        <p:spPr>
          <a:xfrm>
            <a:off x="1737064" y="1463675"/>
            <a:ext cx="8625797" cy="4600575"/>
          </a:xfrm>
          <a:prstGeom prst="rect">
            <a:avLst/>
          </a:prstGeom>
        </p:spPr>
      </p:pic>
    </p:spTree>
    <p:extLst>
      <p:ext uri="{BB962C8B-B14F-4D97-AF65-F5344CB8AC3E}">
        <p14:creationId xmlns:p14="http://schemas.microsoft.com/office/powerpoint/2010/main" val="422867385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BBEA0C6-D2F0-5DBA-B34B-795FB5AEFFC4}"/>
              </a:ext>
            </a:extLst>
          </p:cNvPr>
          <p:cNvSpPr>
            <a:spLocks noGrp="1"/>
          </p:cNvSpPr>
          <p:nvPr>
            <p:ph type="title"/>
          </p:nvPr>
        </p:nvSpPr>
        <p:spPr/>
        <p:txBody>
          <a:bodyPr/>
          <a:lstStyle/>
          <a:p>
            <a:r>
              <a:rPr kumimoji="1" lang="en-US" altLang="ja-JP" dirty="0" err="1"/>
              <a:t>Klayout</a:t>
            </a:r>
            <a:r>
              <a:rPr kumimoji="1" lang="ja-JP" altLang="en-US" dirty="0"/>
              <a:t>：バックグラウンドを「黒」にする</a:t>
            </a:r>
          </a:p>
        </p:txBody>
      </p:sp>
      <p:sp>
        <p:nvSpPr>
          <p:cNvPr id="3" name="日付プレースホルダー 2">
            <a:extLst>
              <a:ext uri="{FF2B5EF4-FFF2-40B4-BE49-F238E27FC236}">
                <a16:creationId xmlns:a16="http://schemas.microsoft.com/office/drawing/2014/main" id="{19901914-6B58-845C-4C85-D9E9DC532C4F}"/>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A483D8FE-1E11-B227-19D3-6C618E59F4C7}"/>
              </a:ext>
            </a:extLst>
          </p:cNvPr>
          <p:cNvSpPr>
            <a:spLocks noGrp="1"/>
          </p:cNvSpPr>
          <p:nvPr>
            <p:ph type="sldNum" sz="quarter" idx="12"/>
          </p:nvPr>
        </p:nvSpPr>
        <p:spPr/>
        <p:txBody>
          <a:bodyPr/>
          <a:lstStyle/>
          <a:p>
            <a:pPr rtl="0"/>
            <a:fld id="{9860EDB8-5305-433F-BE41-D7A86D811DB3}" type="slidenum">
              <a:rPr lang="en-US" altLang="ja-JP" noProof="0" smtClean="0"/>
              <a:pPr rtl="0"/>
              <a:t>89</a:t>
            </a:fld>
            <a:endParaRPr lang="ja-JP" altLang="en-US" noProof="0"/>
          </a:p>
        </p:txBody>
      </p:sp>
      <p:pic>
        <p:nvPicPr>
          <p:cNvPr id="7" name="コンテンツ プレースホルダー 6" descr="グラフィカル ユーザー インターフェイス, アプリケーション&#10;&#10;自動的に生成された説明">
            <a:extLst>
              <a:ext uri="{FF2B5EF4-FFF2-40B4-BE49-F238E27FC236}">
                <a16:creationId xmlns:a16="http://schemas.microsoft.com/office/drawing/2014/main" id="{BDFA98D1-A03E-E0B1-A7A0-6EE9C7EBD10F}"/>
              </a:ext>
            </a:extLst>
          </p:cNvPr>
          <p:cNvPicPr>
            <a:picLocks noGrp="1" noChangeAspect="1"/>
          </p:cNvPicPr>
          <p:nvPr>
            <p:ph sz="quarter" idx="13"/>
          </p:nvPr>
        </p:nvPicPr>
        <p:blipFill rotWithShape="1">
          <a:blip r:embed="rId2"/>
          <a:srcRect t="3166"/>
          <a:stretch/>
        </p:blipFill>
        <p:spPr>
          <a:xfrm>
            <a:off x="1682496" y="1103290"/>
            <a:ext cx="9025128" cy="5462102"/>
          </a:xfrm>
        </p:spPr>
      </p:pic>
    </p:spTree>
    <p:extLst>
      <p:ext uri="{BB962C8B-B14F-4D97-AF65-F5344CB8AC3E}">
        <p14:creationId xmlns:p14="http://schemas.microsoft.com/office/powerpoint/2010/main" val="303786915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8B8E3A5-518A-F74F-0B42-0CBB4FD86534}"/>
              </a:ext>
            </a:extLst>
          </p:cNvPr>
          <p:cNvSpPr>
            <a:spLocks noGrp="1"/>
          </p:cNvSpPr>
          <p:nvPr>
            <p:ph type="title"/>
          </p:nvPr>
        </p:nvSpPr>
        <p:spPr/>
        <p:txBody>
          <a:bodyPr/>
          <a:lstStyle/>
          <a:p>
            <a:r>
              <a:rPr kumimoji="1" lang="en-US" altLang="ja-JP" dirty="0" err="1"/>
              <a:t>Klayout</a:t>
            </a:r>
            <a:r>
              <a:rPr kumimoji="1" lang="ja-JP" altLang="en-US" dirty="0"/>
              <a:t>：レイアウトを描く上での注意</a:t>
            </a:r>
          </a:p>
        </p:txBody>
      </p:sp>
      <p:sp>
        <p:nvSpPr>
          <p:cNvPr id="3" name="日付プレースホルダー 2">
            <a:extLst>
              <a:ext uri="{FF2B5EF4-FFF2-40B4-BE49-F238E27FC236}">
                <a16:creationId xmlns:a16="http://schemas.microsoft.com/office/drawing/2014/main" id="{5C360578-0551-5F91-F7DB-B93B84EF0111}"/>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05869E32-3473-D77E-6CE4-E784C15AD21C}"/>
              </a:ext>
            </a:extLst>
          </p:cNvPr>
          <p:cNvSpPr>
            <a:spLocks noGrp="1"/>
          </p:cNvSpPr>
          <p:nvPr>
            <p:ph type="sldNum" sz="quarter" idx="12"/>
          </p:nvPr>
        </p:nvSpPr>
        <p:spPr/>
        <p:txBody>
          <a:bodyPr/>
          <a:lstStyle/>
          <a:p>
            <a:pPr rtl="0"/>
            <a:fld id="{9860EDB8-5305-433F-BE41-D7A86D811DB3}" type="slidenum">
              <a:rPr lang="en-US" altLang="ja-JP" noProof="0" smtClean="0"/>
              <a:pPr rtl="0"/>
              <a:t>90</a:t>
            </a:fld>
            <a:endParaRPr lang="ja-JP" altLang="en-US" noProof="0"/>
          </a:p>
        </p:txBody>
      </p:sp>
      <p:sp>
        <p:nvSpPr>
          <p:cNvPr id="5" name="コンテンツ プレースホルダー 4">
            <a:extLst>
              <a:ext uri="{FF2B5EF4-FFF2-40B4-BE49-F238E27FC236}">
                <a16:creationId xmlns:a16="http://schemas.microsoft.com/office/drawing/2014/main" id="{7C86C403-917E-3A7B-2F2C-8146F3969DEB}"/>
              </a:ext>
            </a:extLst>
          </p:cNvPr>
          <p:cNvSpPr>
            <a:spLocks noGrp="1"/>
          </p:cNvSpPr>
          <p:nvPr>
            <p:ph sz="quarter" idx="13"/>
          </p:nvPr>
        </p:nvSpPr>
        <p:spPr/>
        <p:txBody>
          <a:bodyPr>
            <a:normAutofit/>
          </a:bodyPr>
          <a:lstStyle/>
          <a:p>
            <a:pPr marL="285750" indent="-285750">
              <a:buFont typeface="Arial" panose="020B0604020202020204" pitchFamily="34" charset="0"/>
              <a:buChar char="•"/>
            </a:pPr>
            <a:r>
              <a:rPr lang="en-US" altLang="ja-JP" sz="2400" b="1" dirty="0">
                <a:solidFill>
                  <a:schemeClr val="accent2"/>
                </a:solidFill>
              </a:rPr>
              <a:t>Technology</a:t>
            </a:r>
            <a:r>
              <a:rPr lang="ja-JP" altLang="en-US" sz="2400" b="1" dirty="0">
                <a:solidFill>
                  <a:schemeClr val="accent2"/>
                </a:solidFill>
              </a:rPr>
              <a:t>を </a:t>
            </a:r>
            <a:r>
              <a:rPr lang="en-US" altLang="ja-JP" sz="2400" b="1" dirty="0">
                <a:solidFill>
                  <a:schemeClr val="accent2"/>
                </a:solidFill>
              </a:rPr>
              <a:t>gf180mcu</a:t>
            </a:r>
            <a:r>
              <a:rPr lang="ja-JP" altLang="en-US" sz="2400" b="1" dirty="0">
                <a:solidFill>
                  <a:schemeClr val="accent2"/>
                </a:solidFill>
              </a:rPr>
              <a:t>にする</a:t>
            </a:r>
            <a:endParaRPr lang="en-US" altLang="ja-JP" sz="2400" b="1" dirty="0">
              <a:solidFill>
                <a:schemeClr val="accent2"/>
              </a:solidFill>
            </a:endParaRPr>
          </a:p>
          <a:p>
            <a:pPr marL="285750" indent="-285750">
              <a:buFont typeface="Arial" panose="020B0604020202020204" pitchFamily="34" charset="0"/>
              <a:buChar char="•"/>
            </a:pPr>
            <a:r>
              <a:rPr lang="en-US" altLang="ja-JP" sz="2400" b="1" dirty="0">
                <a:solidFill>
                  <a:schemeClr val="accent2"/>
                </a:solidFill>
              </a:rPr>
              <a:t>Top</a:t>
            </a:r>
            <a:r>
              <a:rPr lang="ja-JP" altLang="en-US" sz="2400" b="1" dirty="0">
                <a:solidFill>
                  <a:schemeClr val="accent2"/>
                </a:solidFill>
              </a:rPr>
              <a:t> </a:t>
            </a:r>
            <a:r>
              <a:rPr lang="en-US" altLang="ja-JP" sz="2400" b="1" dirty="0">
                <a:solidFill>
                  <a:schemeClr val="accent2"/>
                </a:solidFill>
              </a:rPr>
              <a:t>cell</a:t>
            </a:r>
            <a:r>
              <a:rPr lang="ja-JP" altLang="en-US" sz="2400" b="1" dirty="0">
                <a:solidFill>
                  <a:schemeClr val="accent2"/>
                </a:solidFill>
              </a:rPr>
              <a:t>を 回路図と同じ名前にする</a:t>
            </a:r>
            <a:endParaRPr lang="en-US" altLang="ja-JP" sz="2400" b="1" dirty="0">
              <a:solidFill>
                <a:schemeClr val="accent2"/>
              </a:solidFill>
            </a:endParaRPr>
          </a:p>
          <a:p>
            <a:pPr marL="285750" indent="-285750">
              <a:buFont typeface="Arial" panose="020B0604020202020204" pitchFamily="34" charset="0"/>
              <a:buChar char="•"/>
            </a:pPr>
            <a:r>
              <a:rPr lang="en-US" altLang="ja-JP" sz="2400" b="1" dirty="0">
                <a:solidFill>
                  <a:schemeClr val="accent2"/>
                </a:solidFill>
              </a:rPr>
              <a:t>Database unit </a:t>
            </a:r>
            <a:r>
              <a:rPr lang="ja-JP" altLang="en-US" sz="2400" b="1" dirty="0">
                <a:solidFill>
                  <a:schemeClr val="accent2"/>
                </a:solidFill>
              </a:rPr>
              <a:t>を </a:t>
            </a:r>
            <a:r>
              <a:rPr lang="en-US" altLang="ja-JP" sz="2400" b="1" dirty="0">
                <a:solidFill>
                  <a:schemeClr val="accent2"/>
                </a:solidFill>
              </a:rPr>
              <a:t>0.001</a:t>
            </a:r>
            <a:r>
              <a:rPr lang="ja-JP" altLang="en-US" sz="2400" b="1" dirty="0">
                <a:solidFill>
                  <a:schemeClr val="accent2"/>
                </a:solidFill>
              </a:rPr>
              <a:t>にする</a:t>
            </a:r>
            <a:endParaRPr kumimoji="1" lang="ja-JP" altLang="en-US" sz="2400" dirty="0"/>
          </a:p>
        </p:txBody>
      </p:sp>
      <p:pic>
        <p:nvPicPr>
          <p:cNvPr id="7" name="図 6">
            <a:extLst>
              <a:ext uri="{FF2B5EF4-FFF2-40B4-BE49-F238E27FC236}">
                <a16:creationId xmlns:a16="http://schemas.microsoft.com/office/drawing/2014/main" id="{07DAC584-A5CC-D00E-E6D6-7B2B2DC28F0F}"/>
              </a:ext>
            </a:extLst>
          </p:cNvPr>
          <p:cNvPicPr>
            <a:picLocks noChangeAspect="1"/>
          </p:cNvPicPr>
          <p:nvPr/>
        </p:nvPicPr>
        <p:blipFill>
          <a:blip r:embed="rId2"/>
          <a:stretch>
            <a:fillRect/>
          </a:stretch>
        </p:blipFill>
        <p:spPr>
          <a:xfrm>
            <a:off x="5785175" y="1524554"/>
            <a:ext cx="6360437" cy="4295426"/>
          </a:xfrm>
          <a:prstGeom prst="rect">
            <a:avLst/>
          </a:prstGeom>
        </p:spPr>
      </p:pic>
    </p:spTree>
    <p:extLst>
      <p:ext uri="{BB962C8B-B14F-4D97-AF65-F5344CB8AC3E}">
        <p14:creationId xmlns:p14="http://schemas.microsoft.com/office/powerpoint/2010/main" val="56601698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6F92B8C-304A-7A1E-47CC-95E100EBAA9C}"/>
              </a:ext>
            </a:extLst>
          </p:cNvPr>
          <p:cNvSpPr>
            <a:spLocks noGrp="1"/>
          </p:cNvSpPr>
          <p:nvPr>
            <p:ph type="title"/>
          </p:nvPr>
        </p:nvSpPr>
        <p:spPr/>
        <p:txBody>
          <a:bodyPr/>
          <a:lstStyle/>
          <a:p>
            <a:r>
              <a:rPr kumimoji="1" lang="en-US" altLang="ja-JP" dirty="0" err="1"/>
              <a:t>Klayout</a:t>
            </a:r>
            <a:r>
              <a:rPr kumimoji="1" lang="ja-JP" altLang="en-US" dirty="0"/>
              <a:t>：</a:t>
            </a:r>
            <a:r>
              <a:rPr lang="ja-JP" altLang="en-US" dirty="0"/>
              <a:t>デザインルールの場所</a:t>
            </a:r>
            <a:endParaRPr kumimoji="1" lang="ja-JP" altLang="en-US" dirty="0"/>
          </a:p>
        </p:txBody>
      </p:sp>
      <p:sp>
        <p:nvSpPr>
          <p:cNvPr id="3" name="日付プレースホルダー 2">
            <a:extLst>
              <a:ext uri="{FF2B5EF4-FFF2-40B4-BE49-F238E27FC236}">
                <a16:creationId xmlns:a16="http://schemas.microsoft.com/office/drawing/2014/main" id="{9B7E0E03-6DEB-81D9-AD89-27B9C0831CE6}"/>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0077003E-7301-B1D5-6423-420A77F99D15}"/>
              </a:ext>
            </a:extLst>
          </p:cNvPr>
          <p:cNvSpPr>
            <a:spLocks noGrp="1"/>
          </p:cNvSpPr>
          <p:nvPr>
            <p:ph type="sldNum" sz="quarter" idx="12"/>
          </p:nvPr>
        </p:nvSpPr>
        <p:spPr/>
        <p:txBody>
          <a:bodyPr/>
          <a:lstStyle/>
          <a:p>
            <a:pPr rtl="0"/>
            <a:fld id="{9860EDB8-5305-433F-BE41-D7A86D811DB3}" type="slidenum">
              <a:rPr lang="en-US" altLang="ja-JP" noProof="0" smtClean="0"/>
              <a:pPr rtl="0"/>
              <a:t>91</a:t>
            </a:fld>
            <a:endParaRPr lang="ja-JP" altLang="en-US" noProof="0"/>
          </a:p>
        </p:txBody>
      </p:sp>
      <p:sp>
        <p:nvSpPr>
          <p:cNvPr id="5" name="コンテンツ プレースホルダー 4">
            <a:extLst>
              <a:ext uri="{FF2B5EF4-FFF2-40B4-BE49-F238E27FC236}">
                <a16:creationId xmlns:a16="http://schemas.microsoft.com/office/drawing/2014/main" id="{54E28E9B-7F13-E717-67F9-7826A8451B6C}"/>
              </a:ext>
            </a:extLst>
          </p:cNvPr>
          <p:cNvSpPr>
            <a:spLocks noGrp="1"/>
          </p:cNvSpPr>
          <p:nvPr>
            <p:ph sz="quarter" idx="13"/>
          </p:nvPr>
        </p:nvSpPr>
        <p:spPr>
          <a:xfrm>
            <a:off x="444500" y="1463039"/>
            <a:ext cx="5330952" cy="4964351"/>
          </a:xfrm>
        </p:spPr>
        <p:txBody>
          <a:bodyPr>
            <a:normAutofit fontScale="62500" lnSpcReduction="20000"/>
          </a:bodyPr>
          <a:lstStyle/>
          <a:p>
            <a:pPr marL="342900" indent="-342900">
              <a:buFont typeface="Arial" panose="020B0604020202020204" pitchFamily="34" charset="0"/>
              <a:buChar char="•"/>
            </a:pPr>
            <a:r>
              <a:rPr lang="en-US" altLang="ja-JP" sz="2400" dirty="0"/>
              <a:t>~/</a:t>
            </a:r>
            <a:r>
              <a:rPr lang="en-US" altLang="ja-JP" sz="2400" dirty="0" err="1"/>
              <a:t>pdk</a:t>
            </a:r>
            <a:r>
              <a:rPr lang="en-US" altLang="ja-JP" sz="2400" dirty="0"/>
              <a:t>/TR-1um/Document/</a:t>
            </a:r>
          </a:p>
          <a:p>
            <a:pPr marL="569214" lvl="1" indent="-285750"/>
            <a:r>
              <a:rPr lang="ja-JP" altLang="en-US" sz="2400" dirty="0"/>
              <a:t>デザインルールマニュアル</a:t>
            </a:r>
            <a:endParaRPr lang="en-US" altLang="ja-JP" sz="2400" dirty="0"/>
          </a:p>
          <a:p>
            <a:pPr marL="971550" lvl="2" indent="-285750"/>
            <a:r>
              <a:rPr lang="en-US" altLang="ja-JP" sz="2400" dirty="0"/>
              <a:t>TR-1um_DRC_summary.pdf</a:t>
            </a:r>
          </a:p>
          <a:p>
            <a:pPr marL="569214" lvl="1" indent="-285750"/>
            <a:r>
              <a:rPr lang="ja-JP" altLang="en-US" sz="2400" dirty="0"/>
              <a:t>レイヤーマニュアル</a:t>
            </a:r>
            <a:endParaRPr lang="en-US" altLang="ja-JP" sz="2400" dirty="0"/>
          </a:p>
          <a:p>
            <a:pPr marL="971550" lvl="2" indent="-285750"/>
            <a:r>
              <a:rPr lang="en-US" altLang="ja-JP" sz="2400" dirty="0"/>
              <a:t>TR-1um_Drawing_Layer_DR_Table.pdf</a:t>
            </a:r>
          </a:p>
          <a:p>
            <a:pPr marL="971550" lvl="2" indent="-285750"/>
            <a:r>
              <a:rPr lang="de-DE" altLang="ja-JP" sz="2400" dirty="0"/>
              <a:t>TR-1um_GDSII_Table.xlsx.pdf</a:t>
            </a:r>
            <a:endParaRPr lang="en-US" altLang="ja-JP" sz="2400" dirty="0"/>
          </a:p>
          <a:p>
            <a:pPr marL="569214" lvl="1" indent="-285750"/>
            <a:r>
              <a:rPr lang="en-US" altLang="ja-JP" sz="2400" dirty="0"/>
              <a:t>~/</a:t>
            </a:r>
            <a:r>
              <a:rPr lang="en-US" altLang="ja-JP" sz="2400" dirty="0" err="1"/>
              <a:t>pdk</a:t>
            </a:r>
            <a:r>
              <a:rPr lang="en-US" altLang="ja-JP" sz="2400" dirty="0"/>
              <a:t>/TR-1um/openIP62/IP62/Technology/doc</a:t>
            </a:r>
          </a:p>
          <a:p>
            <a:pPr marL="971550" lvl="2" indent="-285750"/>
            <a:r>
              <a:rPr lang="ja-JP" altLang="en-US" sz="2400" dirty="0"/>
              <a:t>必要に応じて参照すること</a:t>
            </a:r>
            <a:endParaRPr lang="en-US" altLang="ja-JP" sz="2400" dirty="0"/>
          </a:p>
          <a:p>
            <a:pPr marL="1428750" lvl="3" indent="-285750"/>
            <a:r>
              <a:rPr lang="en-US" altLang="ja-JP" sz="2400" dirty="0"/>
              <a:t>OS04_ESD</a:t>
            </a:r>
            <a:r>
              <a:rPr lang="ja-JP" altLang="en-US" sz="2400" dirty="0"/>
              <a:t>保護素子ガイドライン</a:t>
            </a:r>
            <a:r>
              <a:rPr lang="en-US" altLang="ja-JP" sz="2400" dirty="0"/>
              <a:t>.pdf</a:t>
            </a:r>
          </a:p>
          <a:p>
            <a:pPr marL="1428750" lvl="3" indent="-285750"/>
            <a:r>
              <a:rPr lang="en-US" altLang="ja-JP" sz="2400" dirty="0"/>
              <a:t>OS05_</a:t>
            </a:r>
            <a:r>
              <a:rPr lang="ja-JP" altLang="en-US" sz="2400" dirty="0"/>
              <a:t>スタンダードセルラインナップ</a:t>
            </a:r>
            <a:r>
              <a:rPr lang="en-US" altLang="ja-JP" sz="2400" dirty="0"/>
              <a:t>.pdf</a:t>
            </a:r>
          </a:p>
          <a:p>
            <a:pPr marL="1428750" lvl="3" indent="-285750"/>
            <a:r>
              <a:rPr lang="en-US" altLang="ja-JP" sz="2400" dirty="0"/>
              <a:t>OS06_</a:t>
            </a:r>
            <a:r>
              <a:rPr lang="ja-JP" altLang="en-US" sz="2400" dirty="0"/>
              <a:t>素子接続ガイドライン</a:t>
            </a:r>
            <a:r>
              <a:rPr lang="en-US" altLang="ja-JP" sz="2400" dirty="0"/>
              <a:t>.pdf</a:t>
            </a:r>
          </a:p>
        </p:txBody>
      </p:sp>
      <p:sp>
        <p:nvSpPr>
          <p:cNvPr id="8" name="コンテンツ プレースホルダー 7">
            <a:extLst>
              <a:ext uri="{FF2B5EF4-FFF2-40B4-BE49-F238E27FC236}">
                <a16:creationId xmlns:a16="http://schemas.microsoft.com/office/drawing/2014/main" id="{9FD90224-5299-F466-BE96-9F317D141803}"/>
              </a:ext>
            </a:extLst>
          </p:cNvPr>
          <p:cNvSpPr>
            <a:spLocks noGrp="1"/>
          </p:cNvSpPr>
          <p:nvPr>
            <p:ph sz="quarter" idx="14"/>
          </p:nvPr>
        </p:nvSpPr>
        <p:spPr/>
        <p:txBody>
          <a:bodyPr/>
          <a:lstStyle/>
          <a:p>
            <a:pPr marL="285750" indent="-285750">
              <a:buFont typeface="Arial" panose="020B0604020202020204" pitchFamily="34" charset="0"/>
              <a:buChar char="•"/>
            </a:pPr>
            <a:r>
              <a:rPr lang="en-US" altLang="ja-JP" dirty="0"/>
              <a:t>~/</a:t>
            </a:r>
            <a:r>
              <a:rPr lang="en-US" altLang="ja-JP" dirty="0" err="1"/>
              <a:t>pdk</a:t>
            </a:r>
            <a:r>
              <a:rPr lang="en-US" altLang="ja-JP" dirty="0"/>
              <a:t>/TR-1um/openIP62/IP62/Tools</a:t>
            </a:r>
          </a:p>
          <a:p>
            <a:pPr marL="569214" lvl="1" indent="-285750"/>
            <a:r>
              <a:rPr lang="ja-JP" altLang="en-US" dirty="0"/>
              <a:t>抵抗・容量計算ツール</a:t>
            </a:r>
            <a:r>
              <a:rPr lang="en-US" altLang="ja-JP" dirty="0"/>
              <a:t>(</a:t>
            </a:r>
            <a:r>
              <a:rPr lang="ja-JP" altLang="en-US" dirty="0"/>
              <a:t>オープン版</a:t>
            </a:r>
            <a:r>
              <a:rPr lang="en-US" altLang="ja-JP" dirty="0"/>
              <a:t>).xlsx</a:t>
            </a:r>
          </a:p>
          <a:p>
            <a:pPr marL="971550" lvl="2" indent="-285750"/>
            <a:r>
              <a:rPr lang="ja-JP" altLang="en-US" dirty="0"/>
              <a:t>抵抗やコンデンサを利用する場合に容量計算する</a:t>
            </a:r>
            <a:endParaRPr lang="en-US" altLang="ja-JP" dirty="0"/>
          </a:p>
        </p:txBody>
      </p:sp>
    </p:spTree>
    <p:extLst>
      <p:ext uri="{BB962C8B-B14F-4D97-AF65-F5344CB8AC3E}">
        <p14:creationId xmlns:p14="http://schemas.microsoft.com/office/powerpoint/2010/main" val="279380920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65C413-EF83-3179-CCAB-7BE402EB460B}"/>
              </a:ext>
            </a:extLst>
          </p:cNvPr>
          <p:cNvSpPr>
            <a:spLocks noGrp="1"/>
          </p:cNvSpPr>
          <p:nvPr>
            <p:ph type="title"/>
          </p:nvPr>
        </p:nvSpPr>
        <p:spPr/>
        <p:txBody>
          <a:bodyPr/>
          <a:lstStyle/>
          <a:p>
            <a:r>
              <a:rPr kumimoji="1" lang="en-US" altLang="ja-JP" dirty="0" err="1"/>
              <a:t>Klayout</a:t>
            </a:r>
            <a:r>
              <a:rPr kumimoji="1" lang="ja-JP" altLang="en-US" dirty="0"/>
              <a:t>：完成サンプル</a:t>
            </a:r>
          </a:p>
        </p:txBody>
      </p:sp>
      <p:sp>
        <p:nvSpPr>
          <p:cNvPr id="3" name="日付プレースホルダー 2">
            <a:extLst>
              <a:ext uri="{FF2B5EF4-FFF2-40B4-BE49-F238E27FC236}">
                <a16:creationId xmlns:a16="http://schemas.microsoft.com/office/drawing/2014/main" id="{8F98E7B9-0EBF-1E9D-F45C-317BD9E36A43}"/>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6475CC39-3DA1-C1B0-6E0C-724C2D7E7146}"/>
              </a:ext>
            </a:extLst>
          </p:cNvPr>
          <p:cNvSpPr>
            <a:spLocks noGrp="1"/>
          </p:cNvSpPr>
          <p:nvPr>
            <p:ph type="sldNum" sz="quarter" idx="12"/>
          </p:nvPr>
        </p:nvSpPr>
        <p:spPr/>
        <p:txBody>
          <a:bodyPr/>
          <a:lstStyle/>
          <a:p>
            <a:pPr rtl="0"/>
            <a:fld id="{9860EDB8-5305-433F-BE41-D7A86D811DB3}" type="slidenum">
              <a:rPr lang="en-US" altLang="ja-JP" noProof="0" smtClean="0"/>
              <a:pPr rtl="0"/>
              <a:t>92</a:t>
            </a:fld>
            <a:endParaRPr lang="ja-JP" altLang="en-US" noProof="0"/>
          </a:p>
        </p:txBody>
      </p:sp>
      <p:pic>
        <p:nvPicPr>
          <p:cNvPr id="13" name="コンテンツ プレースホルダー 12">
            <a:extLst>
              <a:ext uri="{FF2B5EF4-FFF2-40B4-BE49-F238E27FC236}">
                <a16:creationId xmlns:a16="http://schemas.microsoft.com/office/drawing/2014/main" id="{8C1417FD-148F-92F4-D4E4-6DD3DDFB6DCB}"/>
              </a:ext>
            </a:extLst>
          </p:cNvPr>
          <p:cNvPicPr>
            <a:picLocks noGrp="1" noChangeAspect="1"/>
          </p:cNvPicPr>
          <p:nvPr>
            <p:ph sz="quarter" idx="13"/>
          </p:nvPr>
        </p:nvPicPr>
        <p:blipFill>
          <a:blip r:embed="rId2"/>
          <a:stretch>
            <a:fillRect/>
          </a:stretch>
        </p:blipFill>
        <p:spPr>
          <a:xfrm>
            <a:off x="1745331" y="1463675"/>
            <a:ext cx="8609263" cy="4600575"/>
          </a:xfrm>
          <a:prstGeom prst="rect">
            <a:avLst/>
          </a:prstGeom>
        </p:spPr>
      </p:pic>
    </p:spTree>
    <p:extLst>
      <p:ext uri="{BB962C8B-B14F-4D97-AF65-F5344CB8AC3E}">
        <p14:creationId xmlns:p14="http://schemas.microsoft.com/office/powerpoint/2010/main" val="384812467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D1C6685-0BBE-1EAB-D93A-26CA2C3C46EF}"/>
              </a:ext>
            </a:extLst>
          </p:cNvPr>
          <p:cNvSpPr>
            <a:spLocks noGrp="1"/>
          </p:cNvSpPr>
          <p:nvPr>
            <p:ph type="title"/>
          </p:nvPr>
        </p:nvSpPr>
        <p:spPr/>
        <p:txBody>
          <a:bodyPr/>
          <a:lstStyle/>
          <a:p>
            <a:r>
              <a:rPr kumimoji="1" lang="en-US" altLang="ja-JP" dirty="0" err="1"/>
              <a:t>Klayout</a:t>
            </a:r>
            <a:r>
              <a:rPr kumimoji="1" lang="ja-JP" altLang="en-US" dirty="0"/>
              <a:t>：</a:t>
            </a:r>
            <a:r>
              <a:rPr kumimoji="1" lang="en-US" altLang="ja-JP" dirty="0"/>
              <a:t>P-Cell</a:t>
            </a:r>
            <a:r>
              <a:rPr kumimoji="1" lang="ja-JP" altLang="en-US" dirty="0"/>
              <a:t>の使い方</a:t>
            </a:r>
          </a:p>
        </p:txBody>
      </p:sp>
      <p:sp>
        <p:nvSpPr>
          <p:cNvPr id="3" name="日付プレースホルダー 2">
            <a:extLst>
              <a:ext uri="{FF2B5EF4-FFF2-40B4-BE49-F238E27FC236}">
                <a16:creationId xmlns:a16="http://schemas.microsoft.com/office/drawing/2014/main" id="{78AC0C93-A203-F5C2-C45A-0B836857307C}"/>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74ABF472-B63F-0E32-0878-67CCBD4DB842}"/>
              </a:ext>
            </a:extLst>
          </p:cNvPr>
          <p:cNvSpPr>
            <a:spLocks noGrp="1"/>
          </p:cNvSpPr>
          <p:nvPr>
            <p:ph type="sldNum" sz="quarter" idx="12"/>
          </p:nvPr>
        </p:nvSpPr>
        <p:spPr/>
        <p:txBody>
          <a:bodyPr/>
          <a:lstStyle/>
          <a:p>
            <a:pPr rtl="0"/>
            <a:fld id="{9860EDB8-5305-433F-BE41-D7A86D811DB3}" type="slidenum">
              <a:rPr lang="en-US" altLang="ja-JP" noProof="0" smtClean="0"/>
              <a:pPr rtl="0"/>
              <a:t>93</a:t>
            </a:fld>
            <a:endParaRPr lang="ja-JP" altLang="en-US" noProof="0"/>
          </a:p>
        </p:txBody>
      </p:sp>
      <p:sp>
        <p:nvSpPr>
          <p:cNvPr id="5" name="コンテンツ プレースホルダー 4">
            <a:extLst>
              <a:ext uri="{FF2B5EF4-FFF2-40B4-BE49-F238E27FC236}">
                <a16:creationId xmlns:a16="http://schemas.microsoft.com/office/drawing/2014/main" id="{9113F80F-46E2-6936-2FFE-0C90F52D4466}"/>
              </a:ext>
            </a:extLst>
          </p:cNvPr>
          <p:cNvSpPr>
            <a:spLocks noGrp="1"/>
          </p:cNvSpPr>
          <p:nvPr>
            <p:ph sz="quarter" idx="13"/>
          </p:nvPr>
        </p:nvSpPr>
        <p:spPr/>
        <p:txBody>
          <a:bodyPr/>
          <a:lstStyle/>
          <a:p>
            <a:pPr marL="285750" indent="-285750">
              <a:buFont typeface="Arial" panose="020B0604020202020204" pitchFamily="34" charset="0"/>
              <a:buChar char="•"/>
            </a:pPr>
            <a:r>
              <a:rPr kumimoji="1" lang="en-US" altLang="ja-JP" dirty="0"/>
              <a:t>P-Cell</a:t>
            </a:r>
            <a:r>
              <a:rPr kumimoji="1" lang="ja-JP" altLang="en-US" dirty="0"/>
              <a:t>（パラメータ化セル）とは、</a:t>
            </a:r>
            <a:r>
              <a:rPr kumimoji="1" lang="en-US" altLang="ja-JP" dirty="0"/>
              <a:t>EDA</a:t>
            </a:r>
            <a:r>
              <a:rPr kumimoji="1" lang="ja-JP" altLang="en-US" dirty="0"/>
              <a:t>で使用される再利用可能で構成可能なブロックのことです。</a:t>
            </a:r>
            <a:r>
              <a:rPr kumimoji="1" lang="en-US" altLang="ja-JP" dirty="0"/>
              <a:t>P-Cell</a:t>
            </a:r>
            <a:r>
              <a:rPr kumimoji="1" lang="ja-JP" altLang="en-US" dirty="0"/>
              <a:t>は、集積回路のレイアウトパターンを特定の設計要件に応じて調整可能なパラメータで作成することができます。これにより、各プロジェクトごとにレイアウト全体を再設計する必要がなくなり、設計プロセスの効率と柔軟性が大幅に向上します。</a:t>
            </a:r>
          </a:p>
        </p:txBody>
      </p:sp>
      <p:pic>
        <p:nvPicPr>
          <p:cNvPr id="12" name="図 11">
            <a:extLst>
              <a:ext uri="{FF2B5EF4-FFF2-40B4-BE49-F238E27FC236}">
                <a16:creationId xmlns:a16="http://schemas.microsoft.com/office/drawing/2014/main" id="{2A097B3E-FC67-5B83-7E58-11D09C52EA5E}"/>
              </a:ext>
            </a:extLst>
          </p:cNvPr>
          <p:cNvPicPr>
            <a:picLocks noChangeAspect="1"/>
          </p:cNvPicPr>
          <p:nvPr/>
        </p:nvPicPr>
        <p:blipFill>
          <a:blip r:embed="rId2"/>
          <a:stretch>
            <a:fillRect/>
          </a:stretch>
        </p:blipFill>
        <p:spPr>
          <a:xfrm>
            <a:off x="2506768" y="2291811"/>
            <a:ext cx="7860700" cy="4190598"/>
          </a:xfrm>
          <a:prstGeom prst="rect">
            <a:avLst/>
          </a:prstGeom>
        </p:spPr>
      </p:pic>
      <p:sp>
        <p:nvSpPr>
          <p:cNvPr id="7" name="吹き出し: 角を丸めた四角形 6">
            <a:extLst>
              <a:ext uri="{FF2B5EF4-FFF2-40B4-BE49-F238E27FC236}">
                <a16:creationId xmlns:a16="http://schemas.microsoft.com/office/drawing/2014/main" id="{9D56DEA5-10A4-A088-09A3-57794B57E59B}"/>
              </a:ext>
            </a:extLst>
          </p:cNvPr>
          <p:cNvSpPr/>
          <p:nvPr/>
        </p:nvSpPr>
        <p:spPr>
          <a:xfrm>
            <a:off x="3562099" y="2596896"/>
            <a:ext cx="3373599" cy="832104"/>
          </a:xfrm>
          <a:prstGeom prst="wedgeRoundRectCallout">
            <a:avLst>
              <a:gd name="adj1" fmla="val -51835"/>
              <a:gd name="adj2" fmla="val 95587"/>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dirty="0"/>
              <a:t>Gf180mcu – GF180MCU </a:t>
            </a:r>
            <a:r>
              <a:rPr kumimoji="1" lang="en-US" altLang="ja-JP" dirty="0" err="1"/>
              <a:t>PCells</a:t>
            </a:r>
            <a:r>
              <a:rPr kumimoji="1" lang="ja-JP" altLang="en-US" dirty="0"/>
              <a:t>を選択する</a:t>
            </a:r>
            <a:endParaRPr kumimoji="1" lang="en-US" altLang="ja-JP" dirty="0"/>
          </a:p>
        </p:txBody>
      </p:sp>
      <p:sp>
        <p:nvSpPr>
          <p:cNvPr id="8" name="楕円 7">
            <a:extLst>
              <a:ext uri="{FF2B5EF4-FFF2-40B4-BE49-F238E27FC236}">
                <a16:creationId xmlns:a16="http://schemas.microsoft.com/office/drawing/2014/main" id="{4B35D778-A45E-ECFC-C0A5-0EC587D07FDA}"/>
              </a:ext>
            </a:extLst>
          </p:cNvPr>
          <p:cNvSpPr/>
          <p:nvPr/>
        </p:nvSpPr>
        <p:spPr>
          <a:xfrm>
            <a:off x="2262511" y="3735649"/>
            <a:ext cx="1299588" cy="290766"/>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512298857"/>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D1C6685-0BBE-1EAB-D93A-26CA2C3C46EF}"/>
              </a:ext>
            </a:extLst>
          </p:cNvPr>
          <p:cNvSpPr>
            <a:spLocks noGrp="1"/>
          </p:cNvSpPr>
          <p:nvPr>
            <p:ph type="title"/>
          </p:nvPr>
        </p:nvSpPr>
        <p:spPr/>
        <p:txBody>
          <a:bodyPr/>
          <a:lstStyle/>
          <a:p>
            <a:r>
              <a:rPr kumimoji="1" lang="en-US" altLang="ja-JP" dirty="0" err="1"/>
              <a:t>Klayout</a:t>
            </a:r>
            <a:r>
              <a:rPr kumimoji="1" lang="ja-JP" altLang="en-US" dirty="0"/>
              <a:t>：</a:t>
            </a:r>
            <a:r>
              <a:rPr kumimoji="1" lang="en-US" altLang="ja-JP" dirty="0"/>
              <a:t>P-Cell</a:t>
            </a:r>
            <a:r>
              <a:rPr kumimoji="1" lang="ja-JP" altLang="en-US" dirty="0"/>
              <a:t>の使い方</a:t>
            </a:r>
          </a:p>
        </p:txBody>
      </p:sp>
      <p:sp>
        <p:nvSpPr>
          <p:cNvPr id="3" name="日付プレースホルダー 2">
            <a:extLst>
              <a:ext uri="{FF2B5EF4-FFF2-40B4-BE49-F238E27FC236}">
                <a16:creationId xmlns:a16="http://schemas.microsoft.com/office/drawing/2014/main" id="{78AC0C93-A203-F5C2-C45A-0B836857307C}"/>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74ABF472-B63F-0E32-0878-67CCBD4DB842}"/>
              </a:ext>
            </a:extLst>
          </p:cNvPr>
          <p:cNvSpPr>
            <a:spLocks noGrp="1"/>
          </p:cNvSpPr>
          <p:nvPr>
            <p:ph type="sldNum" sz="quarter" idx="12"/>
          </p:nvPr>
        </p:nvSpPr>
        <p:spPr/>
        <p:txBody>
          <a:bodyPr/>
          <a:lstStyle/>
          <a:p>
            <a:pPr rtl="0"/>
            <a:fld id="{9860EDB8-5305-433F-BE41-D7A86D811DB3}" type="slidenum">
              <a:rPr lang="en-US" altLang="ja-JP" noProof="0" smtClean="0"/>
              <a:pPr rtl="0"/>
              <a:t>94</a:t>
            </a:fld>
            <a:endParaRPr lang="ja-JP" altLang="en-US" noProof="0"/>
          </a:p>
        </p:txBody>
      </p:sp>
      <p:pic>
        <p:nvPicPr>
          <p:cNvPr id="6" name="図 5">
            <a:extLst>
              <a:ext uri="{FF2B5EF4-FFF2-40B4-BE49-F238E27FC236}">
                <a16:creationId xmlns:a16="http://schemas.microsoft.com/office/drawing/2014/main" id="{BB1CCE25-3F9D-BB31-07C2-422EED88967C}"/>
              </a:ext>
            </a:extLst>
          </p:cNvPr>
          <p:cNvPicPr>
            <a:picLocks noChangeAspect="1"/>
          </p:cNvPicPr>
          <p:nvPr/>
        </p:nvPicPr>
        <p:blipFill>
          <a:blip r:embed="rId2"/>
          <a:stretch>
            <a:fillRect/>
          </a:stretch>
        </p:blipFill>
        <p:spPr>
          <a:xfrm>
            <a:off x="839835" y="1162749"/>
            <a:ext cx="9872735" cy="5270098"/>
          </a:xfrm>
          <a:prstGeom prst="rect">
            <a:avLst/>
          </a:prstGeom>
        </p:spPr>
      </p:pic>
      <p:sp>
        <p:nvSpPr>
          <p:cNvPr id="8" name="楕円 7">
            <a:extLst>
              <a:ext uri="{FF2B5EF4-FFF2-40B4-BE49-F238E27FC236}">
                <a16:creationId xmlns:a16="http://schemas.microsoft.com/office/drawing/2014/main" id="{2773B07F-A7C1-DFFF-393F-EE4F660F7673}"/>
              </a:ext>
            </a:extLst>
          </p:cNvPr>
          <p:cNvSpPr/>
          <p:nvPr/>
        </p:nvSpPr>
        <p:spPr>
          <a:xfrm>
            <a:off x="1043814" y="4929903"/>
            <a:ext cx="805070" cy="235313"/>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楕円 9">
            <a:extLst>
              <a:ext uri="{FF2B5EF4-FFF2-40B4-BE49-F238E27FC236}">
                <a16:creationId xmlns:a16="http://schemas.microsoft.com/office/drawing/2014/main" id="{CE2FD96A-6F24-21AF-5810-CD60A5477C17}"/>
              </a:ext>
            </a:extLst>
          </p:cNvPr>
          <p:cNvSpPr/>
          <p:nvPr/>
        </p:nvSpPr>
        <p:spPr>
          <a:xfrm>
            <a:off x="3568741" y="1262713"/>
            <a:ext cx="516835" cy="586409"/>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楕円 11">
            <a:extLst>
              <a:ext uri="{FF2B5EF4-FFF2-40B4-BE49-F238E27FC236}">
                <a16:creationId xmlns:a16="http://schemas.microsoft.com/office/drawing/2014/main" id="{E202D0D7-8208-36A3-389B-28E63600A6D6}"/>
              </a:ext>
            </a:extLst>
          </p:cNvPr>
          <p:cNvSpPr/>
          <p:nvPr/>
        </p:nvSpPr>
        <p:spPr>
          <a:xfrm>
            <a:off x="4591387" y="2605493"/>
            <a:ext cx="1299588" cy="290766"/>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吹き出し: 角を丸めた四角形 15">
            <a:extLst>
              <a:ext uri="{FF2B5EF4-FFF2-40B4-BE49-F238E27FC236}">
                <a16:creationId xmlns:a16="http://schemas.microsoft.com/office/drawing/2014/main" id="{195E69B4-F569-D532-12FB-6959A5B1CE4E}"/>
              </a:ext>
            </a:extLst>
          </p:cNvPr>
          <p:cNvSpPr/>
          <p:nvPr/>
        </p:nvSpPr>
        <p:spPr>
          <a:xfrm>
            <a:off x="42685" y="3501339"/>
            <a:ext cx="2711298" cy="832104"/>
          </a:xfrm>
          <a:prstGeom prst="wedgeRoundRectCallout">
            <a:avLst>
              <a:gd name="adj1" fmla="val 8196"/>
              <a:gd name="adj2" fmla="val 121009"/>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２，虫眼鏡をクリック</a:t>
            </a:r>
            <a:endParaRPr kumimoji="1" lang="en-US" altLang="ja-JP" dirty="0"/>
          </a:p>
        </p:txBody>
      </p:sp>
      <p:sp>
        <p:nvSpPr>
          <p:cNvPr id="18" name="吹き出し: 角を丸めた四角形 17">
            <a:extLst>
              <a:ext uri="{FF2B5EF4-FFF2-40B4-BE49-F238E27FC236}">
                <a16:creationId xmlns:a16="http://schemas.microsoft.com/office/drawing/2014/main" id="{5C7BC45C-11EC-37B0-C83E-45800B759D4A}"/>
              </a:ext>
            </a:extLst>
          </p:cNvPr>
          <p:cNvSpPr/>
          <p:nvPr/>
        </p:nvSpPr>
        <p:spPr>
          <a:xfrm>
            <a:off x="7415719" y="1517804"/>
            <a:ext cx="2829648" cy="832104"/>
          </a:xfrm>
          <a:prstGeom prst="wedgeRoundRectCallout">
            <a:avLst>
              <a:gd name="adj1" fmla="val -115616"/>
              <a:gd name="adj2" fmla="val 84643"/>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３，目当ての</a:t>
            </a:r>
            <a:r>
              <a:rPr kumimoji="1" lang="en-US" altLang="ja-JP" dirty="0" err="1"/>
              <a:t>Pcell</a:t>
            </a:r>
            <a:r>
              <a:rPr kumimoji="1" lang="ja-JP" altLang="en-US" dirty="0"/>
              <a:t>の名前を入力する</a:t>
            </a:r>
            <a:endParaRPr kumimoji="1" lang="en-US" altLang="ja-JP" dirty="0"/>
          </a:p>
        </p:txBody>
      </p:sp>
      <p:sp>
        <p:nvSpPr>
          <p:cNvPr id="20" name="吹き出し: 角を丸めた四角形 19">
            <a:extLst>
              <a:ext uri="{FF2B5EF4-FFF2-40B4-BE49-F238E27FC236}">
                <a16:creationId xmlns:a16="http://schemas.microsoft.com/office/drawing/2014/main" id="{2E21395C-2FA5-9EEC-9047-9487C395E872}"/>
              </a:ext>
            </a:extLst>
          </p:cNvPr>
          <p:cNvSpPr/>
          <p:nvPr/>
        </p:nvSpPr>
        <p:spPr>
          <a:xfrm>
            <a:off x="6923948" y="3975325"/>
            <a:ext cx="2829648" cy="832104"/>
          </a:xfrm>
          <a:prstGeom prst="wedgeRoundRectCallout">
            <a:avLst>
              <a:gd name="adj1" fmla="val -68900"/>
              <a:gd name="adj2" fmla="val 67921"/>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４，</a:t>
            </a:r>
            <a:r>
              <a:rPr kumimoji="1" lang="en-US" altLang="ja-JP" dirty="0"/>
              <a:t>OK</a:t>
            </a:r>
            <a:r>
              <a:rPr kumimoji="1" lang="ja-JP" altLang="en-US" dirty="0"/>
              <a:t>をクリック</a:t>
            </a:r>
            <a:endParaRPr kumimoji="1" lang="en-US" altLang="ja-JP" dirty="0"/>
          </a:p>
        </p:txBody>
      </p:sp>
      <p:sp>
        <p:nvSpPr>
          <p:cNvPr id="14" name="吹き出し: 角を丸めた四角形 13">
            <a:extLst>
              <a:ext uri="{FF2B5EF4-FFF2-40B4-BE49-F238E27FC236}">
                <a16:creationId xmlns:a16="http://schemas.microsoft.com/office/drawing/2014/main" id="{7B0EC8ED-2D03-677D-79EA-853C40E6E8C4}"/>
              </a:ext>
            </a:extLst>
          </p:cNvPr>
          <p:cNvSpPr/>
          <p:nvPr/>
        </p:nvSpPr>
        <p:spPr>
          <a:xfrm>
            <a:off x="4740351" y="243467"/>
            <a:ext cx="2711298" cy="832104"/>
          </a:xfrm>
          <a:prstGeom prst="wedgeRoundRectCallout">
            <a:avLst>
              <a:gd name="adj1" fmla="val -75172"/>
              <a:gd name="adj2" fmla="val 98105"/>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１，</a:t>
            </a:r>
            <a:r>
              <a:rPr kumimoji="1" lang="en-US" altLang="ja-JP" dirty="0"/>
              <a:t>Instance</a:t>
            </a:r>
            <a:r>
              <a:rPr kumimoji="1" lang="ja-JP" altLang="en-US" dirty="0"/>
              <a:t>をクリック</a:t>
            </a:r>
            <a:endParaRPr kumimoji="1" lang="en-US" altLang="ja-JP" dirty="0"/>
          </a:p>
        </p:txBody>
      </p:sp>
    </p:spTree>
    <p:extLst>
      <p:ext uri="{BB962C8B-B14F-4D97-AF65-F5344CB8AC3E}">
        <p14:creationId xmlns:p14="http://schemas.microsoft.com/office/powerpoint/2010/main" val="552813978"/>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図 7">
            <a:extLst>
              <a:ext uri="{FF2B5EF4-FFF2-40B4-BE49-F238E27FC236}">
                <a16:creationId xmlns:a16="http://schemas.microsoft.com/office/drawing/2014/main" id="{F7037264-ADDA-DBFA-ACF1-0F23BB644AFA}"/>
              </a:ext>
            </a:extLst>
          </p:cNvPr>
          <p:cNvPicPr>
            <a:picLocks noChangeAspect="1"/>
          </p:cNvPicPr>
          <p:nvPr/>
        </p:nvPicPr>
        <p:blipFill>
          <a:blip r:embed="rId2"/>
          <a:stretch>
            <a:fillRect/>
          </a:stretch>
        </p:blipFill>
        <p:spPr>
          <a:xfrm>
            <a:off x="1121042" y="1101639"/>
            <a:ext cx="10225655" cy="5464334"/>
          </a:xfrm>
          <a:prstGeom prst="rect">
            <a:avLst/>
          </a:prstGeom>
        </p:spPr>
      </p:pic>
      <p:sp>
        <p:nvSpPr>
          <p:cNvPr id="2" name="タイトル 1">
            <a:extLst>
              <a:ext uri="{FF2B5EF4-FFF2-40B4-BE49-F238E27FC236}">
                <a16:creationId xmlns:a16="http://schemas.microsoft.com/office/drawing/2014/main" id="{3D1C6685-0BBE-1EAB-D93A-26CA2C3C46EF}"/>
              </a:ext>
            </a:extLst>
          </p:cNvPr>
          <p:cNvSpPr>
            <a:spLocks noGrp="1"/>
          </p:cNvSpPr>
          <p:nvPr>
            <p:ph type="title"/>
          </p:nvPr>
        </p:nvSpPr>
        <p:spPr/>
        <p:txBody>
          <a:bodyPr/>
          <a:lstStyle/>
          <a:p>
            <a:r>
              <a:rPr kumimoji="1" lang="en-US" altLang="ja-JP" dirty="0" err="1"/>
              <a:t>Klayout</a:t>
            </a:r>
            <a:r>
              <a:rPr kumimoji="1" lang="ja-JP" altLang="en-US" dirty="0"/>
              <a:t>：</a:t>
            </a:r>
            <a:r>
              <a:rPr kumimoji="1" lang="en-US" altLang="ja-JP" dirty="0"/>
              <a:t>P-Cell</a:t>
            </a:r>
            <a:r>
              <a:rPr kumimoji="1" lang="ja-JP" altLang="en-US" dirty="0"/>
              <a:t>の使い方</a:t>
            </a:r>
          </a:p>
        </p:txBody>
      </p:sp>
      <p:sp>
        <p:nvSpPr>
          <p:cNvPr id="3" name="日付プレースホルダー 2">
            <a:extLst>
              <a:ext uri="{FF2B5EF4-FFF2-40B4-BE49-F238E27FC236}">
                <a16:creationId xmlns:a16="http://schemas.microsoft.com/office/drawing/2014/main" id="{78AC0C93-A203-F5C2-C45A-0B836857307C}"/>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74ABF472-B63F-0E32-0878-67CCBD4DB842}"/>
              </a:ext>
            </a:extLst>
          </p:cNvPr>
          <p:cNvSpPr>
            <a:spLocks noGrp="1"/>
          </p:cNvSpPr>
          <p:nvPr>
            <p:ph type="sldNum" sz="quarter" idx="12"/>
          </p:nvPr>
        </p:nvSpPr>
        <p:spPr/>
        <p:txBody>
          <a:bodyPr/>
          <a:lstStyle/>
          <a:p>
            <a:pPr rtl="0"/>
            <a:fld id="{9860EDB8-5305-433F-BE41-D7A86D811DB3}" type="slidenum">
              <a:rPr lang="en-US" altLang="ja-JP" noProof="0" smtClean="0"/>
              <a:pPr rtl="0"/>
              <a:t>95</a:t>
            </a:fld>
            <a:endParaRPr lang="ja-JP" altLang="en-US" noProof="0"/>
          </a:p>
        </p:txBody>
      </p:sp>
      <p:sp>
        <p:nvSpPr>
          <p:cNvPr id="12" name="楕円 11">
            <a:extLst>
              <a:ext uri="{FF2B5EF4-FFF2-40B4-BE49-F238E27FC236}">
                <a16:creationId xmlns:a16="http://schemas.microsoft.com/office/drawing/2014/main" id="{A827C668-CA2E-9930-C72D-CB20147AC627}"/>
              </a:ext>
            </a:extLst>
          </p:cNvPr>
          <p:cNvSpPr/>
          <p:nvPr/>
        </p:nvSpPr>
        <p:spPr>
          <a:xfrm flipH="1" flipV="1">
            <a:off x="1121044" y="3928849"/>
            <a:ext cx="1543761" cy="368747"/>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吹き出し: 角を丸めた四角形 13">
            <a:extLst>
              <a:ext uri="{FF2B5EF4-FFF2-40B4-BE49-F238E27FC236}">
                <a16:creationId xmlns:a16="http://schemas.microsoft.com/office/drawing/2014/main" id="{B7601615-BC96-35E3-3144-498EF6BB2649}"/>
              </a:ext>
            </a:extLst>
          </p:cNvPr>
          <p:cNvSpPr/>
          <p:nvPr/>
        </p:nvSpPr>
        <p:spPr>
          <a:xfrm>
            <a:off x="0" y="2439749"/>
            <a:ext cx="2953037" cy="832104"/>
          </a:xfrm>
          <a:prstGeom prst="wedgeRoundRectCallout">
            <a:avLst>
              <a:gd name="adj1" fmla="val 24911"/>
              <a:gd name="adj2" fmla="val 101568"/>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１，</a:t>
            </a:r>
            <a:r>
              <a:rPr kumimoji="1" lang="en-US" altLang="ja-JP" dirty="0" err="1"/>
              <a:t>PCell</a:t>
            </a:r>
            <a:r>
              <a:rPr kumimoji="1" lang="ja-JP" altLang="en-US" dirty="0"/>
              <a:t>タブをクリック</a:t>
            </a:r>
            <a:endParaRPr kumimoji="1" lang="en-US" altLang="ja-JP" dirty="0"/>
          </a:p>
        </p:txBody>
      </p:sp>
      <p:sp>
        <p:nvSpPr>
          <p:cNvPr id="16" name="吹き出し: 角を丸めた四角形 15">
            <a:extLst>
              <a:ext uri="{FF2B5EF4-FFF2-40B4-BE49-F238E27FC236}">
                <a16:creationId xmlns:a16="http://schemas.microsoft.com/office/drawing/2014/main" id="{9BA1408F-AE3F-EC67-C490-E8B94711889A}"/>
              </a:ext>
            </a:extLst>
          </p:cNvPr>
          <p:cNvSpPr/>
          <p:nvPr/>
        </p:nvSpPr>
        <p:spPr>
          <a:xfrm>
            <a:off x="3466338" y="3624820"/>
            <a:ext cx="2953037" cy="832104"/>
          </a:xfrm>
          <a:prstGeom prst="wedgeRoundRectCallout">
            <a:avLst>
              <a:gd name="adj1" fmla="val -76219"/>
              <a:gd name="adj2" fmla="val -4421"/>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２，作りたい値を入力</a:t>
            </a:r>
            <a:endParaRPr kumimoji="1" lang="en-US" altLang="ja-JP" dirty="0"/>
          </a:p>
        </p:txBody>
      </p:sp>
      <p:sp>
        <p:nvSpPr>
          <p:cNvPr id="18" name="正方形/長方形 17">
            <a:extLst>
              <a:ext uri="{FF2B5EF4-FFF2-40B4-BE49-F238E27FC236}">
                <a16:creationId xmlns:a16="http://schemas.microsoft.com/office/drawing/2014/main" id="{EDAB9BA9-BCF2-A524-EEBA-FE4CC24A60A4}"/>
              </a:ext>
            </a:extLst>
          </p:cNvPr>
          <p:cNvSpPr/>
          <p:nvPr/>
        </p:nvSpPr>
        <p:spPr>
          <a:xfrm>
            <a:off x="6023487" y="4154118"/>
            <a:ext cx="3137452" cy="711659"/>
          </a:xfrm>
          <a:prstGeom prst="rect">
            <a:avLst/>
          </a:prstGeom>
        </p:spPr>
        <p:style>
          <a:lnRef idx="1">
            <a:schemeClr val="accent4"/>
          </a:lnRef>
          <a:fillRef idx="2">
            <a:schemeClr val="accent4"/>
          </a:fillRef>
          <a:effectRef idx="1">
            <a:schemeClr val="accent4"/>
          </a:effectRef>
          <a:fontRef idx="minor">
            <a:schemeClr val="dk1"/>
          </a:fontRef>
        </p:style>
        <p:txBody>
          <a:bodyPr rtlCol="0" anchor="t"/>
          <a:lstStyle/>
          <a:p>
            <a:pPr marL="285750" indent="-285750">
              <a:buFont typeface="Arial" panose="020B0604020202020204" pitchFamily="34" charset="0"/>
              <a:buChar char="•"/>
            </a:pPr>
            <a:r>
              <a:rPr kumimoji="1" lang="ja-JP" altLang="en-US" dirty="0"/>
              <a:t>この場合は、設計した</a:t>
            </a:r>
            <a:r>
              <a:rPr kumimoji="1" lang="en-US" altLang="ja-JP" dirty="0"/>
              <a:t>W</a:t>
            </a:r>
            <a:r>
              <a:rPr kumimoji="1" lang="ja-JP" altLang="en-US" dirty="0"/>
              <a:t>と</a:t>
            </a:r>
            <a:r>
              <a:rPr kumimoji="1" lang="en-US" altLang="ja-JP" dirty="0"/>
              <a:t>L</a:t>
            </a:r>
            <a:r>
              <a:rPr kumimoji="1" lang="ja-JP" altLang="en-US" dirty="0"/>
              <a:t>の値を入力する</a:t>
            </a:r>
          </a:p>
        </p:txBody>
      </p:sp>
    </p:spTree>
    <p:extLst>
      <p:ext uri="{BB962C8B-B14F-4D97-AF65-F5344CB8AC3E}">
        <p14:creationId xmlns:p14="http://schemas.microsoft.com/office/powerpoint/2010/main" val="1079369056"/>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D1C6685-0BBE-1EAB-D93A-26CA2C3C46EF}"/>
              </a:ext>
            </a:extLst>
          </p:cNvPr>
          <p:cNvSpPr>
            <a:spLocks noGrp="1"/>
          </p:cNvSpPr>
          <p:nvPr>
            <p:ph type="title"/>
          </p:nvPr>
        </p:nvSpPr>
        <p:spPr/>
        <p:txBody>
          <a:bodyPr/>
          <a:lstStyle/>
          <a:p>
            <a:r>
              <a:rPr kumimoji="1" lang="en-US" altLang="ja-JP" dirty="0" err="1"/>
              <a:t>Klayout</a:t>
            </a:r>
            <a:r>
              <a:rPr kumimoji="1" lang="ja-JP" altLang="en-US" dirty="0"/>
              <a:t>：</a:t>
            </a:r>
            <a:r>
              <a:rPr kumimoji="1" lang="en-US" altLang="ja-JP" dirty="0"/>
              <a:t>P-Cell</a:t>
            </a:r>
            <a:r>
              <a:rPr kumimoji="1" lang="ja-JP" altLang="en-US" dirty="0"/>
              <a:t>の使い方</a:t>
            </a:r>
          </a:p>
        </p:txBody>
      </p:sp>
      <p:sp>
        <p:nvSpPr>
          <p:cNvPr id="3" name="日付プレースホルダー 2">
            <a:extLst>
              <a:ext uri="{FF2B5EF4-FFF2-40B4-BE49-F238E27FC236}">
                <a16:creationId xmlns:a16="http://schemas.microsoft.com/office/drawing/2014/main" id="{78AC0C93-A203-F5C2-C45A-0B836857307C}"/>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74ABF472-B63F-0E32-0878-67CCBD4DB842}"/>
              </a:ext>
            </a:extLst>
          </p:cNvPr>
          <p:cNvSpPr>
            <a:spLocks noGrp="1"/>
          </p:cNvSpPr>
          <p:nvPr>
            <p:ph type="sldNum" sz="quarter" idx="12"/>
          </p:nvPr>
        </p:nvSpPr>
        <p:spPr/>
        <p:txBody>
          <a:bodyPr/>
          <a:lstStyle/>
          <a:p>
            <a:pPr rtl="0"/>
            <a:fld id="{9860EDB8-5305-433F-BE41-D7A86D811DB3}" type="slidenum">
              <a:rPr lang="en-US" altLang="ja-JP" noProof="0" smtClean="0"/>
              <a:pPr rtl="0"/>
              <a:t>96</a:t>
            </a:fld>
            <a:endParaRPr lang="ja-JP" altLang="en-US" noProof="0"/>
          </a:p>
        </p:txBody>
      </p:sp>
      <p:pic>
        <p:nvPicPr>
          <p:cNvPr id="9" name="図 8">
            <a:extLst>
              <a:ext uri="{FF2B5EF4-FFF2-40B4-BE49-F238E27FC236}">
                <a16:creationId xmlns:a16="http://schemas.microsoft.com/office/drawing/2014/main" id="{1A5B3AF7-F142-9ECC-7019-727215596AF0}"/>
              </a:ext>
            </a:extLst>
          </p:cNvPr>
          <p:cNvPicPr>
            <a:picLocks noChangeAspect="1"/>
          </p:cNvPicPr>
          <p:nvPr/>
        </p:nvPicPr>
        <p:blipFill>
          <a:blip r:embed="rId2"/>
          <a:stretch>
            <a:fillRect/>
          </a:stretch>
        </p:blipFill>
        <p:spPr>
          <a:xfrm>
            <a:off x="0" y="1137313"/>
            <a:ext cx="7425598" cy="3952303"/>
          </a:xfrm>
          <a:prstGeom prst="rect">
            <a:avLst/>
          </a:prstGeom>
        </p:spPr>
      </p:pic>
      <p:sp>
        <p:nvSpPr>
          <p:cNvPr id="8" name="吹き出し: 角を丸めた四角形 7">
            <a:extLst>
              <a:ext uri="{FF2B5EF4-FFF2-40B4-BE49-F238E27FC236}">
                <a16:creationId xmlns:a16="http://schemas.microsoft.com/office/drawing/2014/main" id="{8EF94F8F-6104-A08C-9B81-2EF3EAD2808E}"/>
              </a:ext>
            </a:extLst>
          </p:cNvPr>
          <p:cNvSpPr/>
          <p:nvPr/>
        </p:nvSpPr>
        <p:spPr>
          <a:xfrm>
            <a:off x="176288" y="1137313"/>
            <a:ext cx="3552128" cy="832104"/>
          </a:xfrm>
          <a:prstGeom prst="wedgeRoundRectCallout">
            <a:avLst>
              <a:gd name="adj1" fmla="val 43725"/>
              <a:gd name="adj2" fmla="val 89049"/>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置きたい場所をクリックすると配置される</a:t>
            </a:r>
            <a:endParaRPr kumimoji="1" lang="en-US" altLang="ja-JP" dirty="0"/>
          </a:p>
        </p:txBody>
      </p:sp>
      <p:pic>
        <p:nvPicPr>
          <p:cNvPr id="12" name="図 11">
            <a:extLst>
              <a:ext uri="{FF2B5EF4-FFF2-40B4-BE49-F238E27FC236}">
                <a16:creationId xmlns:a16="http://schemas.microsoft.com/office/drawing/2014/main" id="{F80094CA-0001-45FF-ABDE-F65BA6E4BE84}"/>
              </a:ext>
            </a:extLst>
          </p:cNvPr>
          <p:cNvPicPr>
            <a:picLocks noChangeAspect="1"/>
          </p:cNvPicPr>
          <p:nvPr/>
        </p:nvPicPr>
        <p:blipFill>
          <a:blip r:embed="rId3"/>
          <a:stretch>
            <a:fillRect/>
          </a:stretch>
        </p:blipFill>
        <p:spPr>
          <a:xfrm>
            <a:off x="5584512" y="3428498"/>
            <a:ext cx="6607488" cy="3520666"/>
          </a:xfrm>
          <a:prstGeom prst="rect">
            <a:avLst/>
          </a:prstGeom>
        </p:spPr>
      </p:pic>
      <p:sp>
        <p:nvSpPr>
          <p:cNvPr id="10" name="吹き出し: 角を丸めた四角形 9">
            <a:extLst>
              <a:ext uri="{FF2B5EF4-FFF2-40B4-BE49-F238E27FC236}">
                <a16:creationId xmlns:a16="http://schemas.microsoft.com/office/drawing/2014/main" id="{CEDA5142-F820-2235-6171-2C373CD3175C}"/>
              </a:ext>
            </a:extLst>
          </p:cNvPr>
          <p:cNvSpPr/>
          <p:nvPr/>
        </p:nvSpPr>
        <p:spPr>
          <a:xfrm>
            <a:off x="6144636" y="2777185"/>
            <a:ext cx="2257252" cy="1080444"/>
          </a:xfrm>
          <a:prstGeom prst="wedgeRoundRectCallout">
            <a:avLst>
              <a:gd name="adj1" fmla="val -49257"/>
              <a:gd name="adj2" fmla="val 113892"/>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中身を見る場合はここのレイヤーの数字を増やす</a:t>
            </a:r>
            <a:endParaRPr kumimoji="1" lang="en-US" altLang="ja-JP" dirty="0"/>
          </a:p>
        </p:txBody>
      </p:sp>
    </p:spTree>
    <p:extLst>
      <p:ext uri="{BB962C8B-B14F-4D97-AF65-F5344CB8AC3E}">
        <p14:creationId xmlns:p14="http://schemas.microsoft.com/office/powerpoint/2010/main" val="32815729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2433B56-9CAF-7B5F-6502-C3C06C740F05}"/>
              </a:ext>
            </a:extLst>
          </p:cNvPr>
          <p:cNvSpPr>
            <a:spLocks noGrp="1"/>
          </p:cNvSpPr>
          <p:nvPr>
            <p:ph type="title"/>
          </p:nvPr>
        </p:nvSpPr>
        <p:spPr/>
        <p:txBody>
          <a:bodyPr/>
          <a:lstStyle/>
          <a:p>
            <a:r>
              <a:rPr kumimoji="1" lang="en-US" altLang="ja-JP" dirty="0" err="1"/>
              <a:t>Pcell</a:t>
            </a:r>
            <a:r>
              <a:rPr kumimoji="1" lang="ja-JP" altLang="en-US" dirty="0"/>
              <a:t>のパラメータ</a:t>
            </a:r>
          </a:p>
        </p:txBody>
      </p:sp>
      <p:sp>
        <p:nvSpPr>
          <p:cNvPr id="3" name="日付プレースホルダー 2">
            <a:extLst>
              <a:ext uri="{FF2B5EF4-FFF2-40B4-BE49-F238E27FC236}">
                <a16:creationId xmlns:a16="http://schemas.microsoft.com/office/drawing/2014/main" id="{BDDC70D5-20FF-5BB6-BD35-67D40C41EFCA}"/>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FE39DE84-4928-4DA9-7AD9-85BB238DC092}"/>
              </a:ext>
            </a:extLst>
          </p:cNvPr>
          <p:cNvSpPr>
            <a:spLocks noGrp="1"/>
          </p:cNvSpPr>
          <p:nvPr>
            <p:ph type="sldNum" sz="quarter" idx="12"/>
          </p:nvPr>
        </p:nvSpPr>
        <p:spPr/>
        <p:txBody>
          <a:bodyPr/>
          <a:lstStyle/>
          <a:p>
            <a:pPr rtl="0"/>
            <a:fld id="{9860EDB8-5305-433F-BE41-D7A86D811DB3}" type="slidenum">
              <a:rPr lang="en-US" altLang="ja-JP" noProof="0" smtClean="0"/>
              <a:pPr rtl="0"/>
              <a:t>97</a:t>
            </a:fld>
            <a:endParaRPr lang="ja-JP" altLang="en-US" noProof="0"/>
          </a:p>
        </p:txBody>
      </p:sp>
      <p:pic>
        <p:nvPicPr>
          <p:cNvPr id="9" name="図 8">
            <a:extLst>
              <a:ext uri="{FF2B5EF4-FFF2-40B4-BE49-F238E27FC236}">
                <a16:creationId xmlns:a16="http://schemas.microsoft.com/office/drawing/2014/main" id="{C0C07EC3-480D-9F21-2EB0-41202705FD29}"/>
              </a:ext>
            </a:extLst>
          </p:cNvPr>
          <p:cNvPicPr>
            <a:picLocks noChangeAspect="1"/>
          </p:cNvPicPr>
          <p:nvPr/>
        </p:nvPicPr>
        <p:blipFill>
          <a:blip r:embed="rId2"/>
          <a:srcRect r="24779"/>
          <a:stretch>
            <a:fillRect/>
          </a:stretch>
        </p:blipFill>
        <p:spPr>
          <a:xfrm>
            <a:off x="7874206" y="1461196"/>
            <a:ext cx="4193519" cy="4600575"/>
          </a:xfrm>
          <a:prstGeom prst="rect">
            <a:avLst/>
          </a:prstGeom>
        </p:spPr>
      </p:pic>
      <p:sp>
        <p:nvSpPr>
          <p:cNvPr id="10" name="コンテンツ プレースホルダー 1">
            <a:extLst>
              <a:ext uri="{FF2B5EF4-FFF2-40B4-BE49-F238E27FC236}">
                <a16:creationId xmlns:a16="http://schemas.microsoft.com/office/drawing/2014/main" id="{E8C9C14E-EF22-D38A-24CF-FC006FE4326A}"/>
              </a:ext>
            </a:extLst>
          </p:cNvPr>
          <p:cNvSpPr txBox="1">
            <a:spLocks/>
          </p:cNvSpPr>
          <p:nvPr/>
        </p:nvSpPr>
        <p:spPr>
          <a:xfrm>
            <a:off x="444500" y="1173415"/>
            <a:ext cx="11210543" cy="5166847"/>
          </a:xfrm>
          <a:prstGeom prst="rect">
            <a:avLst/>
          </a:prstGeom>
        </p:spPr>
        <p:txBody>
          <a:bodyPr vert="horz" lIns="91440" tIns="45720" rIns="91440" bIns="45720" rtlCol="0">
            <a:normAutofit fontScale="92500" lnSpcReduction="20000"/>
          </a:bodyPr>
          <a:lstStyle>
            <a:lvl1pPr marL="0" indent="0" algn="l" defTabSz="914400" rtl="0" eaLnBrk="1" latinLnBrk="0" hangingPunct="1">
              <a:lnSpc>
                <a:spcPct val="100000"/>
              </a:lnSpc>
              <a:spcBef>
                <a:spcPts val="1000"/>
              </a:spcBef>
              <a:spcAft>
                <a:spcPts val="1200"/>
              </a:spcAft>
              <a:buFontTx/>
              <a:buNone/>
              <a:defRPr kumimoji="1" lang="en-US" sz="1600" kern="1200" dirty="0">
                <a:solidFill>
                  <a:schemeClr val="bg2">
                    <a:lumMod val="25000"/>
                  </a:schemeClr>
                </a:solidFill>
                <a:latin typeface="Meiryo UI" panose="020B0604030504040204" pitchFamily="50" charset="-128"/>
                <a:ea typeface="Meiryo UI" panose="020B0604030504040204" pitchFamily="50" charset="-128"/>
                <a:cs typeface="+mn-cs"/>
              </a:defRPr>
            </a:lvl1pPr>
            <a:lvl2pPr marL="283464" indent="-283464" algn="l" defTabSz="914400" rtl="0" eaLnBrk="1" latinLnBrk="0" hangingPunct="1">
              <a:lnSpc>
                <a:spcPct val="100000"/>
              </a:lnSpc>
              <a:spcBef>
                <a:spcPts val="1000"/>
              </a:spcBef>
              <a:spcAft>
                <a:spcPts val="1200"/>
              </a:spcAft>
              <a:buFont typeface="Arial" panose="020B0604020202020204" pitchFamily="34" charset="0"/>
              <a:buChar char="•"/>
              <a:defRPr kumimoji="1" lang="en-US" sz="1600" kern="1200" dirty="0">
                <a:solidFill>
                  <a:schemeClr val="bg2">
                    <a:lumMod val="25000"/>
                  </a:schemeClr>
                </a:solidFill>
                <a:latin typeface="Meiryo UI" panose="020B0604030504040204" pitchFamily="50" charset="-128"/>
                <a:ea typeface="Meiryo UI" panose="020B0604030504040204" pitchFamily="50" charset="-128"/>
                <a:cs typeface="+mn-cs"/>
              </a:defRPr>
            </a:lvl2pPr>
            <a:lvl3pPr marL="685800" indent="-228600" algn="l" defTabSz="914400" rtl="0" eaLnBrk="1" latinLnBrk="0" hangingPunct="1">
              <a:lnSpc>
                <a:spcPct val="100000"/>
              </a:lnSpc>
              <a:spcBef>
                <a:spcPts val="1000"/>
              </a:spcBef>
              <a:spcAft>
                <a:spcPts val="1200"/>
              </a:spcAft>
              <a:buFont typeface="Arial" panose="020B0604020202020204" pitchFamily="34" charset="0"/>
              <a:buChar char="•"/>
              <a:defRPr kumimoji="1" lang="en-US" sz="1600" kern="1200" dirty="0">
                <a:solidFill>
                  <a:schemeClr val="bg2">
                    <a:lumMod val="25000"/>
                  </a:schemeClr>
                </a:solidFill>
                <a:latin typeface="Meiryo UI" panose="020B0604030504040204" pitchFamily="50" charset="-128"/>
                <a:ea typeface="Meiryo UI" panose="020B0604030504040204" pitchFamily="50" charset="-128"/>
                <a:cs typeface="+mn-cs"/>
              </a:defRPr>
            </a:lvl3pPr>
            <a:lvl4pPr marL="1143000" indent="-228600" algn="l" defTabSz="914400" rtl="0" eaLnBrk="1" latinLnBrk="0" hangingPunct="1">
              <a:lnSpc>
                <a:spcPct val="100000"/>
              </a:lnSpc>
              <a:spcBef>
                <a:spcPts val="1000"/>
              </a:spcBef>
              <a:spcAft>
                <a:spcPts val="1200"/>
              </a:spcAft>
              <a:buFont typeface="Arial" panose="020B0604020202020204" pitchFamily="34" charset="0"/>
              <a:buChar char="•"/>
              <a:defRPr kumimoji="1" lang="en-US" sz="1600" kern="1200" dirty="0" smtClean="0">
                <a:solidFill>
                  <a:schemeClr val="bg2">
                    <a:lumMod val="25000"/>
                  </a:schemeClr>
                </a:solidFill>
                <a:latin typeface="Meiryo UI" panose="020B0604030504040204" pitchFamily="50" charset="-128"/>
                <a:ea typeface="Meiryo UI" panose="020B0604030504040204" pitchFamily="50" charset="-128"/>
                <a:cs typeface="+mn-cs"/>
              </a:defRPr>
            </a:lvl4pPr>
            <a:lvl5pPr marL="1600200" indent="-228600" algn="l" defTabSz="914400" rtl="0" eaLnBrk="1" latinLnBrk="0" hangingPunct="1">
              <a:lnSpc>
                <a:spcPct val="100000"/>
              </a:lnSpc>
              <a:spcBef>
                <a:spcPts val="1000"/>
              </a:spcBef>
              <a:spcAft>
                <a:spcPts val="1200"/>
              </a:spcAft>
              <a:buFont typeface="Arial" panose="020B0604020202020204" pitchFamily="34" charset="0"/>
              <a:buChar char="•"/>
              <a:defRPr kumimoji="1" lang="en-US" sz="1600" kern="1200" dirty="0" smtClean="0">
                <a:solidFill>
                  <a:schemeClr val="bg2">
                    <a:lumMod val="25000"/>
                  </a:schemeClr>
                </a:solidFill>
                <a:latin typeface="Meiryo UI" panose="020B0604030504040204" pitchFamily="50" charset="-128"/>
                <a:ea typeface="Meiryo UI" panose="020B0604030504040204" pitchFamily="50" charset="-128"/>
                <a:cs typeface="+mn-cs"/>
              </a:defRPr>
            </a:lvl5pPr>
            <a:lvl6pPr marL="2057400" indent="-228600" algn="l" defTabSz="914400" rtl="0" eaLnBrk="1" latinLnBrk="0" hangingPunct="1">
              <a:lnSpc>
                <a:spcPct val="150000"/>
              </a:lnSpc>
              <a:spcBef>
                <a:spcPts val="1000"/>
              </a:spcBef>
              <a:spcAft>
                <a:spcPts val="1200"/>
              </a:spcAft>
              <a:buFont typeface="Arial" panose="020B0604020202020204" pitchFamily="34" charset="0"/>
              <a:buChar char="•"/>
              <a:defRPr kumimoji="1" lang="en-US" sz="1200" kern="1200" dirty="0" smtClean="0">
                <a:solidFill>
                  <a:schemeClr val="tx1"/>
                </a:solidFill>
                <a:latin typeface="+mn-lt"/>
                <a:ea typeface="+mn-ea"/>
                <a:cs typeface="+mn-cs"/>
              </a:defRPr>
            </a:lvl6pPr>
            <a:lvl7pPr marL="2514600" indent="-228600" algn="l" defTabSz="914400" rtl="0" eaLnBrk="1" latinLnBrk="0" hangingPunct="1">
              <a:lnSpc>
                <a:spcPct val="150000"/>
              </a:lnSpc>
              <a:spcBef>
                <a:spcPts val="1000"/>
              </a:spcBef>
              <a:spcAft>
                <a:spcPts val="1200"/>
              </a:spcAft>
              <a:buFont typeface="Arial" panose="020B0604020202020204" pitchFamily="34" charset="0"/>
              <a:buChar char="•"/>
              <a:defRPr kumimoji="1" lang="en-US" sz="1200" kern="1200" dirty="0" smtClean="0">
                <a:solidFill>
                  <a:schemeClr val="tx1"/>
                </a:solidFill>
                <a:latin typeface="+mn-lt"/>
                <a:ea typeface="+mn-ea"/>
                <a:cs typeface="+mn-cs"/>
              </a:defRPr>
            </a:lvl7pPr>
            <a:lvl8pPr marL="2971800" indent="-228600" algn="l" defTabSz="914400" rtl="0" eaLnBrk="1" latinLnBrk="0" hangingPunct="1">
              <a:lnSpc>
                <a:spcPct val="150000"/>
              </a:lnSpc>
              <a:spcBef>
                <a:spcPts val="1000"/>
              </a:spcBef>
              <a:spcAft>
                <a:spcPts val="1200"/>
              </a:spcAft>
              <a:buFont typeface="Arial" panose="020B0604020202020204" pitchFamily="34" charset="0"/>
              <a:buChar char="•"/>
              <a:defRPr kumimoji="1" lang="en-US" sz="1200" kern="1200" dirty="0" smtClean="0">
                <a:solidFill>
                  <a:schemeClr val="tx1"/>
                </a:solidFill>
                <a:latin typeface="+mn-lt"/>
                <a:ea typeface="+mn-ea"/>
                <a:cs typeface="+mn-cs"/>
              </a:defRPr>
            </a:lvl8pPr>
            <a:lvl9pPr marL="3429000" indent="-228600" algn="l" defTabSz="914400" rtl="0" eaLnBrk="1" latinLnBrk="0" hangingPunct="1">
              <a:lnSpc>
                <a:spcPct val="90000"/>
              </a:lnSpc>
              <a:spcBef>
                <a:spcPct val="30000"/>
              </a:spcBef>
              <a:buFont typeface="Arial" panose="020B0604020202020204" pitchFamily="34" charset="0"/>
              <a:buNone/>
              <a:defRPr kumimoji="1" sz="1200" kern="1200">
                <a:solidFill>
                  <a:schemeClr val="tx1"/>
                </a:solidFill>
                <a:latin typeface="+mn-lt"/>
                <a:ea typeface="+mn-ea"/>
                <a:cs typeface="+mn-cs"/>
              </a:defRPr>
            </a:lvl9pPr>
          </a:lstStyle>
          <a:p>
            <a:r>
              <a:rPr lang="en-US" altLang="ja-JP" sz="1800" dirty="0"/>
              <a:t>Deep NWELL		</a:t>
            </a:r>
            <a:r>
              <a:rPr lang="ja-JP" altLang="en-US" sz="1800" dirty="0"/>
              <a:t>トリプルウェル用（今回は利用しない）</a:t>
            </a:r>
          </a:p>
          <a:p>
            <a:r>
              <a:rPr lang="en-US" altLang="ja-JP" sz="1800" dirty="0"/>
              <a:t>Operating Voltage	</a:t>
            </a:r>
            <a:r>
              <a:rPr lang="ja-JP" altLang="en-US" sz="1800" dirty="0"/>
              <a:t>耐圧（設計値にする）</a:t>
            </a:r>
          </a:p>
          <a:p>
            <a:r>
              <a:rPr lang="en-US" altLang="ja-JP" sz="1800" dirty="0"/>
              <a:t>Bulk Type		Body</a:t>
            </a:r>
            <a:r>
              <a:rPr lang="ja-JP" altLang="en-US" sz="1800" dirty="0"/>
              <a:t>端子の設置方法</a:t>
            </a:r>
          </a:p>
          <a:p>
            <a:r>
              <a:rPr lang="en-US" altLang="ja-JP" sz="1800" dirty="0"/>
              <a:t>Width			W</a:t>
            </a:r>
            <a:r>
              <a:rPr lang="ja-JP" altLang="en-US" sz="1800" dirty="0"/>
              <a:t>値（設計値にする）</a:t>
            </a:r>
          </a:p>
          <a:p>
            <a:r>
              <a:rPr lang="en-US" altLang="ja-JP" sz="1800" dirty="0"/>
              <a:t>Length			L</a:t>
            </a:r>
            <a:r>
              <a:rPr lang="ja-JP" altLang="en-US" sz="1800" dirty="0"/>
              <a:t>値（設計値にする）</a:t>
            </a:r>
          </a:p>
          <a:p>
            <a:r>
              <a:rPr lang="en-US" altLang="ja-JP" sz="1800" dirty="0"/>
              <a:t>Diffusion Length		</a:t>
            </a:r>
            <a:r>
              <a:rPr lang="ja-JP" altLang="en-US" sz="1800" dirty="0"/>
              <a:t>拡散層の長さ（デフォルト値）</a:t>
            </a:r>
          </a:p>
          <a:p>
            <a:r>
              <a:rPr lang="en-US" altLang="ja-JP" sz="1800" dirty="0"/>
              <a:t>Number of Fingers	</a:t>
            </a:r>
            <a:r>
              <a:rPr lang="en-US" altLang="ja-JP" sz="1800" dirty="0" err="1"/>
              <a:t>nf</a:t>
            </a:r>
            <a:r>
              <a:rPr lang="ja-JP" altLang="en-US" sz="1800" dirty="0"/>
              <a:t>値（フィンガー数）</a:t>
            </a:r>
            <a:endParaRPr lang="en-US" altLang="ja-JP" sz="1800" dirty="0"/>
          </a:p>
          <a:p>
            <a:r>
              <a:rPr lang="en-US" altLang="ja-JP" sz="1800" dirty="0"/>
              <a:t>Gurad Ring Width</a:t>
            </a:r>
            <a:r>
              <a:rPr lang="ja-JP" altLang="en-US" sz="1800" dirty="0"/>
              <a:t>	ガードリングのサイズ</a:t>
            </a:r>
            <a:endParaRPr lang="en-US" altLang="ja-JP" sz="1800" dirty="0"/>
          </a:p>
          <a:p>
            <a:r>
              <a:rPr lang="en-US" altLang="ja-JP" sz="1800" dirty="0"/>
              <a:t>Gate Contact </a:t>
            </a:r>
            <a:r>
              <a:rPr lang="en-US" altLang="ja-JP" sz="1800" dirty="0" err="1"/>
              <a:t>Positon</a:t>
            </a:r>
            <a:r>
              <a:rPr lang="en-US" altLang="ja-JP" sz="1800" dirty="0"/>
              <a:t>	</a:t>
            </a:r>
            <a:r>
              <a:rPr lang="ja-JP" altLang="en-US" sz="1800" dirty="0"/>
              <a:t>ゲートのコンタクトの配置</a:t>
            </a:r>
            <a:endParaRPr lang="en-US" altLang="ja-JP" sz="1800" dirty="0"/>
          </a:p>
          <a:p>
            <a:r>
              <a:rPr lang="en-US" altLang="ja-JP" sz="1800" dirty="0"/>
              <a:t>Contact Between Fingers	</a:t>
            </a:r>
            <a:r>
              <a:rPr lang="ja-JP" altLang="en-US" sz="1800" dirty="0"/>
              <a:t>フィンガー間の拡散層にコンタクトを設置する</a:t>
            </a:r>
            <a:endParaRPr lang="en-US" altLang="ja-JP" sz="1800" dirty="0"/>
          </a:p>
          <a:p>
            <a:r>
              <a:rPr lang="ja-JP" altLang="en-US" sz="1800" dirty="0"/>
              <a:t>これ以降はすべてデフォルトで</a:t>
            </a:r>
            <a:r>
              <a:rPr lang="en-US" altLang="ja-JP" sz="1800" dirty="0"/>
              <a:t>OK</a:t>
            </a:r>
            <a:endParaRPr lang="ja-JP" altLang="en-US" sz="1800" dirty="0"/>
          </a:p>
        </p:txBody>
      </p:sp>
    </p:spTree>
    <p:extLst>
      <p:ext uri="{BB962C8B-B14F-4D97-AF65-F5344CB8AC3E}">
        <p14:creationId xmlns:p14="http://schemas.microsoft.com/office/powerpoint/2010/main" val="130554892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コンテンツ プレースホルダー 11">
            <a:extLst>
              <a:ext uri="{FF2B5EF4-FFF2-40B4-BE49-F238E27FC236}">
                <a16:creationId xmlns:a16="http://schemas.microsoft.com/office/drawing/2014/main" id="{46DFFB80-858F-4782-14D6-B3ED370361B0}"/>
              </a:ext>
            </a:extLst>
          </p:cNvPr>
          <p:cNvPicPr>
            <a:picLocks noGrp="1" noChangeAspect="1"/>
          </p:cNvPicPr>
          <p:nvPr>
            <p:ph sz="quarter" idx="13"/>
          </p:nvPr>
        </p:nvPicPr>
        <p:blipFill>
          <a:blip r:embed="rId2"/>
          <a:stretch>
            <a:fillRect/>
          </a:stretch>
        </p:blipFill>
        <p:spPr>
          <a:xfrm>
            <a:off x="477681" y="1634105"/>
            <a:ext cx="11144182" cy="4600575"/>
          </a:xfrm>
          <a:prstGeom prst="rect">
            <a:avLst/>
          </a:prstGeom>
        </p:spPr>
      </p:pic>
      <p:sp>
        <p:nvSpPr>
          <p:cNvPr id="2" name="タイトル 1">
            <a:extLst>
              <a:ext uri="{FF2B5EF4-FFF2-40B4-BE49-F238E27FC236}">
                <a16:creationId xmlns:a16="http://schemas.microsoft.com/office/drawing/2014/main" id="{359870D8-5A69-D38B-54FE-B6A5E554AFBF}"/>
              </a:ext>
            </a:extLst>
          </p:cNvPr>
          <p:cNvSpPr>
            <a:spLocks noGrp="1"/>
          </p:cNvSpPr>
          <p:nvPr>
            <p:ph type="title"/>
          </p:nvPr>
        </p:nvSpPr>
        <p:spPr/>
        <p:txBody>
          <a:bodyPr/>
          <a:lstStyle/>
          <a:p>
            <a:r>
              <a:rPr kumimoji="1" lang="en-US" altLang="ja-JP" dirty="0" err="1"/>
              <a:t>Klayout</a:t>
            </a:r>
            <a:r>
              <a:rPr kumimoji="1" lang="ja-JP" altLang="en-US" dirty="0"/>
              <a:t>：タップ付　</a:t>
            </a:r>
            <a:r>
              <a:rPr kumimoji="1" lang="en-US" altLang="ja-JP" dirty="0"/>
              <a:t>PFET </a:t>
            </a:r>
            <a:r>
              <a:rPr kumimoji="1" lang="ja-JP" altLang="en-US" dirty="0"/>
              <a:t>と </a:t>
            </a:r>
            <a:r>
              <a:rPr kumimoji="1" lang="en-US" altLang="ja-JP" dirty="0"/>
              <a:t>NFET</a:t>
            </a:r>
            <a:endParaRPr kumimoji="1" lang="ja-JP" altLang="en-US" dirty="0"/>
          </a:p>
        </p:txBody>
      </p:sp>
      <p:sp>
        <p:nvSpPr>
          <p:cNvPr id="3" name="日付プレースホルダー 2">
            <a:extLst>
              <a:ext uri="{FF2B5EF4-FFF2-40B4-BE49-F238E27FC236}">
                <a16:creationId xmlns:a16="http://schemas.microsoft.com/office/drawing/2014/main" id="{022670EC-30CF-186E-A615-C3008B63B250}"/>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8EFB7B8A-0DEF-5F76-37F0-52C7A051C549}"/>
              </a:ext>
            </a:extLst>
          </p:cNvPr>
          <p:cNvSpPr>
            <a:spLocks noGrp="1"/>
          </p:cNvSpPr>
          <p:nvPr>
            <p:ph type="sldNum" sz="quarter" idx="12"/>
          </p:nvPr>
        </p:nvSpPr>
        <p:spPr/>
        <p:txBody>
          <a:bodyPr/>
          <a:lstStyle/>
          <a:p>
            <a:pPr rtl="0"/>
            <a:fld id="{9860EDB8-5305-433F-BE41-D7A86D811DB3}" type="slidenum">
              <a:rPr lang="en-US" altLang="ja-JP" noProof="0" smtClean="0"/>
              <a:pPr rtl="0"/>
              <a:t>98</a:t>
            </a:fld>
            <a:endParaRPr lang="ja-JP" altLang="en-US" noProof="0"/>
          </a:p>
        </p:txBody>
      </p:sp>
      <p:sp>
        <p:nvSpPr>
          <p:cNvPr id="14" name="テキスト ボックス 13">
            <a:extLst>
              <a:ext uri="{FF2B5EF4-FFF2-40B4-BE49-F238E27FC236}">
                <a16:creationId xmlns:a16="http://schemas.microsoft.com/office/drawing/2014/main" id="{01A6FD7E-9ADE-3879-4878-9DFFA6B0266B}"/>
              </a:ext>
            </a:extLst>
          </p:cNvPr>
          <p:cNvSpPr txBox="1"/>
          <p:nvPr/>
        </p:nvSpPr>
        <p:spPr>
          <a:xfrm>
            <a:off x="2918175" y="2991732"/>
            <a:ext cx="316871" cy="369332"/>
          </a:xfrm>
          <a:prstGeom prst="rect">
            <a:avLst/>
          </a:prstGeom>
          <a:solidFill>
            <a:schemeClr val="tx1"/>
          </a:solidFill>
        </p:spPr>
        <p:txBody>
          <a:bodyPr wrap="square" rtlCol="0">
            <a:spAutoFit/>
          </a:bodyPr>
          <a:lstStyle/>
          <a:p>
            <a:r>
              <a:rPr kumimoji="1" lang="en-US" altLang="ja-JP" dirty="0">
                <a:solidFill>
                  <a:schemeClr val="bg1"/>
                </a:solidFill>
              </a:rPr>
              <a:t>G</a:t>
            </a:r>
          </a:p>
        </p:txBody>
      </p:sp>
      <p:sp>
        <p:nvSpPr>
          <p:cNvPr id="15" name="テキスト ボックス 14">
            <a:extLst>
              <a:ext uri="{FF2B5EF4-FFF2-40B4-BE49-F238E27FC236}">
                <a16:creationId xmlns:a16="http://schemas.microsoft.com/office/drawing/2014/main" id="{C4BEF5C8-C4CB-3532-2C93-4D6AE5C0FD7E}"/>
              </a:ext>
            </a:extLst>
          </p:cNvPr>
          <p:cNvSpPr txBox="1"/>
          <p:nvPr/>
        </p:nvSpPr>
        <p:spPr>
          <a:xfrm>
            <a:off x="4851531" y="4040765"/>
            <a:ext cx="316871" cy="369332"/>
          </a:xfrm>
          <a:prstGeom prst="rect">
            <a:avLst/>
          </a:prstGeom>
          <a:solidFill>
            <a:schemeClr val="tx1"/>
          </a:solidFill>
        </p:spPr>
        <p:txBody>
          <a:bodyPr wrap="square" rtlCol="0">
            <a:spAutoFit/>
          </a:bodyPr>
          <a:lstStyle/>
          <a:p>
            <a:r>
              <a:rPr kumimoji="1" lang="en-US" altLang="ja-JP" dirty="0">
                <a:solidFill>
                  <a:schemeClr val="bg1"/>
                </a:solidFill>
              </a:rPr>
              <a:t>B</a:t>
            </a:r>
          </a:p>
        </p:txBody>
      </p:sp>
      <p:sp>
        <p:nvSpPr>
          <p:cNvPr id="16" name="テキスト ボックス 15">
            <a:extLst>
              <a:ext uri="{FF2B5EF4-FFF2-40B4-BE49-F238E27FC236}">
                <a16:creationId xmlns:a16="http://schemas.microsoft.com/office/drawing/2014/main" id="{C8B124EB-573A-80A9-D6ED-70D14C074103}"/>
              </a:ext>
            </a:extLst>
          </p:cNvPr>
          <p:cNvSpPr txBox="1"/>
          <p:nvPr/>
        </p:nvSpPr>
        <p:spPr>
          <a:xfrm>
            <a:off x="10720748" y="4025069"/>
            <a:ext cx="316871" cy="369332"/>
          </a:xfrm>
          <a:prstGeom prst="rect">
            <a:avLst/>
          </a:prstGeom>
          <a:solidFill>
            <a:schemeClr val="tx1"/>
          </a:solidFill>
        </p:spPr>
        <p:txBody>
          <a:bodyPr wrap="square" rtlCol="0">
            <a:spAutoFit/>
          </a:bodyPr>
          <a:lstStyle/>
          <a:p>
            <a:r>
              <a:rPr kumimoji="1" lang="en-US" altLang="ja-JP" dirty="0">
                <a:solidFill>
                  <a:schemeClr val="bg1"/>
                </a:solidFill>
              </a:rPr>
              <a:t>B</a:t>
            </a:r>
          </a:p>
        </p:txBody>
      </p:sp>
      <p:sp>
        <p:nvSpPr>
          <p:cNvPr id="17" name="テキスト ボックス 16">
            <a:extLst>
              <a:ext uri="{FF2B5EF4-FFF2-40B4-BE49-F238E27FC236}">
                <a16:creationId xmlns:a16="http://schemas.microsoft.com/office/drawing/2014/main" id="{B5D56AF6-A240-647C-4358-4DB8E0DC46AD}"/>
              </a:ext>
            </a:extLst>
          </p:cNvPr>
          <p:cNvSpPr txBox="1"/>
          <p:nvPr/>
        </p:nvSpPr>
        <p:spPr>
          <a:xfrm>
            <a:off x="8853445" y="2991732"/>
            <a:ext cx="316871" cy="369332"/>
          </a:xfrm>
          <a:prstGeom prst="rect">
            <a:avLst/>
          </a:prstGeom>
          <a:solidFill>
            <a:schemeClr val="tx1"/>
          </a:solidFill>
        </p:spPr>
        <p:txBody>
          <a:bodyPr wrap="square" rtlCol="0">
            <a:spAutoFit/>
          </a:bodyPr>
          <a:lstStyle/>
          <a:p>
            <a:r>
              <a:rPr kumimoji="1" lang="en-US" altLang="ja-JP" dirty="0">
                <a:solidFill>
                  <a:schemeClr val="bg1"/>
                </a:solidFill>
              </a:rPr>
              <a:t>G</a:t>
            </a:r>
          </a:p>
        </p:txBody>
      </p:sp>
      <p:sp>
        <p:nvSpPr>
          <p:cNvPr id="18" name="テキスト ボックス 17">
            <a:extLst>
              <a:ext uri="{FF2B5EF4-FFF2-40B4-BE49-F238E27FC236}">
                <a16:creationId xmlns:a16="http://schemas.microsoft.com/office/drawing/2014/main" id="{386E4E06-CE6B-D61F-07DF-520B7C293882}"/>
              </a:ext>
            </a:extLst>
          </p:cNvPr>
          <p:cNvSpPr txBox="1"/>
          <p:nvPr/>
        </p:nvSpPr>
        <p:spPr>
          <a:xfrm>
            <a:off x="2071981" y="4025069"/>
            <a:ext cx="316871" cy="369332"/>
          </a:xfrm>
          <a:prstGeom prst="rect">
            <a:avLst/>
          </a:prstGeom>
          <a:solidFill>
            <a:schemeClr val="tx1"/>
          </a:solidFill>
        </p:spPr>
        <p:txBody>
          <a:bodyPr wrap="square" rtlCol="0">
            <a:spAutoFit/>
          </a:bodyPr>
          <a:lstStyle/>
          <a:p>
            <a:pPr algn="ctr"/>
            <a:r>
              <a:rPr kumimoji="1" lang="en-US" altLang="ja-JP" dirty="0">
                <a:solidFill>
                  <a:schemeClr val="bg1"/>
                </a:solidFill>
              </a:rPr>
              <a:t>*</a:t>
            </a:r>
          </a:p>
        </p:txBody>
      </p:sp>
      <p:sp>
        <p:nvSpPr>
          <p:cNvPr id="19" name="テキスト ボックス 18">
            <a:extLst>
              <a:ext uri="{FF2B5EF4-FFF2-40B4-BE49-F238E27FC236}">
                <a16:creationId xmlns:a16="http://schemas.microsoft.com/office/drawing/2014/main" id="{422B65C8-9F47-1672-95FB-5641B333661E}"/>
              </a:ext>
            </a:extLst>
          </p:cNvPr>
          <p:cNvSpPr txBox="1"/>
          <p:nvPr/>
        </p:nvSpPr>
        <p:spPr>
          <a:xfrm>
            <a:off x="3755391" y="4025069"/>
            <a:ext cx="316871" cy="369332"/>
          </a:xfrm>
          <a:prstGeom prst="rect">
            <a:avLst/>
          </a:prstGeom>
          <a:solidFill>
            <a:schemeClr val="tx1"/>
          </a:solidFill>
        </p:spPr>
        <p:txBody>
          <a:bodyPr wrap="square" rtlCol="0">
            <a:spAutoFit/>
          </a:bodyPr>
          <a:lstStyle/>
          <a:p>
            <a:pPr algn="ctr"/>
            <a:r>
              <a:rPr kumimoji="1" lang="en-US" altLang="ja-JP" dirty="0">
                <a:solidFill>
                  <a:schemeClr val="bg1"/>
                </a:solidFill>
              </a:rPr>
              <a:t>*</a:t>
            </a:r>
          </a:p>
        </p:txBody>
      </p:sp>
      <p:sp>
        <p:nvSpPr>
          <p:cNvPr id="20" name="テキスト ボックス 19">
            <a:extLst>
              <a:ext uri="{FF2B5EF4-FFF2-40B4-BE49-F238E27FC236}">
                <a16:creationId xmlns:a16="http://schemas.microsoft.com/office/drawing/2014/main" id="{F84DE20E-370D-5611-8E15-E68B7AF54B5E}"/>
              </a:ext>
            </a:extLst>
          </p:cNvPr>
          <p:cNvSpPr txBox="1"/>
          <p:nvPr/>
        </p:nvSpPr>
        <p:spPr>
          <a:xfrm>
            <a:off x="8038831" y="4021145"/>
            <a:ext cx="316871" cy="369332"/>
          </a:xfrm>
          <a:prstGeom prst="rect">
            <a:avLst/>
          </a:prstGeom>
          <a:solidFill>
            <a:schemeClr val="tx1"/>
          </a:solidFill>
        </p:spPr>
        <p:txBody>
          <a:bodyPr wrap="square" rtlCol="0">
            <a:spAutoFit/>
          </a:bodyPr>
          <a:lstStyle/>
          <a:p>
            <a:pPr algn="ctr"/>
            <a:r>
              <a:rPr kumimoji="1" lang="en-US" altLang="ja-JP" dirty="0">
                <a:solidFill>
                  <a:schemeClr val="bg1"/>
                </a:solidFill>
              </a:rPr>
              <a:t>*</a:t>
            </a:r>
          </a:p>
        </p:txBody>
      </p:sp>
      <p:sp>
        <p:nvSpPr>
          <p:cNvPr id="21" name="テキスト ボックス 20">
            <a:extLst>
              <a:ext uri="{FF2B5EF4-FFF2-40B4-BE49-F238E27FC236}">
                <a16:creationId xmlns:a16="http://schemas.microsoft.com/office/drawing/2014/main" id="{5D56553A-E4D9-DDBF-68DE-A9A465A1F224}"/>
              </a:ext>
            </a:extLst>
          </p:cNvPr>
          <p:cNvSpPr txBox="1"/>
          <p:nvPr/>
        </p:nvSpPr>
        <p:spPr>
          <a:xfrm>
            <a:off x="9649006" y="4008370"/>
            <a:ext cx="343491" cy="369332"/>
          </a:xfrm>
          <a:prstGeom prst="rect">
            <a:avLst/>
          </a:prstGeom>
          <a:solidFill>
            <a:schemeClr val="tx1"/>
          </a:solidFill>
        </p:spPr>
        <p:txBody>
          <a:bodyPr wrap="square" rtlCol="0">
            <a:spAutoFit/>
          </a:bodyPr>
          <a:lstStyle/>
          <a:p>
            <a:pPr algn="ctr"/>
            <a:r>
              <a:rPr kumimoji="1" lang="en-US" altLang="ja-JP" dirty="0">
                <a:solidFill>
                  <a:schemeClr val="bg1"/>
                </a:solidFill>
              </a:rPr>
              <a:t>*</a:t>
            </a:r>
          </a:p>
        </p:txBody>
      </p:sp>
      <p:sp>
        <p:nvSpPr>
          <p:cNvPr id="23" name="テキスト ボックス 22">
            <a:extLst>
              <a:ext uri="{FF2B5EF4-FFF2-40B4-BE49-F238E27FC236}">
                <a16:creationId xmlns:a16="http://schemas.microsoft.com/office/drawing/2014/main" id="{E95CD55B-B93D-BFB8-BDE0-17405ECFB9A6}"/>
              </a:ext>
            </a:extLst>
          </p:cNvPr>
          <p:cNvSpPr txBox="1"/>
          <p:nvPr/>
        </p:nvSpPr>
        <p:spPr>
          <a:xfrm>
            <a:off x="542167" y="1207582"/>
            <a:ext cx="7881642" cy="369332"/>
          </a:xfrm>
          <a:prstGeom prst="rect">
            <a:avLst/>
          </a:prstGeom>
          <a:noFill/>
        </p:spPr>
        <p:txBody>
          <a:bodyPr wrap="square">
            <a:spAutoFit/>
          </a:bodyPr>
          <a:lstStyle/>
          <a:p>
            <a:pPr marL="285750" indent="-285750">
              <a:buFont typeface="Arial" panose="020B0604020202020204" pitchFamily="34" charset="0"/>
              <a:buChar char="•"/>
            </a:pPr>
            <a:r>
              <a:rPr kumimoji="1" lang="en-US" altLang="ja-JP" sz="1800" dirty="0"/>
              <a:t>[*] </a:t>
            </a:r>
            <a:r>
              <a:rPr kumimoji="1" lang="ja-JP" altLang="en-US" sz="1800" dirty="0"/>
              <a:t>どちらをドレインにしてどちらをソースにするかは任意。</a:t>
            </a:r>
            <a:endParaRPr kumimoji="1" lang="en-US" altLang="ja-JP" sz="1800" dirty="0"/>
          </a:p>
        </p:txBody>
      </p:sp>
    </p:spTree>
    <p:extLst>
      <p:ext uri="{BB962C8B-B14F-4D97-AF65-F5344CB8AC3E}">
        <p14:creationId xmlns:p14="http://schemas.microsoft.com/office/powerpoint/2010/main" val="352188524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D1F97A5-6BE0-910D-4FFD-556D91678AA2}"/>
              </a:ext>
            </a:extLst>
          </p:cNvPr>
          <p:cNvSpPr>
            <a:spLocks noGrp="1"/>
          </p:cNvSpPr>
          <p:nvPr>
            <p:ph type="title"/>
          </p:nvPr>
        </p:nvSpPr>
        <p:spPr/>
        <p:txBody>
          <a:bodyPr/>
          <a:lstStyle/>
          <a:p>
            <a:r>
              <a:rPr kumimoji="1" lang="en-US" altLang="ja-JP" dirty="0" err="1"/>
              <a:t>Klayout</a:t>
            </a:r>
            <a:r>
              <a:rPr kumimoji="1" lang="ja-JP" altLang="en-US" dirty="0"/>
              <a:t>：ネットリスト（ワイヤー）の引き方</a:t>
            </a:r>
          </a:p>
        </p:txBody>
      </p:sp>
      <p:sp>
        <p:nvSpPr>
          <p:cNvPr id="3" name="日付プレースホルダー 2">
            <a:extLst>
              <a:ext uri="{FF2B5EF4-FFF2-40B4-BE49-F238E27FC236}">
                <a16:creationId xmlns:a16="http://schemas.microsoft.com/office/drawing/2014/main" id="{B34EA2B6-16D2-A925-AD99-3E47A9F542D3}"/>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64809CEF-C793-C789-84C5-606A3B277596}"/>
              </a:ext>
            </a:extLst>
          </p:cNvPr>
          <p:cNvSpPr>
            <a:spLocks noGrp="1"/>
          </p:cNvSpPr>
          <p:nvPr>
            <p:ph type="sldNum" sz="quarter" idx="12"/>
          </p:nvPr>
        </p:nvSpPr>
        <p:spPr/>
        <p:txBody>
          <a:bodyPr/>
          <a:lstStyle/>
          <a:p>
            <a:pPr rtl="0"/>
            <a:fld id="{9860EDB8-5305-433F-BE41-D7A86D811DB3}" type="slidenum">
              <a:rPr lang="en-US" altLang="ja-JP" noProof="0" smtClean="0"/>
              <a:pPr rtl="0"/>
              <a:t>99</a:t>
            </a:fld>
            <a:endParaRPr lang="ja-JP" altLang="en-US" noProof="0"/>
          </a:p>
        </p:txBody>
      </p:sp>
      <p:pic>
        <p:nvPicPr>
          <p:cNvPr id="15" name="コンテンツ プレースホルダー 14">
            <a:extLst>
              <a:ext uri="{FF2B5EF4-FFF2-40B4-BE49-F238E27FC236}">
                <a16:creationId xmlns:a16="http://schemas.microsoft.com/office/drawing/2014/main" id="{9FE4897B-1ECB-E328-79F8-49195A609650}"/>
              </a:ext>
            </a:extLst>
          </p:cNvPr>
          <p:cNvPicPr>
            <a:picLocks noGrp="1" noChangeAspect="1"/>
          </p:cNvPicPr>
          <p:nvPr>
            <p:ph sz="quarter" idx="13"/>
          </p:nvPr>
        </p:nvPicPr>
        <p:blipFill>
          <a:blip r:embed="rId2"/>
          <a:stretch>
            <a:fillRect/>
          </a:stretch>
        </p:blipFill>
        <p:spPr>
          <a:xfrm>
            <a:off x="1055299" y="1203318"/>
            <a:ext cx="9704777" cy="5180441"/>
          </a:xfrm>
          <a:prstGeom prst="rect">
            <a:avLst/>
          </a:prstGeom>
        </p:spPr>
      </p:pic>
      <p:sp>
        <p:nvSpPr>
          <p:cNvPr id="10" name="楕円 9">
            <a:extLst>
              <a:ext uri="{FF2B5EF4-FFF2-40B4-BE49-F238E27FC236}">
                <a16:creationId xmlns:a16="http://schemas.microsoft.com/office/drawing/2014/main" id="{4BACBDD2-1AC7-5FF2-384F-06B4B6ECD1D5}"/>
              </a:ext>
            </a:extLst>
          </p:cNvPr>
          <p:cNvSpPr/>
          <p:nvPr/>
        </p:nvSpPr>
        <p:spPr>
          <a:xfrm flipH="1" flipV="1">
            <a:off x="1148143" y="4712590"/>
            <a:ext cx="567561" cy="436601"/>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3" name="吹き出し: 角を丸めた四角形 12">
            <a:extLst>
              <a:ext uri="{FF2B5EF4-FFF2-40B4-BE49-F238E27FC236}">
                <a16:creationId xmlns:a16="http://schemas.microsoft.com/office/drawing/2014/main" id="{1BC91668-434E-ADAB-57CE-5CDACC57BA4B}"/>
              </a:ext>
            </a:extLst>
          </p:cNvPr>
          <p:cNvSpPr/>
          <p:nvPr/>
        </p:nvSpPr>
        <p:spPr>
          <a:xfrm>
            <a:off x="53914" y="3061970"/>
            <a:ext cx="2843933" cy="832104"/>
          </a:xfrm>
          <a:prstGeom prst="wedgeRoundRectCallout">
            <a:avLst>
              <a:gd name="adj1" fmla="val -7864"/>
              <a:gd name="adj2" fmla="val 155860"/>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３，ワイヤーの幅を入力</a:t>
            </a:r>
            <a:endParaRPr kumimoji="1" lang="en-US" altLang="ja-JP" dirty="0"/>
          </a:p>
          <a:p>
            <a:pPr algn="ctr"/>
            <a:r>
              <a:rPr kumimoji="1" lang="en-US" altLang="ja-JP" dirty="0"/>
              <a:t>※</a:t>
            </a:r>
            <a:r>
              <a:rPr kumimoji="1" lang="ja-JP" altLang="en-US" dirty="0"/>
              <a:t>最低</a:t>
            </a:r>
            <a:r>
              <a:rPr kumimoji="1" lang="en-US" altLang="ja-JP" dirty="0"/>
              <a:t>0.23um</a:t>
            </a:r>
          </a:p>
        </p:txBody>
      </p:sp>
      <p:sp>
        <p:nvSpPr>
          <p:cNvPr id="8" name="楕円 7">
            <a:extLst>
              <a:ext uri="{FF2B5EF4-FFF2-40B4-BE49-F238E27FC236}">
                <a16:creationId xmlns:a16="http://schemas.microsoft.com/office/drawing/2014/main" id="{3F060474-27E8-2214-05E3-65ACF6D7E2DC}"/>
              </a:ext>
            </a:extLst>
          </p:cNvPr>
          <p:cNvSpPr/>
          <p:nvPr/>
        </p:nvSpPr>
        <p:spPr>
          <a:xfrm flipH="1" flipV="1">
            <a:off x="3404843" y="1345759"/>
            <a:ext cx="567561" cy="436601"/>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楕円 8">
            <a:extLst>
              <a:ext uri="{FF2B5EF4-FFF2-40B4-BE49-F238E27FC236}">
                <a16:creationId xmlns:a16="http://schemas.microsoft.com/office/drawing/2014/main" id="{B5DA96EF-5EFD-5C18-8716-69FFCABCE258}"/>
              </a:ext>
            </a:extLst>
          </p:cNvPr>
          <p:cNvSpPr/>
          <p:nvPr/>
        </p:nvSpPr>
        <p:spPr>
          <a:xfrm flipH="1" flipV="1">
            <a:off x="9937399" y="2217321"/>
            <a:ext cx="1010925" cy="345353"/>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吹き出し: 角を丸めた四角形 10">
            <a:extLst>
              <a:ext uri="{FF2B5EF4-FFF2-40B4-BE49-F238E27FC236}">
                <a16:creationId xmlns:a16="http://schemas.microsoft.com/office/drawing/2014/main" id="{4015A872-CD22-643D-9A0D-BC35139D966D}"/>
              </a:ext>
            </a:extLst>
          </p:cNvPr>
          <p:cNvSpPr/>
          <p:nvPr/>
        </p:nvSpPr>
        <p:spPr>
          <a:xfrm>
            <a:off x="6954568" y="271272"/>
            <a:ext cx="2711298" cy="832104"/>
          </a:xfrm>
          <a:prstGeom prst="wedgeRoundRectCallout">
            <a:avLst>
              <a:gd name="adj1" fmla="val -165668"/>
              <a:gd name="adj2" fmla="val 95534"/>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１，</a:t>
            </a:r>
            <a:r>
              <a:rPr kumimoji="1" lang="en-US" altLang="ja-JP" dirty="0"/>
              <a:t>Path</a:t>
            </a:r>
            <a:r>
              <a:rPr kumimoji="1" lang="ja-JP" altLang="en-US" dirty="0"/>
              <a:t>をクリック</a:t>
            </a:r>
            <a:endParaRPr kumimoji="1" lang="en-US" altLang="ja-JP" dirty="0"/>
          </a:p>
        </p:txBody>
      </p:sp>
      <p:sp>
        <p:nvSpPr>
          <p:cNvPr id="12" name="吹き出し: 角を丸めた四角形 11">
            <a:extLst>
              <a:ext uri="{FF2B5EF4-FFF2-40B4-BE49-F238E27FC236}">
                <a16:creationId xmlns:a16="http://schemas.microsoft.com/office/drawing/2014/main" id="{40A43498-5200-9910-E3C2-E6AE71268CD7}"/>
              </a:ext>
            </a:extLst>
          </p:cNvPr>
          <p:cNvSpPr/>
          <p:nvPr/>
        </p:nvSpPr>
        <p:spPr>
          <a:xfrm>
            <a:off x="7731563" y="3462560"/>
            <a:ext cx="2711298" cy="592403"/>
          </a:xfrm>
          <a:prstGeom prst="wedgeRoundRectCallout">
            <a:avLst>
              <a:gd name="adj1" fmla="val 47025"/>
              <a:gd name="adj2" fmla="val -199028"/>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２，</a:t>
            </a:r>
            <a:r>
              <a:rPr kumimoji="1" lang="en-US" altLang="ja-JP" dirty="0"/>
              <a:t>Metal1</a:t>
            </a:r>
            <a:r>
              <a:rPr kumimoji="1" lang="ja-JP" altLang="en-US" dirty="0"/>
              <a:t>を選択</a:t>
            </a:r>
            <a:endParaRPr kumimoji="1" lang="en-US" altLang="ja-JP" dirty="0"/>
          </a:p>
        </p:txBody>
      </p:sp>
      <p:sp>
        <p:nvSpPr>
          <p:cNvPr id="14" name="吹き出し: 角を丸めた四角形 13">
            <a:extLst>
              <a:ext uri="{FF2B5EF4-FFF2-40B4-BE49-F238E27FC236}">
                <a16:creationId xmlns:a16="http://schemas.microsoft.com/office/drawing/2014/main" id="{99BAC39B-BD3B-103D-F2C7-3A1F97046993}"/>
              </a:ext>
            </a:extLst>
          </p:cNvPr>
          <p:cNvSpPr/>
          <p:nvPr/>
        </p:nvSpPr>
        <p:spPr>
          <a:xfrm>
            <a:off x="5359184" y="1619371"/>
            <a:ext cx="2843933" cy="832104"/>
          </a:xfrm>
          <a:prstGeom prst="wedgeRoundRectCallout">
            <a:avLst>
              <a:gd name="adj1" fmla="val -57328"/>
              <a:gd name="adj2" fmla="val 126255"/>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４，ワイヤーを引きたいところをクリック</a:t>
            </a:r>
            <a:endParaRPr kumimoji="1" lang="en-US" altLang="ja-JP" dirty="0"/>
          </a:p>
        </p:txBody>
      </p:sp>
    </p:spTree>
    <p:extLst>
      <p:ext uri="{BB962C8B-B14F-4D97-AF65-F5344CB8AC3E}">
        <p14:creationId xmlns:p14="http://schemas.microsoft.com/office/powerpoint/2010/main" val="199890000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25F8296-4575-6EF8-F4F9-737D0D713E0C}"/>
              </a:ext>
            </a:extLst>
          </p:cNvPr>
          <p:cNvSpPr>
            <a:spLocks noGrp="1"/>
          </p:cNvSpPr>
          <p:nvPr>
            <p:ph type="title"/>
          </p:nvPr>
        </p:nvSpPr>
        <p:spPr/>
        <p:txBody>
          <a:bodyPr/>
          <a:lstStyle/>
          <a:p>
            <a:r>
              <a:rPr kumimoji="1" lang="en-US" altLang="ja-JP" dirty="0" err="1"/>
              <a:t>Klayout</a:t>
            </a:r>
            <a:r>
              <a:rPr kumimoji="1" lang="ja-JP" altLang="en-US" dirty="0"/>
              <a:t>：ネットリスト（ワイヤー）の設定</a:t>
            </a:r>
          </a:p>
        </p:txBody>
      </p:sp>
      <p:sp>
        <p:nvSpPr>
          <p:cNvPr id="3" name="日付プレースホルダー 2">
            <a:extLst>
              <a:ext uri="{FF2B5EF4-FFF2-40B4-BE49-F238E27FC236}">
                <a16:creationId xmlns:a16="http://schemas.microsoft.com/office/drawing/2014/main" id="{92AAB2E9-5734-466E-B2BD-6B7663DF92E5}"/>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6B92DB1B-DE6C-5A13-81E8-5B83BF533071}"/>
              </a:ext>
            </a:extLst>
          </p:cNvPr>
          <p:cNvSpPr>
            <a:spLocks noGrp="1"/>
          </p:cNvSpPr>
          <p:nvPr>
            <p:ph type="sldNum" sz="quarter" idx="12"/>
          </p:nvPr>
        </p:nvSpPr>
        <p:spPr/>
        <p:txBody>
          <a:bodyPr/>
          <a:lstStyle/>
          <a:p>
            <a:pPr rtl="0"/>
            <a:fld id="{9860EDB8-5305-433F-BE41-D7A86D811DB3}" type="slidenum">
              <a:rPr lang="en-US" altLang="ja-JP" noProof="0" smtClean="0"/>
              <a:pPr rtl="0"/>
              <a:t>100</a:t>
            </a:fld>
            <a:endParaRPr lang="ja-JP" altLang="en-US" noProof="0"/>
          </a:p>
        </p:txBody>
      </p:sp>
      <p:pic>
        <p:nvPicPr>
          <p:cNvPr id="8" name="コンテンツ プレースホルダー 7">
            <a:extLst>
              <a:ext uri="{FF2B5EF4-FFF2-40B4-BE49-F238E27FC236}">
                <a16:creationId xmlns:a16="http://schemas.microsoft.com/office/drawing/2014/main" id="{28836991-0828-8DF8-D415-7AE9F176CB4C}"/>
              </a:ext>
            </a:extLst>
          </p:cNvPr>
          <p:cNvPicPr>
            <a:picLocks noGrp="1" noChangeAspect="1"/>
          </p:cNvPicPr>
          <p:nvPr>
            <p:ph sz="quarter" idx="13"/>
          </p:nvPr>
        </p:nvPicPr>
        <p:blipFill>
          <a:blip r:embed="rId2"/>
          <a:stretch>
            <a:fillRect/>
          </a:stretch>
        </p:blipFill>
        <p:spPr>
          <a:xfrm>
            <a:off x="46564" y="1167973"/>
            <a:ext cx="8479681" cy="4522054"/>
          </a:xfrm>
          <a:prstGeom prst="rect">
            <a:avLst/>
          </a:prstGeom>
        </p:spPr>
      </p:pic>
      <p:sp>
        <p:nvSpPr>
          <p:cNvPr id="10" name="楕円 9">
            <a:extLst>
              <a:ext uri="{FF2B5EF4-FFF2-40B4-BE49-F238E27FC236}">
                <a16:creationId xmlns:a16="http://schemas.microsoft.com/office/drawing/2014/main" id="{C506E1F3-CF6C-8A56-F4F1-18779D907866}"/>
              </a:ext>
            </a:extLst>
          </p:cNvPr>
          <p:cNvSpPr/>
          <p:nvPr/>
        </p:nvSpPr>
        <p:spPr>
          <a:xfrm flipH="1" flipV="1">
            <a:off x="46564" y="4085797"/>
            <a:ext cx="567561" cy="436601"/>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楕円 10">
            <a:extLst>
              <a:ext uri="{FF2B5EF4-FFF2-40B4-BE49-F238E27FC236}">
                <a16:creationId xmlns:a16="http://schemas.microsoft.com/office/drawing/2014/main" id="{0CBA521F-6C2B-7109-1379-6C7C684CD2EE}"/>
              </a:ext>
            </a:extLst>
          </p:cNvPr>
          <p:cNvSpPr/>
          <p:nvPr/>
        </p:nvSpPr>
        <p:spPr>
          <a:xfrm flipH="1" flipV="1">
            <a:off x="173159" y="4887912"/>
            <a:ext cx="1423358" cy="436601"/>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吹き出し: 角を丸めた四角形 11">
            <a:extLst>
              <a:ext uri="{FF2B5EF4-FFF2-40B4-BE49-F238E27FC236}">
                <a16:creationId xmlns:a16="http://schemas.microsoft.com/office/drawing/2014/main" id="{5149EDBD-3ADB-41DE-46AC-B8FFF2F1FE53}"/>
              </a:ext>
            </a:extLst>
          </p:cNvPr>
          <p:cNvSpPr/>
          <p:nvPr/>
        </p:nvSpPr>
        <p:spPr>
          <a:xfrm>
            <a:off x="534645" y="1362220"/>
            <a:ext cx="3279880" cy="1010517"/>
          </a:xfrm>
          <a:prstGeom prst="wedgeRoundRectCallout">
            <a:avLst>
              <a:gd name="adj1" fmla="val 41796"/>
              <a:gd name="adj2" fmla="val 138564"/>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自由配線のため</a:t>
            </a:r>
            <a:r>
              <a:rPr kumimoji="1" lang="en-US" altLang="ja-JP" dirty="0"/>
              <a:t>DRC</a:t>
            </a:r>
            <a:r>
              <a:rPr kumimoji="1" lang="ja-JP" altLang="en-US" dirty="0"/>
              <a:t>エラーが</a:t>
            </a:r>
            <a:endParaRPr kumimoji="1" lang="en-US" altLang="ja-JP" dirty="0"/>
          </a:p>
          <a:p>
            <a:pPr algn="ctr"/>
            <a:r>
              <a:rPr kumimoji="1" lang="ja-JP" altLang="en-US" dirty="0"/>
              <a:t>出るような角度で配線される</a:t>
            </a:r>
            <a:endParaRPr kumimoji="1" lang="en-US" altLang="ja-JP" dirty="0"/>
          </a:p>
        </p:txBody>
      </p:sp>
      <p:sp>
        <p:nvSpPr>
          <p:cNvPr id="13" name="吹き出し: 角を丸めた四角形 12">
            <a:extLst>
              <a:ext uri="{FF2B5EF4-FFF2-40B4-BE49-F238E27FC236}">
                <a16:creationId xmlns:a16="http://schemas.microsoft.com/office/drawing/2014/main" id="{4729665B-DC28-73E1-A159-B419CE467D5B}"/>
              </a:ext>
            </a:extLst>
          </p:cNvPr>
          <p:cNvSpPr/>
          <p:nvPr/>
        </p:nvSpPr>
        <p:spPr>
          <a:xfrm>
            <a:off x="2444427" y="5211674"/>
            <a:ext cx="4643154" cy="1215717"/>
          </a:xfrm>
          <a:prstGeom prst="wedgeRoundRectCallout">
            <a:avLst>
              <a:gd name="adj1" fmla="val -82084"/>
              <a:gd name="adj2" fmla="val -48886"/>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a:t>
            </a:r>
            <a:r>
              <a:rPr kumimoji="1" lang="en-US" altLang="ja-JP" dirty="0"/>
              <a:t>Basic</a:t>
            </a:r>
            <a:r>
              <a:rPr kumimoji="1" lang="ja-JP" altLang="en-US" dirty="0"/>
              <a:t> </a:t>
            </a:r>
            <a:r>
              <a:rPr kumimoji="1" lang="en-US" altLang="ja-JP" dirty="0"/>
              <a:t>Editing</a:t>
            </a:r>
            <a:r>
              <a:rPr kumimoji="1" lang="ja-JP" altLang="en-US" dirty="0"/>
              <a:t>」の</a:t>
            </a:r>
            <a:endParaRPr kumimoji="1" lang="en-US" altLang="ja-JP" dirty="0"/>
          </a:p>
          <a:p>
            <a:pPr algn="ctr"/>
            <a:r>
              <a:rPr kumimoji="1" lang="ja-JP" altLang="en-US" dirty="0"/>
              <a:t>「</a:t>
            </a:r>
            <a:r>
              <a:rPr kumimoji="1" lang="en-US" altLang="ja-JP" dirty="0"/>
              <a:t>Connections</a:t>
            </a:r>
            <a:r>
              <a:rPr kumimoji="1" lang="ja-JP" altLang="en-US" dirty="0"/>
              <a:t>」と「</a:t>
            </a:r>
            <a:r>
              <a:rPr kumimoji="1" lang="en-US" altLang="ja-JP" dirty="0"/>
              <a:t>Movements</a:t>
            </a:r>
            <a:r>
              <a:rPr kumimoji="1" lang="ja-JP" altLang="en-US" dirty="0"/>
              <a:t>」を</a:t>
            </a:r>
            <a:endParaRPr kumimoji="1" lang="en-US" altLang="ja-JP" dirty="0"/>
          </a:p>
          <a:p>
            <a:pPr algn="ctr"/>
            <a:r>
              <a:rPr kumimoji="1" lang="ja-JP" altLang="en-US" dirty="0"/>
              <a:t>「</a:t>
            </a:r>
            <a:r>
              <a:rPr kumimoji="1" lang="en-US" altLang="ja-JP" dirty="0"/>
              <a:t>Any</a:t>
            </a:r>
            <a:r>
              <a:rPr kumimoji="1" lang="ja-JP" altLang="en-US" dirty="0"/>
              <a:t> </a:t>
            </a:r>
            <a:r>
              <a:rPr kumimoji="1" lang="en-US" altLang="ja-JP" dirty="0"/>
              <a:t>Angle</a:t>
            </a:r>
            <a:r>
              <a:rPr kumimoji="1" lang="ja-JP" altLang="en-US" dirty="0"/>
              <a:t>」から「</a:t>
            </a:r>
            <a:r>
              <a:rPr kumimoji="1" lang="en-US" altLang="ja-JP" dirty="0"/>
              <a:t>Manhattan</a:t>
            </a:r>
            <a:r>
              <a:rPr kumimoji="1" lang="ja-JP" altLang="en-US" dirty="0"/>
              <a:t>」に変更</a:t>
            </a:r>
            <a:endParaRPr kumimoji="1" lang="en-US" altLang="ja-JP" dirty="0"/>
          </a:p>
        </p:txBody>
      </p:sp>
      <p:pic>
        <p:nvPicPr>
          <p:cNvPr id="16" name="図 15">
            <a:extLst>
              <a:ext uri="{FF2B5EF4-FFF2-40B4-BE49-F238E27FC236}">
                <a16:creationId xmlns:a16="http://schemas.microsoft.com/office/drawing/2014/main" id="{92178CD3-5070-D2F6-BA97-E3B1E138E1E1}"/>
              </a:ext>
            </a:extLst>
          </p:cNvPr>
          <p:cNvPicPr>
            <a:picLocks noChangeAspect="1"/>
          </p:cNvPicPr>
          <p:nvPr/>
        </p:nvPicPr>
        <p:blipFill>
          <a:blip r:embed="rId3"/>
          <a:srcRect l="29968" r="21556" b="29626"/>
          <a:stretch>
            <a:fillRect/>
          </a:stretch>
        </p:blipFill>
        <p:spPr>
          <a:xfrm>
            <a:off x="7240635" y="2859677"/>
            <a:ext cx="5169038" cy="3998323"/>
          </a:xfrm>
          <a:prstGeom prst="rect">
            <a:avLst/>
          </a:prstGeom>
        </p:spPr>
      </p:pic>
      <p:sp>
        <p:nvSpPr>
          <p:cNvPr id="15" name="吹き出し: 角を丸めた四角形 14">
            <a:extLst>
              <a:ext uri="{FF2B5EF4-FFF2-40B4-BE49-F238E27FC236}">
                <a16:creationId xmlns:a16="http://schemas.microsoft.com/office/drawing/2014/main" id="{8183BF20-3297-3A45-5A39-0AAC50BFED88}"/>
              </a:ext>
            </a:extLst>
          </p:cNvPr>
          <p:cNvSpPr/>
          <p:nvPr/>
        </p:nvSpPr>
        <p:spPr>
          <a:xfrm>
            <a:off x="7240635" y="2372737"/>
            <a:ext cx="3279880" cy="791261"/>
          </a:xfrm>
          <a:prstGeom prst="wedgeRoundRectCallout">
            <a:avLst>
              <a:gd name="adj1" fmla="val 1287"/>
              <a:gd name="adj2" fmla="val 156267"/>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直線</a:t>
            </a:r>
            <a:r>
              <a:rPr kumimoji="1" lang="en-US" altLang="ja-JP" dirty="0"/>
              <a:t>or</a:t>
            </a:r>
            <a:r>
              <a:rPr kumimoji="1" lang="ja-JP" altLang="en-US" dirty="0"/>
              <a:t>直角で配線される</a:t>
            </a:r>
            <a:endParaRPr kumimoji="1" lang="en-US" altLang="ja-JP" dirty="0"/>
          </a:p>
        </p:txBody>
      </p:sp>
    </p:spTree>
    <p:extLst>
      <p:ext uri="{BB962C8B-B14F-4D97-AF65-F5344CB8AC3E}">
        <p14:creationId xmlns:p14="http://schemas.microsoft.com/office/powerpoint/2010/main" val="2894933205"/>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51A5861-6586-6C6F-A8F7-C9B1132379DC}"/>
              </a:ext>
            </a:extLst>
          </p:cNvPr>
          <p:cNvSpPr>
            <a:spLocks noGrp="1"/>
          </p:cNvSpPr>
          <p:nvPr>
            <p:ph type="title"/>
          </p:nvPr>
        </p:nvSpPr>
        <p:spPr/>
        <p:txBody>
          <a:bodyPr/>
          <a:lstStyle/>
          <a:p>
            <a:r>
              <a:rPr kumimoji="1" lang="en-US" altLang="ja-JP" dirty="0" err="1"/>
              <a:t>Klayout</a:t>
            </a:r>
            <a:r>
              <a:rPr kumimoji="1" lang="ja-JP" altLang="en-US" dirty="0"/>
              <a:t>：ラベルの付け方</a:t>
            </a:r>
          </a:p>
        </p:txBody>
      </p:sp>
      <p:sp>
        <p:nvSpPr>
          <p:cNvPr id="3" name="日付プレースホルダー 2">
            <a:extLst>
              <a:ext uri="{FF2B5EF4-FFF2-40B4-BE49-F238E27FC236}">
                <a16:creationId xmlns:a16="http://schemas.microsoft.com/office/drawing/2014/main" id="{FECBF46B-8CC1-8A26-BAC5-2274E959EC9A}"/>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EC4C01BF-B9F1-0F09-6D4A-4A4B35B6D2AE}"/>
              </a:ext>
            </a:extLst>
          </p:cNvPr>
          <p:cNvSpPr>
            <a:spLocks noGrp="1"/>
          </p:cNvSpPr>
          <p:nvPr>
            <p:ph type="sldNum" sz="quarter" idx="12"/>
          </p:nvPr>
        </p:nvSpPr>
        <p:spPr/>
        <p:txBody>
          <a:bodyPr/>
          <a:lstStyle/>
          <a:p>
            <a:pPr rtl="0"/>
            <a:fld id="{9860EDB8-5305-433F-BE41-D7A86D811DB3}" type="slidenum">
              <a:rPr lang="en-US" altLang="ja-JP" noProof="0" smtClean="0"/>
              <a:pPr rtl="0"/>
              <a:t>101</a:t>
            </a:fld>
            <a:endParaRPr lang="ja-JP" altLang="en-US" noProof="0"/>
          </a:p>
        </p:txBody>
      </p:sp>
      <p:sp>
        <p:nvSpPr>
          <p:cNvPr id="5" name="楕円 4">
            <a:extLst>
              <a:ext uri="{FF2B5EF4-FFF2-40B4-BE49-F238E27FC236}">
                <a16:creationId xmlns:a16="http://schemas.microsoft.com/office/drawing/2014/main" id="{98ADBD31-EA9E-4C7E-C16A-E58318F0B89E}"/>
              </a:ext>
            </a:extLst>
          </p:cNvPr>
          <p:cNvSpPr/>
          <p:nvPr/>
        </p:nvSpPr>
        <p:spPr>
          <a:xfrm flipH="1" flipV="1">
            <a:off x="10256765" y="3085082"/>
            <a:ext cx="663422" cy="275758"/>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3" name="図 12">
            <a:extLst>
              <a:ext uri="{FF2B5EF4-FFF2-40B4-BE49-F238E27FC236}">
                <a16:creationId xmlns:a16="http://schemas.microsoft.com/office/drawing/2014/main" id="{8781E824-9E0D-5E6A-4602-B42DA62F6D02}"/>
              </a:ext>
            </a:extLst>
          </p:cNvPr>
          <p:cNvPicPr>
            <a:picLocks noChangeAspect="1"/>
          </p:cNvPicPr>
          <p:nvPr/>
        </p:nvPicPr>
        <p:blipFill>
          <a:blip r:embed="rId2"/>
          <a:stretch>
            <a:fillRect/>
          </a:stretch>
        </p:blipFill>
        <p:spPr>
          <a:xfrm>
            <a:off x="9582344" y="826911"/>
            <a:ext cx="2387863" cy="5647889"/>
          </a:xfrm>
          <a:prstGeom prst="rect">
            <a:avLst/>
          </a:prstGeom>
        </p:spPr>
      </p:pic>
      <p:pic>
        <p:nvPicPr>
          <p:cNvPr id="18" name="コンテンツ プレースホルダー 17">
            <a:extLst>
              <a:ext uri="{FF2B5EF4-FFF2-40B4-BE49-F238E27FC236}">
                <a16:creationId xmlns:a16="http://schemas.microsoft.com/office/drawing/2014/main" id="{3CAD2407-C1DE-FB23-E82B-E2181186D4F3}"/>
              </a:ext>
            </a:extLst>
          </p:cNvPr>
          <p:cNvPicPr>
            <a:picLocks noGrp="1" noChangeAspect="1"/>
          </p:cNvPicPr>
          <p:nvPr>
            <p:ph sz="quarter" idx="13"/>
          </p:nvPr>
        </p:nvPicPr>
        <p:blipFill>
          <a:blip r:embed="rId3"/>
          <a:stretch>
            <a:fillRect/>
          </a:stretch>
        </p:blipFill>
        <p:spPr>
          <a:xfrm>
            <a:off x="15905" y="1350569"/>
            <a:ext cx="8622419" cy="4600575"/>
          </a:xfrm>
          <a:prstGeom prst="rect">
            <a:avLst/>
          </a:prstGeom>
        </p:spPr>
      </p:pic>
      <p:sp>
        <p:nvSpPr>
          <p:cNvPr id="8" name="楕円 7">
            <a:extLst>
              <a:ext uri="{FF2B5EF4-FFF2-40B4-BE49-F238E27FC236}">
                <a16:creationId xmlns:a16="http://schemas.microsoft.com/office/drawing/2014/main" id="{7D905EC5-A0BE-72B7-D455-D893112BC924}"/>
              </a:ext>
            </a:extLst>
          </p:cNvPr>
          <p:cNvSpPr/>
          <p:nvPr/>
        </p:nvSpPr>
        <p:spPr>
          <a:xfrm flipH="1" flipV="1">
            <a:off x="1874286" y="1487925"/>
            <a:ext cx="567561" cy="436601"/>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楕円 8">
            <a:extLst>
              <a:ext uri="{FF2B5EF4-FFF2-40B4-BE49-F238E27FC236}">
                <a16:creationId xmlns:a16="http://schemas.microsoft.com/office/drawing/2014/main" id="{40952C16-276D-3E51-3575-655E8FC45D3F}"/>
              </a:ext>
            </a:extLst>
          </p:cNvPr>
          <p:cNvSpPr/>
          <p:nvPr/>
        </p:nvSpPr>
        <p:spPr>
          <a:xfrm flipH="1" flipV="1">
            <a:off x="7950183" y="3784037"/>
            <a:ext cx="734654" cy="436601"/>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楕円 9">
            <a:extLst>
              <a:ext uri="{FF2B5EF4-FFF2-40B4-BE49-F238E27FC236}">
                <a16:creationId xmlns:a16="http://schemas.microsoft.com/office/drawing/2014/main" id="{0E8B898E-B8AB-1A8F-2656-BFE9619C7A5E}"/>
              </a:ext>
            </a:extLst>
          </p:cNvPr>
          <p:cNvSpPr/>
          <p:nvPr/>
        </p:nvSpPr>
        <p:spPr>
          <a:xfrm flipH="1" flipV="1">
            <a:off x="15905" y="4514359"/>
            <a:ext cx="719353" cy="436601"/>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吹き出し: 角を丸めた四角形 10">
            <a:extLst>
              <a:ext uri="{FF2B5EF4-FFF2-40B4-BE49-F238E27FC236}">
                <a16:creationId xmlns:a16="http://schemas.microsoft.com/office/drawing/2014/main" id="{96ECDDD9-E03C-4E16-6CA4-3831F1CED3B6}"/>
              </a:ext>
            </a:extLst>
          </p:cNvPr>
          <p:cNvSpPr/>
          <p:nvPr/>
        </p:nvSpPr>
        <p:spPr>
          <a:xfrm>
            <a:off x="3856710" y="988393"/>
            <a:ext cx="2484967" cy="557785"/>
          </a:xfrm>
          <a:prstGeom prst="wedgeRoundRectCallout">
            <a:avLst>
              <a:gd name="adj1" fmla="val -108883"/>
              <a:gd name="adj2" fmla="val 112253"/>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１，</a:t>
            </a:r>
            <a:r>
              <a:rPr kumimoji="1" lang="en-US" altLang="ja-JP" dirty="0"/>
              <a:t>TEXT</a:t>
            </a:r>
            <a:r>
              <a:rPr kumimoji="1" lang="ja-JP" altLang="en-US" dirty="0"/>
              <a:t>をクリック</a:t>
            </a:r>
            <a:endParaRPr kumimoji="1" lang="en-US" altLang="ja-JP" dirty="0"/>
          </a:p>
        </p:txBody>
      </p:sp>
      <p:sp>
        <p:nvSpPr>
          <p:cNvPr id="12" name="吹き出し: 角を丸めた四角形 11">
            <a:extLst>
              <a:ext uri="{FF2B5EF4-FFF2-40B4-BE49-F238E27FC236}">
                <a16:creationId xmlns:a16="http://schemas.microsoft.com/office/drawing/2014/main" id="{EB60B74C-1894-20C7-D7AD-7B9791E0928F}"/>
              </a:ext>
            </a:extLst>
          </p:cNvPr>
          <p:cNvSpPr/>
          <p:nvPr/>
        </p:nvSpPr>
        <p:spPr>
          <a:xfrm>
            <a:off x="1415724" y="4578077"/>
            <a:ext cx="4213045" cy="832104"/>
          </a:xfrm>
          <a:prstGeom prst="wedgeRoundRectCallout">
            <a:avLst>
              <a:gd name="adj1" fmla="val -6308"/>
              <a:gd name="adj2" fmla="val -102092"/>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３，「＋」マークがラベルを付けたい</a:t>
            </a:r>
            <a:endParaRPr kumimoji="1" lang="en-US" altLang="ja-JP" dirty="0"/>
          </a:p>
          <a:p>
            <a:pPr algn="ctr"/>
            <a:r>
              <a:rPr kumimoji="1" lang="ja-JP" altLang="en-US" dirty="0"/>
              <a:t>ネットリスト内になるように配置する</a:t>
            </a:r>
            <a:endParaRPr kumimoji="1" lang="en-US" altLang="ja-JP" dirty="0"/>
          </a:p>
        </p:txBody>
      </p:sp>
      <p:sp>
        <p:nvSpPr>
          <p:cNvPr id="6" name="吹き出し: 角を丸めた四角形 5">
            <a:extLst>
              <a:ext uri="{FF2B5EF4-FFF2-40B4-BE49-F238E27FC236}">
                <a16:creationId xmlns:a16="http://schemas.microsoft.com/office/drawing/2014/main" id="{5AADB49B-92CD-FE58-DBCE-59004ECD8E65}"/>
              </a:ext>
            </a:extLst>
          </p:cNvPr>
          <p:cNvSpPr/>
          <p:nvPr/>
        </p:nvSpPr>
        <p:spPr>
          <a:xfrm>
            <a:off x="4727057" y="1800448"/>
            <a:ext cx="3344432" cy="1017893"/>
          </a:xfrm>
          <a:prstGeom prst="wedgeRoundRectCallout">
            <a:avLst>
              <a:gd name="adj1" fmla="val 48189"/>
              <a:gd name="adj2" fmla="val 148599"/>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２，ラベルを付けたい</a:t>
            </a:r>
            <a:endParaRPr kumimoji="1" lang="en-US" altLang="ja-JP" dirty="0"/>
          </a:p>
          <a:p>
            <a:pPr algn="ctr"/>
            <a:r>
              <a:rPr kumimoji="1" lang="ja-JP" altLang="en-US" dirty="0"/>
              <a:t>「同じレイヤー名</a:t>
            </a:r>
            <a:r>
              <a:rPr kumimoji="1" lang="en-US" altLang="ja-JP" dirty="0"/>
              <a:t>_Label</a:t>
            </a:r>
            <a:r>
              <a:rPr kumimoji="1" lang="ja-JP" altLang="en-US" dirty="0"/>
              <a:t>」</a:t>
            </a:r>
            <a:endParaRPr kumimoji="1" lang="en-US" altLang="ja-JP" dirty="0"/>
          </a:p>
          <a:p>
            <a:pPr algn="ctr"/>
            <a:r>
              <a:rPr kumimoji="1" lang="ja-JP" altLang="en-US" dirty="0"/>
              <a:t>をクリック</a:t>
            </a:r>
            <a:endParaRPr kumimoji="1" lang="en-US" altLang="ja-JP" dirty="0"/>
          </a:p>
        </p:txBody>
      </p:sp>
      <p:sp>
        <p:nvSpPr>
          <p:cNvPr id="20" name="吹き出し: 角を丸めた四角形 19">
            <a:extLst>
              <a:ext uri="{FF2B5EF4-FFF2-40B4-BE49-F238E27FC236}">
                <a16:creationId xmlns:a16="http://schemas.microsoft.com/office/drawing/2014/main" id="{1FA00FE6-4BF4-3DE7-05FF-2072968A4A0D}"/>
              </a:ext>
            </a:extLst>
          </p:cNvPr>
          <p:cNvSpPr/>
          <p:nvPr/>
        </p:nvSpPr>
        <p:spPr>
          <a:xfrm>
            <a:off x="6042286" y="5245200"/>
            <a:ext cx="4546190" cy="960214"/>
          </a:xfrm>
          <a:prstGeom prst="wedgeRoundRectCallout">
            <a:avLst>
              <a:gd name="adj1" fmla="val 37701"/>
              <a:gd name="adj2" fmla="val -199888"/>
              <a:gd name="adj3" fmla="val 16667"/>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en-US" altLang="ja-JP" dirty="0"/>
              <a:t>Label</a:t>
            </a:r>
            <a:r>
              <a:rPr kumimoji="1" lang="ja-JP" altLang="en-US" dirty="0"/>
              <a:t>レイヤーが見えない場合は</a:t>
            </a:r>
            <a:endParaRPr kumimoji="1" lang="en-US" altLang="ja-JP" dirty="0"/>
          </a:p>
          <a:p>
            <a:pPr algn="ctr"/>
            <a:r>
              <a:rPr kumimoji="1" lang="en-US" altLang="ja-JP" dirty="0"/>
              <a:t>Layers</a:t>
            </a:r>
            <a:r>
              <a:rPr kumimoji="1" lang="ja-JP" altLang="en-US" dirty="0"/>
              <a:t>タブ内で右クリックして</a:t>
            </a:r>
            <a:endParaRPr kumimoji="1" lang="en-US" altLang="ja-JP" dirty="0"/>
          </a:p>
          <a:p>
            <a:pPr algn="ctr"/>
            <a:r>
              <a:rPr kumimoji="1" lang="ja-JP" altLang="en-US" dirty="0"/>
              <a:t>「</a:t>
            </a:r>
            <a:r>
              <a:rPr kumimoji="1" lang="en-US" altLang="ja-JP" dirty="0"/>
              <a:t>Hide Empty Layers</a:t>
            </a:r>
            <a:r>
              <a:rPr kumimoji="1" lang="ja-JP" altLang="en-US" dirty="0"/>
              <a:t>」のチェックを外す</a:t>
            </a:r>
            <a:endParaRPr kumimoji="1" lang="en-US" altLang="ja-JP" dirty="0"/>
          </a:p>
        </p:txBody>
      </p:sp>
    </p:spTree>
    <p:extLst>
      <p:ext uri="{BB962C8B-B14F-4D97-AF65-F5344CB8AC3E}">
        <p14:creationId xmlns:p14="http://schemas.microsoft.com/office/powerpoint/2010/main" val="108997296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E395776-2CC9-C57D-10E9-B4F1E47325B4}"/>
              </a:ext>
            </a:extLst>
          </p:cNvPr>
          <p:cNvSpPr>
            <a:spLocks noGrp="1"/>
          </p:cNvSpPr>
          <p:nvPr>
            <p:ph type="title"/>
          </p:nvPr>
        </p:nvSpPr>
        <p:spPr/>
        <p:txBody>
          <a:bodyPr/>
          <a:lstStyle/>
          <a:p>
            <a:r>
              <a:rPr lang="ja-JP" altLang="en-US" dirty="0"/>
              <a:t>アナログ半導体の設計フロー</a:t>
            </a:r>
            <a:endParaRPr kumimoji="1" lang="ja-JP" altLang="en-US" dirty="0"/>
          </a:p>
        </p:txBody>
      </p:sp>
      <p:sp>
        <p:nvSpPr>
          <p:cNvPr id="3" name="日付プレースホルダー 2">
            <a:extLst>
              <a:ext uri="{FF2B5EF4-FFF2-40B4-BE49-F238E27FC236}">
                <a16:creationId xmlns:a16="http://schemas.microsoft.com/office/drawing/2014/main" id="{102C7370-4158-5F3A-B29E-8AB24B8878EA}"/>
              </a:ext>
            </a:extLst>
          </p:cNvPr>
          <p:cNvSpPr>
            <a:spLocks noGrp="1"/>
          </p:cNvSpPr>
          <p:nvPr>
            <p:ph type="dt" sz="half" idx="10"/>
          </p:nvPr>
        </p:nvSpPr>
        <p:spPr/>
        <p:txBody>
          <a:bodyPr/>
          <a:lstStyle/>
          <a:p>
            <a:pPr rtl="0"/>
            <a:fld id="{DBBD7590-56EA-4C2E-8847-39D08940E649}"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40E7729A-7159-13DA-B80A-5CF547A86157}"/>
              </a:ext>
            </a:extLst>
          </p:cNvPr>
          <p:cNvSpPr>
            <a:spLocks noGrp="1"/>
          </p:cNvSpPr>
          <p:nvPr>
            <p:ph type="sldNum" sz="quarter" idx="12"/>
          </p:nvPr>
        </p:nvSpPr>
        <p:spPr/>
        <p:txBody>
          <a:bodyPr/>
          <a:lstStyle/>
          <a:p>
            <a:pPr rtl="0"/>
            <a:fld id="{9860EDB8-5305-433F-BE41-D7A86D811DB3}" type="slidenum">
              <a:rPr lang="en-US" altLang="ja-JP" noProof="0" smtClean="0"/>
              <a:pPr rtl="0"/>
              <a:t>102</a:t>
            </a:fld>
            <a:endParaRPr lang="ja-JP" altLang="en-US" noProof="0"/>
          </a:p>
        </p:txBody>
      </p:sp>
      <p:sp>
        <p:nvSpPr>
          <p:cNvPr id="5" name="コンテンツ プレースホルダー 4">
            <a:extLst>
              <a:ext uri="{FF2B5EF4-FFF2-40B4-BE49-F238E27FC236}">
                <a16:creationId xmlns:a16="http://schemas.microsoft.com/office/drawing/2014/main" id="{218D7D6A-C682-EF52-E287-45B2D617822C}"/>
              </a:ext>
            </a:extLst>
          </p:cNvPr>
          <p:cNvSpPr>
            <a:spLocks noGrp="1"/>
          </p:cNvSpPr>
          <p:nvPr>
            <p:ph sz="quarter" idx="13"/>
          </p:nvPr>
        </p:nvSpPr>
        <p:spPr/>
        <p:txBody>
          <a:bodyPr>
            <a:normAutofit/>
          </a:bodyPr>
          <a:lstStyle/>
          <a:p>
            <a:pPr marL="457200" indent="-457200">
              <a:buFont typeface="+mj-lt"/>
              <a:buAutoNum type="arabicPeriod"/>
            </a:pPr>
            <a:r>
              <a:rPr kumimoji="1" lang="ja-JP" altLang="en-US" sz="2000" dirty="0"/>
              <a:t>回路図を描く</a:t>
            </a:r>
            <a:endParaRPr kumimoji="1" lang="en-US" altLang="ja-JP" sz="2000" dirty="0"/>
          </a:p>
          <a:p>
            <a:pPr marL="457200" indent="-457200">
              <a:buFont typeface="+mj-lt"/>
              <a:buAutoNum type="arabicPeriod"/>
            </a:pPr>
            <a:r>
              <a:rPr lang="ja-JP" altLang="en-US" sz="2000" dirty="0"/>
              <a:t>シミュレーションをする</a:t>
            </a:r>
            <a:endParaRPr lang="en-US" altLang="ja-JP" sz="2000" dirty="0"/>
          </a:p>
          <a:p>
            <a:pPr marL="457200" indent="-457200">
              <a:buFont typeface="+mj-lt"/>
              <a:buAutoNum type="arabicPeriod"/>
            </a:pPr>
            <a:r>
              <a:rPr kumimoji="1" lang="ja-JP" altLang="en-US" sz="2000" dirty="0"/>
              <a:t>回路図を基にレイアウトを描く</a:t>
            </a:r>
            <a:endParaRPr kumimoji="1" lang="en-US" altLang="ja-JP" sz="2000" dirty="0"/>
          </a:p>
          <a:p>
            <a:pPr marL="457200" indent="-457200">
              <a:buFont typeface="+mj-lt"/>
              <a:buAutoNum type="arabicPeriod"/>
            </a:pPr>
            <a:r>
              <a:rPr lang="ja-JP" altLang="en-US" sz="2000" b="1" dirty="0">
                <a:solidFill>
                  <a:schemeClr val="accent2"/>
                </a:solidFill>
              </a:rPr>
              <a:t>レイアウトを検証する</a:t>
            </a:r>
            <a:endParaRPr lang="en-US" altLang="ja-JP" sz="2000" b="1" dirty="0">
              <a:solidFill>
                <a:schemeClr val="accent2"/>
              </a:solidFill>
            </a:endParaRPr>
          </a:p>
          <a:p>
            <a:pPr marL="457200" indent="-457200">
              <a:buFont typeface="+mj-lt"/>
              <a:buAutoNum type="arabicPeriod"/>
            </a:pPr>
            <a:r>
              <a:rPr kumimoji="1" lang="ja-JP" altLang="en-US" sz="2000" dirty="0">
                <a:solidFill>
                  <a:schemeClr val="tx1"/>
                </a:solidFill>
              </a:rPr>
              <a:t>レイアウトを基に寄生成分を考慮したシミュレーションをする</a:t>
            </a:r>
            <a:endParaRPr kumimoji="1" lang="en-US" altLang="ja-JP" sz="2000" dirty="0">
              <a:solidFill>
                <a:schemeClr val="tx1"/>
              </a:solidFill>
            </a:endParaRPr>
          </a:p>
          <a:p>
            <a:pPr marL="457200" indent="-457200">
              <a:buFont typeface="+mj-lt"/>
              <a:buAutoNum type="arabicPeriod"/>
            </a:pPr>
            <a:r>
              <a:rPr lang="ja-JP" altLang="en-US" sz="2000" dirty="0"/>
              <a:t>フレームに載せる</a:t>
            </a:r>
            <a:endParaRPr kumimoji="1" lang="en-US" altLang="ja-JP" sz="2000" dirty="0"/>
          </a:p>
        </p:txBody>
      </p:sp>
    </p:spTree>
    <p:extLst>
      <p:ext uri="{BB962C8B-B14F-4D97-AF65-F5344CB8AC3E}">
        <p14:creationId xmlns:p14="http://schemas.microsoft.com/office/powerpoint/2010/main" val="2198544769"/>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C9CCA59-293E-3A40-4986-4A314B90FE9A}"/>
              </a:ext>
            </a:extLst>
          </p:cNvPr>
          <p:cNvSpPr>
            <a:spLocks noGrp="1"/>
          </p:cNvSpPr>
          <p:nvPr>
            <p:ph type="title"/>
          </p:nvPr>
        </p:nvSpPr>
        <p:spPr/>
        <p:txBody>
          <a:bodyPr/>
          <a:lstStyle/>
          <a:p>
            <a:r>
              <a:rPr lang="en-US" altLang="ja-JP" dirty="0" err="1"/>
              <a:t>Klayout</a:t>
            </a:r>
            <a:r>
              <a:rPr lang="ja-JP" altLang="en-US" dirty="0"/>
              <a:t>：レイアウト検証</a:t>
            </a:r>
            <a:endParaRPr kumimoji="1" lang="ja-JP" altLang="en-US" dirty="0"/>
          </a:p>
        </p:txBody>
      </p:sp>
      <p:sp>
        <p:nvSpPr>
          <p:cNvPr id="3" name="コンテンツ プレースホルダー 2">
            <a:extLst>
              <a:ext uri="{FF2B5EF4-FFF2-40B4-BE49-F238E27FC236}">
                <a16:creationId xmlns:a16="http://schemas.microsoft.com/office/drawing/2014/main" id="{CAB1E9A4-FE85-F645-6CE1-0C3ABCDE6CCC}"/>
              </a:ext>
            </a:extLst>
          </p:cNvPr>
          <p:cNvSpPr>
            <a:spLocks noGrp="1"/>
          </p:cNvSpPr>
          <p:nvPr>
            <p:ph idx="1"/>
          </p:nvPr>
        </p:nvSpPr>
        <p:spPr>
          <a:xfrm>
            <a:off x="448056" y="1447799"/>
            <a:ext cx="11210543" cy="5115749"/>
          </a:xfrm>
        </p:spPr>
        <p:txBody>
          <a:bodyPr>
            <a:normAutofit/>
          </a:bodyPr>
          <a:lstStyle/>
          <a:p>
            <a:r>
              <a:rPr kumimoji="1" lang="en-US" altLang="ja-JP" sz="2000" dirty="0"/>
              <a:t>Design Rules Check (DRC)</a:t>
            </a:r>
          </a:p>
          <a:p>
            <a:pPr lvl="1"/>
            <a:r>
              <a:rPr lang="ja-JP" altLang="en-US" sz="2000" dirty="0"/>
              <a:t>指定されたデザインルールから違反していないか検証</a:t>
            </a:r>
            <a:endParaRPr lang="en-US" altLang="ja-JP" sz="2000" dirty="0"/>
          </a:p>
          <a:p>
            <a:pPr lvl="2"/>
            <a:r>
              <a:rPr lang="en-US" altLang="ja-JP" sz="2000" dirty="0" err="1"/>
              <a:t>Klayout</a:t>
            </a:r>
            <a:r>
              <a:rPr lang="en-US" altLang="ja-JP" sz="2000" dirty="0"/>
              <a:t> DRC</a:t>
            </a:r>
            <a:r>
              <a:rPr lang="ja-JP" altLang="en-US" sz="2000" dirty="0"/>
              <a:t>と</a:t>
            </a:r>
            <a:r>
              <a:rPr lang="en-US" altLang="ja-JP" sz="2000" dirty="0"/>
              <a:t>Magic DRC</a:t>
            </a:r>
            <a:r>
              <a:rPr lang="ja-JP" altLang="en-US" sz="2000" dirty="0"/>
              <a:t>の</a:t>
            </a:r>
            <a:r>
              <a:rPr lang="en-US" altLang="ja-JP" sz="2000" dirty="0"/>
              <a:t>2</a:t>
            </a:r>
            <a:r>
              <a:rPr lang="ja-JP" altLang="en-US" sz="2000" dirty="0"/>
              <a:t>種類あるので注意</a:t>
            </a:r>
            <a:endParaRPr lang="en-US" altLang="ja-JP" sz="2000" dirty="0"/>
          </a:p>
          <a:p>
            <a:endParaRPr kumimoji="1" lang="en-US" altLang="ja-JP" sz="2000" dirty="0"/>
          </a:p>
          <a:p>
            <a:r>
              <a:rPr kumimoji="1" lang="en-US" altLang="ja-JP" sz="2000" dirty="0"/>
              <a:t>Layout Versus Schematic (LVS)</a:t>
            </a:r>
          </a:p>
          <a:p>
            <a:pPr lvl="1"/>
            <a:r>
              <a:rPr kumimoji="1" lang="ja-JP" altLang="en-US" sz="2000" dirty="0"/>
              <a:t>レイアウトが回路図通りに描けているか検証</a:t>
            </a:r>
            <a:endParaRPr kumimoji="1" lang="en-US" altLang="ja-JP" sz="2000" dirty="0"/>
          </a:p>
        </p:txBody>
      </p:sp>
      <p:sp>
        <p:nvSpPr>
          <p:cNvPr id="4" name="日付プレースホルダー 3">
            <a:extLst>
              <a:ext uri="{FF2B5EF4-FFF2-40B4-BE49-F238E27FC236}">
                <a16:creationId xmlns:a16="http://schemas.microsoft.com/office/drawing/2014/main" id="{8ED84BED-AA3E-F1FB-D56A-A90324455DBA}"/>
              </a:ext>
            </a:extLst>
          </p:cNvPr>
          <p:cNvSpPr>
            <a:spLocks noGrp="1"/>
          </p:cNvSpPr>
          <p:nvPr>
            <p:ph type="dt" sz="half" idx="10"/>
          </p:nvPr>
        </p:nvSpPr>
        <p:spPr/>
        <p:txBody>
          <a:bodyPr/>
          <a:lstStyle/>
          <a:p>
            <a:fld id="{B036865C-2FD5-432B-AD74-ED9D0A99CF69}"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7734696A-0DA4-4502-6119-6CFDE210924C}"/>
              </a:ext>
            </a:extLst>
          </p:cNvPr>
          <p:cNvSpPr>
            <a:spLocks noGrp="1"/>
          </p:cNvSpPr>
          <p:nvPr>
            <p:ph type="sldNum" sz="quarter" idx="12"/>
          </p:nvPr>
        </p:nvSpPr>
        <p:spPr/>
        <p:txBody>
          <a:bodyPr/>
          <a:lstStyle/>
          <a:p>
            <a:fld id="{66E89953-8AEA-4BDF-A508-664B12926AB4}" type="slidenum">
              <a:rPr kumimoji="1" lang="ja-JP" altLang="en-US" smtClean="0"/>
              <a:t>103</a:t>
            </a:fld>
            <a:endParaRPr kumimoji="1" lang="ja-JP" altLang="en-US"/>
          </a:p>
        </p:txBody>
      </p:sp>
      <p:pic>
        <p:nvPicPr>
          <p:cNvPr id="7" name="図 6">
            <a:extLst>
              <a:ext uri="{FF2B5EF4-FFF2-40B4-BE49-F238E27FC236}">
                <a16:creationId xmlns:a16="http://schemas.microsoft.com/office/drawing/2014/main" id="{048C0C32-4FC4-D855-90DF-512E95B444D9}"/>
              </a:ext>
            </a:extLst>
          </p:cNvPr>
          <p:cNvPicPr>
            <a:picLocks noChangeAspect="1"/>
          </p:cNvPicPr>
          <p:nvPr/>
        </p:nvPicPr>
        <p:blipFill>
          <a:blip r:embed="rId3"/>
          <a:stretch>
            <a:fillRect/>
          </a:stretch>
        </p:blipFill>
        <p:spPr>
          <a:xfrm>
            <a:off x="8106651" y="564437"/>
            <a:ext cx="3433844" cy="2626152"/>
          </a:xfrm>
          <a:prstGeom prst="rect">
            <a:avLst/>
          </a:prstGeom>
        </p:spPr>
      </p:pic>
      <p:cxnSp>
        <p:nvCxnSpPr>
          <p:cNvPr id="12" name="直線矢印コネクタ 11">
            <a:extLst>
              <a:ext uri="{FF2B5EF4-FFF2-40B4-BE49-F238E27FC236}">
                <a16:creationId xmlns:a16="http://schemas.microsoft.com/office/drawing/2014/main" id="{D6E345EB-913C-0370-30FA-600630EDFDD4}"/>
              </a:ext>
            </a:extLst>
          </p:cNvPr>
          <p:cNvCxnSpPr>
            <a:cxnSpLocks/>
          </p:cNvCxnSpPr>
          <p:nvPr/>
        </p:nvCxnSpPr>
        <p:spPr>
          <a:xfrm>
            <a:off x="6989805" y="1519499"/>
            <a:ext cx="1867300" cy="0"/>
          </a:xfrm>
          <a:prstGeom prst="straightConnector1">
            <a:avLst/>
          </a:prstGeom>
          <a:ln w="762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D62175F3-FE06-B016-2BF5-376EBCAC2858}"/>
              </a:ext>
            </a:extLst>
          </p:cNvPr>
          <p:cNvCxnSpPr>
            <a:cxnSpLocks/>
          </p:cNvCxnSpPr>
          <p:nvPr/>
        </p:nvCxnSpPr>
        <p:spPr>
          <a:xfrm>
            <a:off x="6989805" y="2174230"/>
            <a:ext cx="1867300" cy="0"/>
          </a:xfrm>
          <a:prstGeom prst="straightConnector1">
            <a:avLst/>
          </a:prstGeom>
          <a:ln w="762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pic>
        <p:nvPicPr>
          <p:cNvPr id="14" name="図 13">
            <a:extLst>
              <a:ext uri="{FF2B5EF4-FFF2-40B4-BE49-F238E27FC236}">
                <a16:creationId xmlns:a16="http://schemas.microsoft.com/office/drawing/2014/main" id="{9A30F270-A399-9D04-5959-1A237DF2849F}"/>
              </a:ext>
            </a:extLst>
          </p:cNvPr>
          <p:cNvPicPr>
            <a:picLocks noChangeAspect="1"/>
          </p:cNvPicPr>
          <p:nvPr/>
        </p:nvPicPr>
        <p:blipFill>
          <a:blip r:embed="rId4"/>
          <a:stretch>
            <a:fillRect/>
          </a:stretch>
        </p:blipFill>
        <p:spPr>
          <a:xfrm>
            <a:off x="8282176" y="3689392"/>
            <a:ext cx="3258319" cy="2737999"/>
          </a:xfrm>
          <a:prstGeom prst="rect">
            <a:avLst/>
          </a:prstGeom>
        </p:spPr>
      </p:pic>
      <p:cxnSp>
        <p:nvCxnSpPr>
          <p:cNvPr id="13" name="直線矢印コネクタ 12">
            <a:extLst>
              <a:ext uri="{FF2B5EF4-FFF2-40B4-BE49-F238E27FC236}">
                <a16:creationId xmlns:a16="http://schemas.microsoft.com/office/drawing/2014/main" id="{1BF9CB9F-9579-026C-B992-176FE08F8BB5}"/>
              </a:ext>
            </a:extLst>
          </p:cNvPr>
          <p:cNvCxnSpPr>
            <a:cxnSpLocks/>
          </p:cNvCxnSpPr>
          <p:nvPr/>
        </p:nvCxnSpPr>
        <p:spPr>
          <a:xfrm>
            <a:off x="6762180" y="5689653"/>
            <a:ext cx="1867300" cy="0"/>
          </a:xfrm>
          <a:prstGeom prst="straightConnector1">
            <a:avLst/>
          </a:prstGeom>
          <a:ln w="762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1198144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7A5A753-D9B0-7D6E-81C4-2F486FC0853D}"/>
              </a:ext>
            </a:extLst>
          </p:cNvPr>
          <p:cNvSpPr>
            <a:spLocks noGrp="1"/>
          </p:cNvSpPr>
          <p:nvPr>
            <p:ph type="title"/>
          </p:nvPr>
        </p:nvSpPr>
        <p:spPr/>
        <p:txBody>
          <a:bodyPr/>
          <a:lstStyle/>
          <a:p>
            <a:r>
              <a:rPr lang="en-US" altLang="ja-JP" dirty="0" err="1"/>
              <a:t>Klayout</a:t>
            </a:r>
            <a:r>
              <a:rPr lang="ja-JP" altLang="en-US" dirty="0"/>
              <a:t>：</a:t>
            </a:r>
            <a:r>
              <a:rPr lang="en-US" altLang="ja-JP" dirty="0"/>
              <a:t>DRC</a:t>
            </a:r>
            <a:r>
              <a:rPr lang="ja-JP" altLang="en-US" dirty="0"/>
              <a:t>エラー</a:t>
            </a:r>
            <a:endParaRPr kumimoji="1" lang="ja-JP" altLang="en-US" dirty="0"/>
          </a:p>
        </p:txBody>
      </p:sp>
      <p:sp>
        <p:nvSpPr>
          <p:cNvPr id="4" name="日付プレースホルダー 3">
            <a:extLst>
              <a:ext uri="{FF2B5EF4-FFF2-40B4-BE49-F238E27FC236}">
                <a16:creationId xmlns:a16="http://schemas.microsoft.com/office/drawing/2014/main" id="{B4B69148-4FD2-95AC-66B5-0D9DE197AC2E}"/>
              </a:ext>
            </a:extLst>
          </p:cNvPr>
          <p:cNvSpPr>
            <a:spLocks noGrp="1"/>
          </p:cNvSpPr>
          <p:nvPr>
            <p:ph type="dt" sz="half" idx="10"/>
          </p:nvPr>
        </p:nvSpPr>
        <p:spPr/>
        <p:txBody>
          <a:bodyPr/>
          <a:lstStyle/>
          <a:p>
            <a:fld id="{758110A4-CB0A-40E2-8713-C065AE40ADCD}" type="datetime1">
              <a:rPr kumimoji="1" lang="ja-JP" altLang="en-US" smtClean="0"/>
              <a:t>2026/10/20</a:t>
            </a:fld>
            <a:endParaRPr kumimoji="1" lang="ja-JP" altLang="en-US"/>
          </a:p>
        </p:txBody>
      </p:sp>
      <p:sp>
        <p:nvSpPr>
          <p:cNvPr id="5" name="スライド番号プレースホルダー 4">
            <a:extLst>
              <a:ext uri="{FF2B5EF4-FFF2-40B4-BE49-F238E27FC236}">
                <a16:creationId xmlns:a16="http://schemas.microsoft.com/office/drawing/2014/main" id="{9658F9F4-E4E2-1636-527E-40D077F29BD2}"/>
              </a:ext>
            </a:extLst>
          </p:cNvPr>
          <p:cNvSpPr>
            <a:spLocks noGrp="1"/>
          </p:cNvSpPr>
          <p:nvPr>
            <p:ph type="sldNum" sz="quarter" idx="12"/>
          </p:nvPr>
        </p:nvSpPr>
        <p:spPr/>
        <p:txBody>
          <a:bodyPr/>
          <a:lstStyle/>
          <a:p>
            <a:fld id="{66E89953-8AEA-4BDF-A508-664B12926AB4}" type="slidenum">
              <a:rPr kumimoji="1" lang="ja-JP" altLang="en-US" smtClean="0"/>
              <a:t>104</a:t>
            </a:fld>
            <a:endParaRPr kumimoji="1" lang="ja-JP" altLang="en-US"/>
          </a:p>
        </p:txBody>
      </p:sp>
      <p:pic>
        <p:nvPicPr>
          <p:cNvPr id="12" name="コンテンツ プレースホルダー 11">
            <a:extLst>
              <a:ext uri="{FF2B5EF4-FFF2-40B4-BE49-F238E27FC236}">
                <a16:creationId xmlns:a16="http://schemas.microsoft.com/office/drawing/2014/main" id="{37F74FC4-F68B-96E7-5487-2B3A0D2241BC}"/>
              </a:ext>
            </a:extLst>
          </p:cNvPr>
          <p:cNvPicPr>
            <a:picLocks noGrp="1" noChangeAspect="1"/>
          </p:cNvPicPr>
          <p:nvPr>
            <p:ph idx="1"/>
          </p:nvPr>
        </p:nvPicPr>
        <p:blipFill>
          <a:blip r:embed="rId2"/>
          <a:stretch>
            <a:fillRect/>
          </a:stretch>
        </p:blipFill>
        <p:spPr>
          <a:xfrm>
            <a:off x="1833392" y="1093127"/>
            <a:ext cx="9715478" cy="5186154"/>
          </a:xfrm>
          <a:prstGeom prst="rect">
            <a:avLst/>
          </a:prstGeom>
        </p:spPr>
      </p:pic>
      <p:sp>
        <p:nvSpPr>
          <p:cNvPr id="8" name="楕円 7">
            <a:extLst>
              <a:ext uri="{FF2B5EF4-FFF2-40B4-BE49-F238E27FC236}">
                <a16:creationId xmlns:a16="http://schemas.microsoft.com/office/drawing/2014/main" id="{10EB95B5-05CB-5471-EBDA-67E40184D173}"/>
              </a:ext>
            </a:extLst>
          </p:cNvPr>
          <p:cNvSpPr/>
          <p:nvPr/>
        </p:nvSpPr>
        <p:spPr>
          <a:xfrm>
            <a:off x="3293250" y="3841908"/>
            <a:ext cx="3060456" cy="624131"/>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吹き出し: 角を丸めた四角形 25">
            <a:extLst>
              <a:ext uri="{FF2B5EF4-FFF2-40B4-BE49-F238E27FC236}">
                <a16:creationId xmlns:a16="http://schemas.microsoft.com/office/drawing/2014/main" id="{70C51065-8F4A-A2CB-7F90-296C1CED7889}"/>
              </a:ext>
            </a:extLst>
          </p:cNvPr>
          <p:cNvSpPr/>
          <p:nvPr/>
        </p:nvSpPr>
        <p:spPr>
          <a:xfrm>
            <a:off x="0" y="5019473"/>
            <a:ext cx="4434645" cy="1490799"/>
          </a:xfrm>
          <a:prstGeom prst="wedgeRoundRectCallout">
            <a:avLst>
              <a:gd name="adj1" fmla="val 33554"/>
              <a:gd name="adj2" fmla="val -106445"/>
              <a:gd name="adj3" fmla="val 16667"/>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dirty="0"/>
              <a:t>エラー番号をレファレンス</a:t>
            </a:r>
            <a:endParaRPr kumimoji="1" lang="en-US" altLang="ja-JP" dirty="0"/>
          </a:p>
          <a:p>
            <a:pPr algn="ctr"/>
            <a:r>
              <a:rPr kumimoji="1" lang="ja-JP" altLang="en-US" dirty="0"/>
              <a:t>マニュアルで検索すると</a:t>
            </a:r>
            <a:endParaRPr kumimoji="1" lang="en-US" altLang="ja-JP" dirty="0"/>
          </a:p>
          <a:p>
            <a:pPr algn="ctr"/>
            <a:r>
              <a:rPr kumimoji="1" lang="ja-JP" altLang="en-US" dirty="0"/>
              <a:t>エラー内容が解説されている。</a:t>
            </a:r>
            <a:endParaRPr kumimoji="1" lang="en-US" altLang="ja-JP" dirty="0"/>
          </a:p>
          <a:p>
            <a:pPr algn="ctr"/>
            <a:r>
              <a:rPr kumimoji="1" lang="ja-JP" altLang="en-US" dirty="0"/>
              <a:t>わからない場合はこの画面キャプチャを</a:t>
            </a:r>
            <a:r>
              <a:rPr kumimoji="1" lang="en-US" altLang="ja-JP" dirty="0"/>
              <a:t>AI</a:t>
            </a:r>
            <a:r>
              <a:rPr kumimoji="1" lang="ja-JP" altLang="en-US" dirty="0"/>
              <a:t>に投げると答えてくれる</a:t>
            </a:r>
            <a:endParaRPr kumimoji="1" lang="en-US" altLang="ja-JP" dirty="0"/>
          </a:p>
        </p:txBody>
      </p:sp>
      <p:sp>
        <p:nvSpPr>
          <p:cNvPr id="6" name="楕円 5">
            <a:extLst>
              <a:ext uri="{FF2B5EF4-FFF2-40B4-BE49-F238E27FC236}">
                <a16:creationId xmlns:a16="http://schemas.microsoft.com/office/drawing/2014/main" id="{F3077059-FF3A-4917-5136-EE409340F590}"/>
              </a:ext>
            </a:extLst>
          </p:cNvPr>
          <p:cNvSpPr/>
          <p:nvPr/>
        </p:nvSpPr>
        <p:spPr>
          <a:xfrm>
            <a:off x="3443512" y="2505955"/>
            <a:ext cx="2588388" cy="255069"/>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吹き出し: 角を丸めた四角形 23">
            <a:extLst>
              <a:ext uri="{FF2B5EF4-FFF2-40B4-BE49-F238E27FC236}">
                <a16:creationId xmlns:a16="http://schemas.microsoft.com/office/drawing/2014/main" id="{F9B5D797-7920-21BE-9889-787184153AF1}"/>
              </a:ext>
            </a:extLst>
          </p:cNvPr>
          <p:cNvSpPr/>
          <p:nvPr/>
        </p:nvSpPr>
        <p:spPr>
          <a:xfrm>
            <a:off x="6699025" y="1204439"/>
            <a:ext cx="2581192" cy="870665"/>
          </a:xfrm>
          <a:prstGeom prst="wedgeRoundRectCallout">
            <a:avLst>
              <a:gd name="adj1" fmla="val -32773"/>
              <a:gd name="adj2" fmla="val 202877"/>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旗をクリックすると</a:t>
            </a:r>
            <a:endParaRPr kumimoji="1" lang="en-US" altLang="ja-JP" dirty="0"/>
          </a:p>
          <a:p>
            <a:pPr algn="ctr"/>
            <a:r>
              <a:rPr kumimoji="1" lang="ja-JP" altLang="en-US" dirty="0"/>
              <a:t>白いでエラー箇所が</a:t>
            </a:r>
            <a:endParaRPr kumimoji="1" lang="en-US" altLang="ja-JP" dirty="0"/>
          </a:p>
          <a:p>
            <a:pPr algn="ctr"/>
            <a:r>
              <a:rPr kumimoji="1" lang="ja-JP" altLang="en-US" dirty="0"/>
              <a:t>強調される</a:t>
            </a:r>
            <a:endParaRPr kumimoji="1" lang="en-US" altLang="ja-JP" dirty="0"/>
          </a:p>
        </p:txBody>
      </p:sp>
      <p:sp>
        <p:nvSpPr>
          <p:cNvPr id="3" name="吹き出し: 角を丸めた四角形 2">
            <a:extLst>
              <a:ext uri="{FF2B5EF4-FFF2-40B4-BE49-F238E27FC236}">
                <a16:creationId xmlns:a16="http://schemas.microsoft.com/office/drawing/2014/main" id="{6D285955-B500-F72E-69AA-E42F0178FD7D}"/>
              </a:ext>
            </a:extLst>
          </p:cNvPr>
          <p:cNvSpPr/>
          <p:nvPr/>
        </p:nvSpPr>
        <p:spPr>
          <a:xfrm>
            <a:off x="6691131" y="1204439"/>
            <a:ext cx="2581192" cy="870665"/>
          </a:xfrm>
          <a:prstGeom prst="wedgeRoundRectCallout">
            <a:avLst>
              <a:gd name="adj1" fmla="val -93301"/>
              <a:gd name="adj2" fmla="val 112658"/>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旗をクリックすると</a:t>
            </a:r>
            <a:endParaRPr kumimoji="1" lang="en-US" altLang="ja-JP" dirty="0"/>
          </a:p>
          <a:p>
            <a:pPr algn="ctr"/>
            <a:r>
              <a:rPr kumimoji="1" lang="ja-JP" altLang="en-US" dirty="0"/>
              <a:t>白いでエラー箇所が</a:t>
            </a:r>
            <a:endParaRPr kumimoji="1" lang="en-US" altLang="ja-JP" dirty="0"/>
          </a:p>
          <a:p>
            <a:pPr algn="ctr"/>
            <a:r>
              <a:rPr kumimoji="1" lang="ja-JP" altLang="en-US" dirty="0"/>
              <a:t>強調される</a:t>
            </a:r>
            <a:endParaRPr kumimoji="1" lang="en-US" altLang="ja-JP" dirty="0"/>
          </a:p>
        </p:txBody>
      </p:sp>
    </p:spTree>
    <p:extLst>
      <p:ext uri="{BB962C8B-B14F-4D97-AF65-F5344CB8AC3E}">
        <p14:creationId xmlns:p14="http://schemas.microsoft.com/office/powerpoint/2010/main" val="2953290266"/>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7A5A753-D9B0-7D6E-81C4-2F486FC0853D}"/>
              </a:ext>
            </a:extLst>
          </p:cNvPr>
          <p:cNvSpPr>
            <a:spLocks noGrp="1"/>
          </p:cNvSpPr>
          <p:nvPr>
            <p:ph type="title"/>
          </p:nvPr>
        </p:nvSpPr>
        <p:spPr/>
        <p:txBody>
          <a:bodyPr/>
          <a:lstStyle/>
          <a:p>
            <a:r>
              <a:rPr lang="en-US" altLang="ja-JP" dirty="0" err="1"/>
              <a:t>Klayout</a:t>
            </a:r>
            <a:r>
              <a:rPr lang="ja-JP" altLang="en-US" dirty="0"/>
              <a:t>：</a:t>
            </a:r>
            <a:r>
              <a:rPr lang="en-US" altLang="ja-JP" dirty="0"/>
              <a:t>DRC</a:t>
            </a:r>
            <a:r>
              <a:rPr lang="ja-JP" altLang="en-US" dirty="0"/>
              <a:t> </a:t>
            </a:r>
            <a:r>
              <a:rPr lang="en-US" altLang="ja-JP" dirty="0"/>
              <a:t>OK</a:t>
            </a:r>
            <a:endParaRPr kumimoji="1" lang="ja-JP" altLang="en-US" dirty="0"/>
          </a:p>
        </p:txBody>
      </p:sp>
      <p:sp>
        <p:nvSpPr>
          <p:cNvPr id="4" name="日付プレースホルダー 3">
            <a:extLst>
              <a:ext uri="{FF2B5EF4-FFF2-40B4-BE49-F238E27FC236}">
                <a16:creationId xmlns:a16="http://schemas.microsoft.com/office/drawing/2014/main" id="{B4B69148-4FD2-95AC-66B5-0D9DE197AC2E}"/>
              </a:ext>
            </a:extLst>
          </p:cNvPr>
          <p:cNvSpPr>
            <a:spLocks noGrp="1"/>
          </p:cNvSpPr>
          <p:nvPr>
            <p:ph type="dt" sz="half" idx="10"/>
          </p:nvPr>
        </p:nvSpPr>
        <p:spPr/>
        <p:txBody>
          <a:bodyPr/>
          <a:lstStyle/>
          <a:p>
            <a:fld id="{758110A4-CB0A-40E2-8713-C065AE40ADCD}" type="datetime1">
              <a:rPr kumimoji="1" lang="ja-JP" altLang="en-US" smtClean="0"/>
              <a:t>2026/10/20</a:t>
            </a:fld>
            <a:endParaRPr kumimoji="1" lang="ja-JP" altLang="en-US"/>
          </a:p>
        </p:txBody>
      </p:sp>
      <p:sp>
        <p:nvSpPr>
          <p:cNvPr id="5" name="スライド番号プレースホルダー 4">
            <a:extLst>
              <a:ext uri="{FF2B5EF4-FFF2-40B4-BE49-F238E27FC236}">
                <a16:creationId xmlns:a16="http://schemas.microsoft.com/office/drawing/2014/main" id="{9658F9F4-E4E2-1636-527E-40D077F29BD2}"/>
              </a:ext>
            </a:extLst>
          </p:cNvPr>
          <p:cNvSpPr>
            <a:spLocks noGrp="1"/>
          </p:cNvSpPr>
          <p:nvPr>
            <p:ph type="sldNum" sz="quarter" idx="12"/>
          </p:nvPr>
        </p:nvSpPr>
        <p:spPr/>
        <p:txBody>
          <a:bodyPr/>
          <a:lstStyle/>
          <a:p>
            <a:fld id="{66E89953-8AEA-4BDF-A508-664B12926AB4}" type="slidenum">
              <a:rPr kumimoji="1" lang="ja-JP" altLang="en-US" smtClean="0"/>
              <a:t>105</a:t>
            </a:fld>
            <a:endParaRPr kumimoji="1" lang="ja-JP" altLang="en-US"/>
          </a:p>
        </p:txBody>
      </p:sp>
      <p:pic>
        <p:nvPicPr>
          <p:cNvPr id="6" name="図 5">
            <a:extLst>
              <a:ext uri="{FF2B5EF4-FFF2-40B4-BE49-F238E27FC236}">
                <a16:creationId xmlns:a16="http://schemas.microsoft.com/office/drawing/2014/main" id="{E44166B3-25B8-F451-8C02-CAEE81DF9F13}"/>
              </a:ext>
            </a:extLst>
          </p:cNvPr>
          <p:cNvPicPr>
            <a:picLocks noChangeAspect="1"/>
          </p:cNvPicPr>
          <p:nvPr/>
        </p:nvPicPr>
        <p:blipFill>
          <a:blip r:embed="rId2"/>
          <a:stretch>
            <a:fillRect/>
          </a:stretch>
        </p:blipFill>
        <p:spPr>
          <a:xfrm>
            <a:off x="1448127" y="1286455"/>
            <a:ext cx="9724820" cy="5181672"/>
          </a:xfrm>
          <a:prstGeom prst="rect">
            <a:avLst/>
          </a:prstGeom>
        </p:spPr>
      </p:pic>
      <p:sp>
        <p:nvSpPr>
          <p:cNvPr id="14" name="吹き出し: 角を丸めた四角形 13">
            <a:extLst>
              <a:ext uri="{FF2B5EF4-FFF2-40B4-BE49-F238E27FC236}">
                <a16:creationId xmlns:a16="http://schemas.microsoft.com/office/drawing/2014/main" id="{62BE61AC-3859-7EE3-3BCF-AB8C85D1A786}"/>
              </a:ext>
            </a:extLst>
          </p:cNvPr>
          <p:cNvSpPr/>
          <p:nvPr/>
        </p:nvSpPr>
        <p:spPr>
          <a:xfrm>
            <a:off x="1249670" y="1671872"/>
            <a:ext cx="2981739" cy="832104"/>
          </a:xfrm>
          <a:prstGeom prst="wedgeRoundRectCallout">
            <a:avLst>
              <a:gd name="adj1" fmla="val 58792"/>
              <a:gd name="adj2" fmla="val 110919"/>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何も表示されなければ</a:t>
            </a:r>
            <a:r>
              <a:rPr kumimoji="1" lang="en-US" altLang="ja-JP" dirty="0"/>
              <a:t>OK</a:t>
            </a:r>
          </a:p>
        </p:txBody>
      </p:sp>
    </p:spTree>
    <p:extLst>
      <p:ext uri="{BB962C8B-B14F-4D97-AF65-F5344CB8AC3E}">
        <p14:creationId xmlns:p14="http://schemas.microsoft.com/office/powerpoint/2010/main" val="332937378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04B5FA6-7972-3FFA-8245-A671F85776D5}"/>
              </a:ext>
            </a:extLst>
          </p:cNvPr>
          <p:cNvSpPr>
            <a:spLocks noGrp="1"/>
          </p:cNvSpPr>
          <p:nvPr>
            <p:ph type="title"/>
          </p:nvPr>
        </p:nvSpPr>
        <p:spPr/>
        <p:txBody>
          <a:bodyPr/>
          <a:lstStyle/>
          <a:p>
            <a:r>
              <a:rPr lang="en-US" altLang="ja-JP" dirty="0" err="1"/>
              <a:t>Klayout</a:t>
            </a:r>
            <a:r>
              <a:rPr lang="ja-JP" altLang="en-US" dirty="0"/>
              <a:t>：</a:t>
            </a:r>
            <a:r>
              <a:rPr lang="en-US" altLang="ja-JP" dirty="0"/>
              <a:t>DRC</a:t>
            </a:r>
            <a:r>
              <a:rPr lang="ja-JP" altLang="en-US" dirty="0"/>
              <a:t> </a:t>
            </a:r>
            <a:r>
              <a:rPr lang="en-US" altLang="ja-JP" dirty="0"/>
              <a:t>OK</a:t>
            </a:r>
            <a:r>
              <a:rPr lang="ja-JP" altLang="en-US" dirty="0"/>
              <a:t>（今回は無視してよい</a:t>
            </a:r>
            <a:r>
              <a:rPr lang="en-US" altLang="ja-JP" dirty="0"/>
              <a:t>DRC</a:t>
            </a:r>
            <a:r>
              <a:rPr lang="ja-JP" altLang="en-US" dirty="0"/>
              <a:t>エラー）</a:t>
            </a:r>
            <a:endParaRPr kumimoji="1" lang="ja-JP" altLang="en-US" dirty="0"/>
          </a:p>
        </p:txBody>
      </p:sp>
      <p:pic>
        <p:nvPicPr>
          <p:cNvPr id="7" name="コンテンツ プレースホルダー 6">
            <a:extLst>
              <a:ext uri="{FF2B5EF4-FFF2-40B4-BE49-F238E27FC236}">
                <a16:creationId xmlns:a16="http://schemas.microsoft.com/office/drawing/2014/main" id="{9DABD6C8-44DB-B154-C0A2-BFCEEEDFCE88}"/>
              </a:ext>
            </a:extLst>
          </p:cNvPr>
          <p:cNvPicPr>
            <a:picLocks noGrp="1" noChangeAspect="1"/>
          </p:cNvPicPr>
          <p:nvPr>
            <p:ph idx="1"/>
          </p:nvPr>
        </p:nvPicPr>
        <p:blipFill>
          <a:blip r:embed="rId2"/>
          <a:stretch>
            <a:fillRect/>
          </a:stretch>
        </p:blipFill>
        <p:spPr>
          <a:xfrm>
            <a:off x="7696311" y="1171572"/>
            <a:ext cx="3968040" cy="4955734"/>
          </a:xfrm>
          <a:prstGeom prst="rect">
            <a:avLst/>
          </a:prstGeom>
        </p:spPr>
      </p:pic>
      <p:sp>
        <p:nvSpPr>
          <p:cNvPr id="4" name="日付プレースホルダー 3">
            <a:extLst>
              <a:ext uri="{FF2B5EF4-FFF2-40B4-BE49-F238E27FC236}">
                <a16:creationId xmlns:a16="http://schemas.microsoft.com/office/drawing/2014/main" id="{440EA66A-E9F1-3823-B98F-3DB8999B1CAC}"/>
              </a:ext>
            </a:extLst>
          </p:cNvPr>
          <p:cNvSpPr>
            <a:spLocks noGrp="1"/>
          </p:cNvSpPr>
          <p:nvPr>
            <p:ph type="dt" sz="half" idx="10"/>
          </p:nvPr>
        </p:nvSpPr>
        <p:spPr/>
        <p:txBody>
          <a:bodyPr/>
          <a:lstStyle/>
          <a:p>
            <a:fld id="{758110A4-CB0A-40E2-8713-C065AE40ADCD}" type="datetime1">
              <a:rPr kumimoji="1" lang="ja-JP" altLang="en-US" smtClean="0"/>
              <a:t>2026/10/20</a:t>
            </a:fld>
            <a:endParaRPr kumimoji="1" lang="ja-JP" altLang="en-US"/>
          </a:p>
        </p:txBody>
      </p:sp>
      <p:sp>
        <p:nvSpPr>
          <p:cNvPr id="5" name="スライド番号プレースホルダー 4">
            <a:extLst>
              <a:ext uri="{FF2B5EF4-FFF2-40B4-BE49-F238E27FC236}">
                <a16:creationId xmlns:a16="http://schemas.microsoft.com/office/drawing/2014/main" id="{AA396A7F-9E89-96F5-9FB6-1EE2E67E5459}"/>
              </a:ext>
            </a:extLst>
          </p:cNvPr>
          <p:cNvSpPr>
            <a:spLocks noGrp="1"/>
          </p:cNvSpPr>
          <p:nvPr>
            <p:ph type="sldNum" sz="quarter" idx="12"/>
          </p:nvPr>
        </p:nvSpPr>
        <p:spPr/>
        <p:txBody>
          <a:bodyPr/>
          <a:lstStyle/>
          <a:p>
            <a:fld id="{66E89953-8AEA-4BDF-A508-664B12926AB4}" type="slidenum">
              <a:rPr kumimoji="1" lang="ja-JP" altLang="en-US" smtClean="0"/>
              <a:t>106</a:t>
            </a:fld>
            <a:endParaRPr kumimoji="1" lang="ja-JP" altLang="en-US"/>
          </a:p>
        </p:txBody>
      </p:sp>
      <p:sp>
        <p:nvSpPr>
          <p:cNvPr id="9" name="コンテンツ プレースホルダー 1">
            <a:extLst>
              <a:ext uri="{FF2B5EF4-FFF2-40B4-BE49-F238E27FC236}">
                <a16:creationId xmlns:a16="http://schemas.microsoft.com/office/drawing/2014/main" id="{01A14270-D2E9-3A4B-ADFC-10C122956ABC}"/>
              </a:ext>
            </a:extLst>
          </p:cNvPr>
          <p:cNvSpPr txBox="1">
            <a:spLocks/>
          </p:cNvSpPr>
          <p:nvPr/>
        </p:nvSpPr>
        <p:spPr>
          <a:xfrm>
            <a:off x="444500" y="1173415"/>
            <a:ext cx="11210543" cy="5166847"/>
          </a:xfrm>
          <a:prstGeom prst="rect">
            <a:avLst/>
          </a:prstGeom>
        </p:spPr>
        <p:txBody>
          <a:bodyPr vert="horz" lIns="91440" tIns="45720" rIns="91440" bIns="45720" rtlCol="0">
            <a:normAutofit/>
          </a:bodyPr>
          <a:lstStyle>
            <a:lvl1pPr marL="0" indent="0" algn="l" defTabSz="914400" rtl="0" eaLnBrk="1" latinLnBrk="0" hangingPunct="1">
              <a:lnSpc>
                <a:spcPct val="100000"/>
              </a:lnSpc>
              <a:spcBef>
                <a:spcPts val="1000"/>
              </a:spcBef>
              <a:spcAft>
                <a:spcPts val="1200"/>
              </a:spcAft>
              <a:buFontTx/>
              <a:buNone/>
              <a:defRPr kumimoji="1" lang="en-US" sz="1600" kern="1200" dirty="0">
                <a:solidFill>
                  <a:schemeClr val="bg2">
                    <a:lumMod val="25000"/>
                  </a:schemeClr>
                </a:solidFill>
                <a:latin typeface="Meiryo UI" panose="020B0604030504040204" pitchFamily="50" charset="-128"/>
                <a:ea typeface="Meiryo UI" panose="020B0604030504040204" pitchFamily="50" charset="-128"/>
                <a:cs typeface="+mn-cs"/>
              </a:defRPr>
            </a:lvl1pPr>
            <a:lvl2pPr marL="283464" indent="-283464" algn="l" defTabSz="914400" rtl="0" eaLnBrk="1" latinLnBrk="0" hangingPunct="1">
              <a:lnSpc>
                <a:spcPct val="100000"/>
              </a:lnSpc>
              <a:spcBef>
                <a:spcPts val="1000"/>
              </a:spcBef>
              <a:spcAft>
                <a:spcPts val="1200"/>
              </a:spcAft>
              <a:buFont typeface="Arial" panose="020B0604020202020204" pitchFamily="34" charset="0"/>
              <a:buChar char="•"/>
              <a:defRPr kumimoji="1" lang="en-US" sz="1600" kern="1200" dirty="0">
                <a:solidFill>
                  <a:schemeClr val="bg2">
                    <a:lumMod val="25000"/>
                  </a:schemeClr>
                </a:solidFill>
                <a:latin typeface="Meiryo UI" panose="020B0604030504040204" pitchFamily="50" charset="-128"/>
                <a:ea typeface="Meiryo UI" panose="020B0604030504040204" pitchFamily="50" charset="-128"/>
                <a:cs typeface="+mn-cs"/>
              </a:defRPr>
            </a:lvl2pPr>
            <a:lvl3pPr marL="685800" indent="-228600" algn="l" defTabSz="914400" rtl="0" eaLnBrk="1" latinLnBrk="0" hangingPunct="1">
              <a:lnSpc>
                <a:spcPct val="100000"/>
              </a:lnSpc>
              <a:spcBef>
                <a:spcPts val="1000"/>
              </a:spcBef>
              <a:spcAft>
                <a:spcPts val="1200"/>
              </a:spcAft>
              <a:buFont typeface="Arial" panose="020B0604020202020204" pitchFamily="34" charset="0"/>
              <a:buChar char="•"/>
              <a:defRPr kumimoji="1" lang="en-US" sz="1600" kern="1200" dirty="0">
                <a:solidFill>
                  <a:schemeClr val="bg2">
                    <a:lumMod val="25000"/>
                  </a:schemeClr>
                </a:solidFill>
                <a:latin typeface="Meiryo UI" panose="020B0604030504040204" pitchFamily="50" charset="-128"/>
                <a:ea typeface="Meiryo UI" panose="020B0604030504040204" pitchFamily="50" charset="-128"/>
                <a:cs typeface="+mn-cs"/>
              </a:defRPr>
            </a:lvl3pPr>
            <a:lvl4pPr marL="1143000" indent="-228600" algn="l" defTabSz="914400" rtl="0" eaLnBrk="1" latinLnBrk="0" hangingPunct="1">
              <a:lnSpc>
                <a:spcPct val="100000"/>
              </a:lnSpc>
              <a:spcBef>
                <a:spcPts val="1000"/>
              </a:spcBef>
              <a:spcAft>
                <a:spcPts val="1200"/>
              </a:spcAft>
              <a:buFont typeface="Arial" panose="020B0604020202020204" pitchFamily="34" charset="0"/>
              <a:buChar char="•"/>
              <a:defRPr kumimoji="1" lang="en-US" sz="1600" kern="1200" dirty="0" smtClean="0">
                <a:solidFill>
                  <a:schemeClr val="bg2">
                    <a:lumMod val="25000"/>
                  </a:schemeClr>
                </a:solidFill>
                <a:latin typeface="Meiryo UI" panose="020B0604030504040204" pitchFamily="50" charset="-128"/>
                <a:ea typeface="Meiryo UI" panose="020B0604030504040204" pitchFamily="50" charset="-128"/>
                <a:cs typeface="+mn-cs"/>
              </a:defRPr>
            </a:lvl4pPr>
            <a:lvl5pPr marL="1600200" indent="-228600" algn="l" defTabSz="914400" rtl="0" eaLnBrk="1" latinLnBrk="0" hangingPunct="1">
              <a:lnSpc>
                <a:spcPct val="100000"/>
              </a:lnSpc>
              <a:spcBef>
                <a:spcPts val="1000"/>
              </a:spcBef>
              <a:spcAft>
                <a:spcPts val="1200"/>
              </a:spcAft>
              <a:buFont typeface="Arial" panose="020B0604020202020204" pitchFamily="34" charset="0"/>
              <a:buChar char="•"/>
              <a:defRPr kumimoji="1" lang="en-US" sz="1600" kern="1200" dirty="0" smtClean="0">
                <a:solidFill>
                  <a:schemeClr val="bg2">
                    <a:lumMod val="25000"/>
                  </a:schemeClr>
                </a:solidFill>
                <a:latin typeface="Meiryo UI" panose="020B0604030504040204" pitchFamily="50" charset="-128"/>
                <a:ea typeface="Meiryo UI" panose="020B0604030504040204" pitchFamily="50" charset="-128"/>
                <a:cs typeface="+mn-cs"/>
              </a:defRPr>
            </a:lvl5pPr>
            <a:lvl6pPr marL="2057400" indent="-228600" algn="l" defTabSz="914400" rtl="0" eaLnBrk="1" latinLnBrk="0" hangingPunct="1">
              <a:lnSpc>
                <a:spcPct val="150000"/>
              </a:lnSpc>
              <a:spcBef>
                <a:spcPts val="1000"/>
              </a:spcBef>
              <a:spcAft>
                <a:spcPts val="1200"/>
              </a:spcAft>
              <a:buFont typeface="Arial" panose="020B0604020202020204" pitchFamily="34" charset="0"/>
              <a:buChar char="•"/>
              <a:defRPr kumimoji="1" lang="en-US" sz="1200" kern="1200" dirty="0" smtClean="0">
                <a:solidFill>
                  <a:schemeClr val="tx1"/>
                </a:solidFill>
                <a:latin typeface="+mn-lt"/>
                <a:ea typeface="+mn-ea"/>
                <a:cs typeface="+mn-cs"/>
              </a:defRPr>
            </a:lvl6pPr>
            <a:lvl7pPr marL="2514600" indent="-228600" algn="l" defTabSz="914400" rtl="0" eaLnBrk="1" latinLnBrk="0" hangingPunct="1">
              <a:lnSpc>
                <a:spcPct val="150000"/>
              </a:lnSpc>
              <a:spcBef>
                <a:spcPts val="1000"/>
              </a:spcBef>
              <a:spcAft>
                <a:spcPts val="1200"/>
              </a:spcAft>
              <a:buFont typeface="Arial" panose="020B0604020202020204" pitchFamily="34" charset="0"/>
              <a:buChar char="•"/>
              <a:defRPr kumimoji="1" lang="en-US" sz="1200" kern="1200" dirty="0" smtClean="0">
                <a:solidFill>
                  <a:schemeClr val="tx1"/>
                </a:solidFill>
                <a:latin typeface="+mn-lt"/>
                <a:ea typeface="+mn-ea"/>
                <a:cs typeface="+mn-cs"/>
              </a:defRPr>
            </a:lvl7pPr>
            <a:lvl8pPr marL="2971800" indent="-228600" algn="l" defTabSz="914400" rtl="0" eaLnBrk="1" latinLnBrk="0" hangingPunct="1">
              <a:lnSpc>
                <a:spcPct val="150000"/>
              </a:lnSpc>
              <a:spcBef>
                <a:spcPts val="1000"/>
              </a:spcBef>
              <a:spcAft>
                <a:spcPts val="1200"/>
              </a:spcAft>
              <a:buFont typeface="Arial" panose="020B0604020202020204" pitchFamily="34" charset="0"/>
              <a:buChar char="•"/>
              <a:defRPr kumimoji="1" lang="en-US" sz="1200" kern="1200" dirty="0" smtClean="0">
                <a:solidFill>
                  <a:schemeClr val="tx1"/>
                </a:solidFill>
                <a:latin typeface="+mn-lt"/>
                <a:ea typeface="+mn-ea"/>
                <a:cs typeface="+mn-cs"/>
              </a:defRPr>
            </a:lvl8pPr>
            <a:lvl9pPr marL="3429000" indent="-228600" algn="l" defTabSz="914400" rtl="0" eaLnBrk="1" latinLnBrk="0" hangingPunct="1">
              <a:lnSpc>
                <a:spcPct val="90000"/>
              </a:lnSpc>
              <a:spcBef>
                <a:spcPct val="30000"/>
              </a:spcBef>
              <a:buFont typeface="Arial" panose="020B0604020202020204" pitchFamily="34" charset="0"/>
              <a:buNone/>
              <a:defRPr kumimoji="1" sz="1200" kern="1200">
                <a:solidFill>
                  <a:schemeClr val="tx1"/>
                </a:solidFill>
                <a:latin typeface="+mn-lt"/>
                <a:ea typeface="+mn-ea"/>
                <a:cs typeface="+mn-cs"/>
              </a:defRPr>
            </a:lvl9pPr>
          </a:lstStyle>
          <a:p>
            <a:r>
              <a:rPr lang="en-US" altLang="ja-JP" sz="1800" dirty="0"/>
              <a:t>DCF.1b		COMP</a:t>
            </a:r>
            <a:r>
              <a:rPr lang="ja-JP" altLang="en-US" sz="1800" dirty="0"/>
              <a:t>エリアが一定空間に一定数以上あること</a:t>
            </a:r>
          </a:p>
          <a:p>
            <a:r>
              <a:rPr lang="en-US" altLang="ja-JP" sz="1800" dirty="0"/>
              <a:t>PL.8		Poly2</a:t>
            </a:r>
            <a:r>
              <a:rPr lang="ja-JP" altLang="en-US" sz="1800" dirty="0"/>
              <a:t>エリアが一定空間に一定数以上あること</a:t>
            </a:r>
          </a:p>
          <a:p>
            <a:r>
              <a:rPr lang="en-US" altLang="ja-JP" sz="1800" dirty="0"/>
              <a:t>M1.4		Metal1</a:t>
            </a:r>
            <a:r>
              <a:rPr lang="ja-JP" altLang="en-US" sz="1800" dirty="0"/>
              <a:t>が一定空間に一定数以上あること</a:t>
            </a:r>
            <a:endParaRPr lang="en-US" altLang="ja-JP" sz="1800" dirty="0"/>
          </a:p>
          <a:p>
            <a:r>
              <a:rPr lang="en-US" altLang="ja-JP" sz="1800" dirty="0"/>
              <a:t>M2.4		Metal2</a:t>
            </a:r>
            <a:r>
              <a:rPr lang="ja-JP" altLang="en-US" sz="1800" dirty="0"/>
              <a:t>が一定空間に一定数以上あること</a:t>
            </a:r>
            <a:endParaRPr lang="en-US" altLang="ja-JP" sz="1800" dirty="0"/>
          </a:p>
          <a:p>
            <a:r>
              <a:rPr lang="en-US" altLang="ja-JP" sz="1800" dirty="0"/>
              <a:t>M3.4		Metal3</a:t>
            </a:r>
            <a:r>
              <a:rPr lang="ja-JP" altLang="en-US" sz="1800" dirty="0"/>
              <a:t>が一定空間に一定数以上あること</a:t>
            </a:r>
            <a:endParaRPr lang="en-US" altLang="ja-JP" sz="1800" dirty="0"/>
          </a:p>
          <a:p>
            <a:r>
              <a:rPr lang="en-US" altLang="ja-JP" sz="1800" dirty="0"/>
              <a:t>M4.4		Metal4</a:t>
            </a:r>
            <a:r>
              <a:rPr lang="ja-JP" altLang="en-US" sz="1800" dirty="0"/>
              <a:t>が一定空間に一定数以上あること</a:t>
            </a:r>
            <a:endParaRPr lang="en-US" altLang="ja-JP" sz="1800" dirty="0"/>
          </a:p>
          <a:p>
            <a:r>
              <a:rPr lang="en-US" altLang="ja-JP" sz="1800" dirty="0"/>
              <a:t>M5.4		Metal5</a:t>
            </a:r>
            <a:r>
              <a:rPr lang="ja-JP" altLang="en-US" sz="1800" dirty="0"/>
              <a:t>が一定空間に一定数以上あること</a:t>
            </a:r>
            <a:endParaRPr lang="en-US" altLang="ja-JP" sz="1800" dirty="0"/>
          </a:p>
          <a:p>
            <a:r>
              <a:rPr lang="en-US" altLang="ja-JP" sz="1800" dirty="0"/>
              <a:t>MT.3		</a:t>
            </a:r>
            <a:r>
              <a:rPr lang="en-US" altLang="ja-JP" sz="1800" dirty="0" err="1"/>
              <a:t>MetalTop</a:t>
            </a:r>
            <a:r>
              <a:rPr lang="ja-JP" altLang="en-US" sz="1800" dirty="0"/>
              <a:t>が一定空間に一定数以上あること</a:t>
            </a:r>
            <a:endParaRPr lang="en-US" altLang="ja-JP" sz="1800" dirty="0"/>
          </a:p>
          <a:p>
            <a:endParaRPr lang="en-US" altLang="ja-JP" sz="1800" dirty="0"/>
          </a:p>
        </p:txBody>
      </p:sp>
    </p:spTree>
    <p:extLst>
      <p:ext uri="{BB962C8B-B14F-4D97-AF65-F5344CB8AC3E}">
        <p14:creationId xmlns:p14="http://schemas.microsoft.com/office/powerpoint/2010/main" val="2699830731"/>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C1A4F72-361B-17BC-5D8B-8E88DE7A548D}"/>
              </a:ext>
            </a:extLst>
          </p:cNvPr>
          <p:cNvSpPr>
            <a:spLocks noGrp="1"/>
          </p:cNvSpPr>
          <p:nvPr>
            <p:ph type="title"/>
          </p:nvPr>
        </p:nvSpPr>
        <p:spPr/>
        <p:txBody>
          <a:bodyPr/>
          <a:lstStyle/>
          <a:p>
            <a:r>
              <a:rPr lang="en-US" altLang="ja-JP" dirty="0"/>
              <a:t>Magic</a:t>
            </a:r>
            <a:r>
              <a:rPr lang="ja-JP" altLang="en-US" dirty="0"/>
              <a:t>：</a:t>
            </a:r>
            <a:r>
              <a:rPr lang="en-US" altLang="ja-JP" dirty="0"/>
              <a:t>DRC</a:t>
            </a:r>
            <a:r>
              <a:rPr lang="ja-JP" altLang="en-US" dirty="0"/>
              <a:t> </a:t>
            </a:r>
            <a:r>
              <a:rPr lang="en-US" altLang="ja-JP" dirty="0"/>
              <a:t>OK</a:t>
            </a:r>
            <a:endParaRPr kumimoji="1" lang="ja-JP" altLang="en-US" dirty="0"/>
          </a:p>
        </p:txBody>
      </p:sp>
      <p:pic>
        <p:nvPicPr>
          <p:cNvPr id="7" name="コンテンツ プレースホルダー 6">
            <a:extLst>
              <a:ext uri="{FF2B5EF4-FFF2-40B4-BE49-F238E27FC236}">
                <a16:creationId xmlns:a16="http://schemas.microsoft.com/office/drawing/2014/main" id="{158AB271-B575-0C6B-603F-717BC7A08F69}"/>
              </a:ext>
            </a:extLst>
          </p:cNvPr>
          <p:cNvPicPr>
            <a:picLocks noGrp="1" noChangeAspect="1"/>
          </p:cNvPicPr>
          <p:nvPr>
            <p:ph idx="1"/>
          </p:nvPr>
        </p:nvPicPr>
        <p:blipFill>
          <a:blip r:embed="rId2"/>
          <a:stretch>
            <a:fillRect/>
          </a:stretch>
        </p:blipFill>
        <p:spPr>
          <a:xfrm>
            <a:off x="3021320" y="1581231"/>
            <a:ext cx="6056903" cy="3978275"/>
          </a:xfrm>
          <a:prstGeom prst="rect">
            <a:avLst/>
          </a:prstGeom>
        </p:spPr>
      </p:pic>
      <p:sp>
        <p:nvSpPr>
          <p:cNvPr id="4" name="日付プレースホルダー 3">
            <a:extLst>
              <a:ext uri="{FF2B5EF4-FFF2-40B4-BE49-F238E27FC236}">
                <a16:creationId xmlns:a16="http://schemas.microsoft.com/office/drawing/2014/main" id="{A1C55FD6-08DA-3D53-E43E-A3CDD54D9A05}"/>
              </a:ext>
            </a:extLst>
          </p:cNvPr>
          <p:cNvSpPr>
            <a:spLocks noGrp="1"/>
          </p:cNvSpPr>
          <p:nvPr>
            <p:ph type="dt" sz="half" idx="10"/>
          </p:nvPr>
        </p:nvSpPr>
        <p:spPr/>
        <p:txBody>
          <a:bodyPr/>
          <a:lstStyle/>
          <a:p>
            <a:fld id="{758110A4-CB0A-40E2-8713-C065AE40ADCD}" type="datetime1">
              <a:rPr kumimoji="1" lang="ja-JP" altLang="en-US" smtClean="0"/>
              <a:t>2026/10/20</a:t>
            </a:fld>
            <a:endParaRPr kumimoji="1" lang="ja-JP" altLang="en-US"/>
          </a:p>
        </p:txBody>
      </p:sp>
      <p:sp>
        <p:nvSpPr>
          <p:cNvPr id="5" name="スライド番号プレースホルダー 4">
            <a:extLst>
              <a:ext uri="{FF2B5EF4-FFF2-40B4-BE49-F238E27FC236}">
                <a16:creationId xmlns:a16="http://schemas.microsoft.com/office/drawing/2014/main" id="{8AABD031-1BF5-D640-140E-84EB745A65E2}"/>
              </a:ext>
            </a:extLst>
          </p:cNvPr>
          <p:cNvSpPr>
            <a:spLocks noGrp="1"/>
          </p:cNvSpPr>
          <p:nvPr>
            <p:ph type="sldNum" sz="quarter" idx="12"/>
          </p:nvPr>
        </p:nvSpPr>
        <p:spPr/>
        <p:txBody>
          <a:bodyPr/>
          <a:lstStyle/>
          <a:p>
            <a:fld id="{66E89953-8AEA-4BDF-A508-664B12926AB4}" type="slidenum">
              <a:rPr kumimoji="1" lang="ja-JP" altLang="en-US" smtClean="0"/>
              <a:t>107</a:t>
            </a:fld>
            <a:endParaRPr kumimoji="1" lang="ja-JP" altLang="en-US"/>
          </a:p>
        </p:txBody>
      </p:sp>
      <p:sp>
        <p:nvSpPr>
          <p:cNvPr id="9" name="吹き出し: 角を丸めた四角形 8">
            <a:extLst>
              <a:ext uri="{FF2B5EF4-FFF2-40B4-BE49-F238E27FC236}">
                <a16:creationId xmlns:a16="http://schemas.microsoft.com/office/drawing/2014/main" id="{27067A02-2CFB-C943-AAF9-4EC489FA0C99}"/>
              </a:ext>
            </a:extLst>
          </p:cNvPr>
          <p:cNvSpPr/>
          <p:nvPr/>
        </p:nvSpPr>
        <p:spPr>
          <a:xfrm>
            <a:off x="5953410" y="4191327"/>
            <a:ext cx="2441854" cy="608460"/>
          </a:xfrm>
          <a:prstGeom prst="wedgeRoundRectCallout">
            <a:avLst>
              <a:gd name="adj1" fmla="val -90481"/>
              <a:gd name="adj2" fmla="val 132864"/>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en-US" altLang="ja-JP" dirty="0"/>
              <a:t>0</a:t>
            </a:r>
            <a:r>
              <a:rPr kumimoji="1" lang="ja-JP" altLang="en-US" dirty="0"/>
              <a:t>なら</a:t>
            </a:r>
            <a:r>
              <a:rPr kumimoji="1" lang="en-US" altLang="ja-JP" dirty="0"/>
              <a:t>OK</a:t>
            </a:r>
          </a:p>
        </p:txBody>
      </p:sp>
    </p:spTree>
    <p:extLst>
      <p:ext uri="{BB962C8B-B14F-4D97-AF65-F5344CB8AC3E}">
        <p14:creationId xmlns:p14="http://schemas.microsoft.com/office/powerpoint/2010/main" val="4047386428"/>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AFC35BD-0EBB-124B-AD29-B1BE9C379BD0}"/>
              </a:ext>
            </a:extLst>
          </p:cNvPr>
          <p:cNvSpPr>
            <a:spLocks noGrp="1"/>
          </p:cNvSpPr>
          <p:nvPr>
            <p:ph type="title"/>
          </p:nvPr>
        </p:nvSpPr>
        <p:spPr/>
        <p:txBody>
          <a:bodyPr/>
          <a:lstStyle/>
          <a:p>
            <a:r>
              <a:rPr lang="en-US" altLang="ja-JP" dirty="0" err="1"/>
              <a:t>Klayout</a:t>
            </a:r>
            <a:r>
              <a:rPr lang="ja-JP" altLang="en-US" dirty="0"/>
              <a:t>：</a:t>
            </a:r>
            <a:r>
              <a:rPr kumimoji="1" lang="en-US" altLang="ja-JP" dirty="0"/>
              <a:t>LVS</a:t>
            </a:r>
            <a:r>
              <a:rPr kumimoji="1" lang="ja-JP" altLang="en-US" dirty="0"/>
              <a:t>用ネットリストの出力方法　</a:t>
            </a:r>
            <a:r>
              <a:rPr kumimoji="1" lang="en-US" altLang="ja-JP" dirty="0"/>
              <a:t>(1/2)</a:t>
            </a:r>
            <a:endParaRPr kumimoji="1" lang="ja-JP" altLang="en-US" dirty="0"/>
          </a:p>
        </p:txBody>
      </p:sp>
      <p:sp>
        <p:nvSpPr>
          <p:cNvPr id="3" name="日付プレースホルダー 2">
            <a:extLst>
              <a:ext uri="{FF2B5EF4-FFF2-40B4-BE49-F238E27FC236}">
                <a16:creationId xmlns:a16="http://schemas.microsoft.com/office/drawing/2014/main" id="{AE6D7EDB-B738-E4BC-2932-FA245FCEC97D}"/>
              </a:ext>
            </a:extLst>
          </p:cNvPr>
          <p:cNvSpPr>
            <a:spLocks noGrp="1"/>
          </p:cNvSpPr>
          <p:nvPr>
            <p:ph type="dt" sz="half" idx="10"/>
          </p:nvPr>
        </p:nvSpPr>
        <p:spPr/>
        <p:txBody>
          <a:bodyPr/>
          <a:lstStyle/>
          <a:p>
            <a:pPr rtl="0"/>
            <a:fld id="{53F92DB4-6B15-4C89-B975-2E0FF02C38A5}"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0A71B91A-59AB-81A8-CF5D-A1032B1F433D}"/>
              </a:ext>
            </a:extLst>
          </p:cNvPr>
          <p:cNvSpPr>
            <a:spLocks noGrp="1"/>
          </p:cNvSpPr>
          <p:nvPr>
            <p:ph type="sldNum" sz="quarter" idx="12"/>
          </p:nvPr>
        </p:nvSpPr>
        <p:spPr/>
        <p:txBody>
          <a:bodyPr/>
          <a:lstStyle/>
          <a:p>
            <a:pPr rtl="0"/>
            <a:fld id="{9860EDB8-5305-433F-BE41-D7A86D811DB3}" type="slidenum">
              <a:rPr lang="en-US" altLang="ja-JP" noProof="0" smtClean="0"/>
              <a:pPr rtl="0"/>
              <a:t>108</a:t>
            </a:fld>
            <a:endParaRPr lang="ja-JP" altLang="en-US" noProof="0"/>
          </a:p>
        </p:txBody>
      </p:sp>
      <p:sp>
        <p:nvSpPr>
          <p:cNvPr id="5" name="コンテンツ プレースホルダー 4">
            <a:extLst>
              <a:ext uri="{FF2B5EF4-FFF2-40B4-BE49-F238E27FC236}">
                <a16:creationId xmlns:a16="http://schemas.microsoft.com/office/drawing/2014/main" id="{ABDE2A9E-62B2-A426-A719-0A70F65E45F1}"/>
              </a:ext>
            </a:extLst>
          </p:cNvPr>
          <p:cNvSpPr>
            <a:spLocks noGrp="1"/>
          </p:cNvSpPr>
          <p:nvPr>
            <p:ph sz="quarter" idx="13"/>
          </p:nvPr>
        </p:nvSpPr>
        <p:spPr/>
        <p:txBody>
          <a:bodyPr>
            <a:normAutofit/>
          </a:bodyPr>
          <a:lstStyle/>
          <a:p>
            <a:pPr marL="285750" indent="-285750">
              <a:buFont typeface="Arial" panose="020B0604020202020204" pitchFamily="34" charset="0"/>
              <a:buChar char="•"/>
            </a:pPr>
            <a:r>
              <a:rPr lang="en-US" altLang="ja-JP" sz="2000" dirty="0" err="1"/>
              <a:t>xschem</a:t>
            </a:r>
            <a:r>
              <a:rPr lang="ja-JP" altLang="en-US" sz="2000" dirty="0"/>
              <a:t>上であらかじめ</a:t>
            </a:r>
            <a:r>
              <a:rPr lang="en-US" altLang="ja-JP" sz="2000" dirty="0"/>
              <a:t>LVS</a:t>
            </a:r>
            <a:r>
              <a:rPr lang="ja-JP" altLang="en-US" sz="2000" dirty="0"/>
              <a:t>用の</a:t>
            </a:r>
            <a:r>
              <a:rPr kumimoji="1" lang="ja-JP" altLang="en-US" sz="2000" dirty="0"/>
              <a:t>回路図を作成しておく。</a:t>
            </a:r>
            <a:endParaRPr kumimoji="1" lang="en-US" altLang="ja-JP" sz="2000" dirty="0"/>
          </a:p>
          <a:p>
            <a:pPr marL="285750" indent="-285750">
              <a:buFont typeface="Arial" panose="020B0604020202020204" pitchFamily="34" charset="0"/>
              <a:buChar char="•"/>
            </a:pPr>
            <a:r>
              <a:rPr kumimoji="1" lang="ja-JP" altLang="en-US" sz="2000" dirty="0"/>
              <a:t>ピンは</a:t>
            </a:r>
            <a:r>
              <a:rPr kumimoji="1" lang="en-US" altLang="ja-JP" sz="2000" dirty="0" err="1"/>
              <a:t>ipin</a:t>
            </a:r>
            <a:r>
              <a:rPr kumimoji="1" lang="en-US" altLang="ja-JP" sz="2000" dirty="0"/>
              <a:t>, </a:t>
            </a:r>
            <a:r>
              <a:rPr kumimoji="1" lang="en-US" altLang="ja-JP" sz="2000" dirty="0" err="1"/>
              <a:t>iopin</a:t>
            </a:r>
            <a:r>
              <a:rPr kumimoji="1" lang="en-US" altLang="ja-JP" sz="2000" dirty="0"/>
              <a:t>, </a:t>
            </a:r>
            <a:r>
              <a:rPr kumimoji="1" lang="en-US" altLang="ja-JP" sz="2000" dirty="0" err="1"/>
              <a:t>opin</a:t>
            </a:r>
            <a:r>
              <a:rPr kumimoji="1" lang="en-US" altLang="ja-JP" sz="2000" dirty="0"/>
              <a:t> </a:t>
            </a:r>
            <a:r>
              <a:rPr kumimoji="1" lang="ja-JP" altLang="en-US" sz="2000" dirty="0"/>
              <a:t>のみを使用する。</a:t>
            </a:r>
            <a:endParaRPr kumimoji="1" lang="en-US" altLang="ja-JP" sz="2000" dirty="0"/>
          </a:p>
          <a:p>
            <a:pPr marL="569214" lvl="1" indent="-285750"/>
            <a:r>
              <a:rPr kumimoji="1" lang="en-US" altLang="ja-JP" sz="2000" dirty="0" err="1"/>
              <a:t>vdd.sym</a:t>
            </a:r>
            <a:r>
              <a:rPr kumimoji="1" lang="ja-JP" altLang="en-US" sz="2000" dirty="0"/>
              <a:t>や</a:t>
            </a:r>
            <a:r>
              <a:rPr kumimoji="1" lang="en-US" altLang="ja-JP" sz="2000" dirty="0" err="1"/>
              <a:t>gnd.sym</a:t>
            </a:r>
            <a:r>
              <a:rPr lang="ja-JP" altLang="en-US" sz="2000" dirty="0"/>
              <a:t>を使用するとうまく通らない。</a:t>
            </a:r>
            <a:endParaRPr lang="en-US" altLang="ja-JP" sz="2000" dirty="0"/>
          </a:p>
          <a:p>
            <a:pPr marL="285750" indent="-285750"/>
            <a:endParaRPr lang="en-US" altLang="ja-JP" sz="2000" dirty="0"/>
          </a:p>
          <a:p>
            <a:pPr marL="342900" indent="-342900">
              <a:buFont typeface="Arial" panose="020B0604020202020204" pitchFamily="34" charset="0"/>
              <a:buChar char="•"/>
            </a:pPr>
            <a:r>
              <a:rPr lang="ja-JP" altLang="en-US" sz="2000" dirty="0"/>
              <a:t>ファイルを同じ名前にする 例</a:t>
            </a:r>
            <a:r>
              <a:rPr lang="en-US" altLang="ja-JP" sz="2000" dirty="0"/>
              <a:t>: </a:t>
            </a:r>
            <a:r>
              <a:rPr lang="en-US" altLang="ja-JP" sz="2000" dirty="0" err="1"/>
              <a:t>nand.sch</a:t>
            </a:r>
            <a:r>
              <a:rPr lang="en-US" altLang="ja-JP" sz="2000" dirty="0"/>
              <a:t>, </a:t>
            </a:r>
            <a:r>
              <a:rPr lang="en-US" altLang="ja-JP" sz="2000" dirty="0" err="1"/>
              <a:t>nand.gds</a:t>
            </a:r>
            <a:endParaRPr lang="en-US" altLang="ja-JP" sz="2000" dirty="0"/>
          </a:p>
        </p:txBody>
      </p:sp>
      <p:pic>
        <p:nvPicPr>
          <p:cNvPr id="9" name="図 8">
            <a:extLst>
              <a:ext uri="{FF2B5EF4-FFF2-40B4-BE49-F238E27FC236}">
                <a16:creationId xmlns:a16="http://schemas.microsoft.com/office/drawing/2014/main" id="{B3AEACF2-26A1-6D4C-DCB5-7A0B0D230D9E}"/>
              </a:ext>
            </a:extLst>
          </p:cNvPr>
          <p:cNvPicPr>
            <a:picLocks noChangeAspect="1"/>
          </p:cNvPicPr>
          <p:nvPr/>
        </p:nvPicPr>
        <p:blipFill>
          <a:blip r:embed="rId2"/>
          <a:stretch>
            <a:fillRect/>
          </a:stretch>
        </p:blipFill>
        <p:spPr>
          <a:xfrm>
            <a:off x="6684169" y="1283299"/>
            <a:ext cx="5380702" cy="5144092"/>
          </a:xfrm>
          <a:prstGeom prst="rect">
            <a:avLst/>
          </a:prstGeom>
        </p:spPr>
      </p:pic>
    </p:spTree>
    <p:extLst>
      <p:ext uri="{BB962C8B-B14F-4D97-AF65-F5344CB8AC3E}">
        <p14:creationId xmlns:p14="http://schemas.microsoft.com/office/powerpoint/2010/main" val="1464265670"/>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AFC35BD-0EBB-124B-AD29-B1BE9C379BD0}"/>
              </a:ext>
            </a:extLst>
          </p:cNvPr>
          <p:cNvSpPr>
            <a:spLocks noGrp="1"/>
          </p:cNvSpPr>
          <p:nvPr>
            <p:ph type="title"/>
          </p:nvPr>
        </p:nvSpPr>
        <p:spPr/>
        <p:txBody>
          <a:bodyPr/>
          <a:lstStyle/>
          <a:p>
            <a:r>
              <a:rPr lang="en-US" altLang="ja-JP" dirty="0" err="1"/>
              <a:t>Klayout</a:t>
            </a:r>
            <a:r>
              <a:rPr lang="ja-JP" altLang="en-US" dirty="0"/>
              <a:t>：</a:t>
            </a:r>
            <a:r>
              <a:rPr kumimoji="1" lang="en-US" altLang="ja-JP" dirty="0"/>
              <a:t>LVS</a:t>
            </a:r>
            <a:r>
              <a:rPr kumimoji="1" lang="ja-JP" altLang="en-US" dirty="0"/>
              <a:t>用ネットリストの出力</a:t>
            </a:r>
            <a:r>
              <a:rPr lang="ja-JP" altLang="en-US" dirty="0"/>
              <a:t>方法</a:t>
            </a:r>
            <a:r>
              <a:rPr kumimoji="1" lang="ja-JP" altLang="en-US" dirty="0"/>
              <a:t>　</a:t>
            </a:r>
            <a:r>
              <a:rPr kumimoji="1" lang="en-US" altLang="ja-JP" dirty="0"/>
              <a:t>(2/2)</a:t>
            </a:r>
            <a:endParaRPr kumimoji="1" lang="ja-JP" altLang="en-US" dirty="0"/>
          </a:p>
        </p:txBody>
      </p:sp>
      <p:sp>
        <p:nvSpPr>
          <p:cNvPr id="3" name="日付プレースホルダー 2">
            <a:extLst>
              <a:ext uri="{FF2B5EF4-FFF2-40B4-BE49-F238E27FC236}">
                <a16:creationId xmlns:a16="http://schemas.microsoft.com/office/drawing/2014/main" id="{AE6D7EDB-B738-E4BC-2932-FA245FCEC97D}"/>
              </a:ext>
            </a:extLst>
          </p:cNvPr>
          <p:cNvSpPr>
            <a:spLocks noGrp="1"/>
          </p:cNvSpPr>
          <p:nvPr>
            <p:ph type="dt" sz="half" idx="10"/>
          </p:nvPr>
        </p:nvSpPr>
        <p:spPr/>
        <p:txBody>
          <a:bodyPr/>
          <a:lstStyle/>
          <a:p>
            <a:pPr rtl="0"/>
            <a:fld id="{53F92DB4-6B15-4C89-B975-2E0FF02C38A5}"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0A71B91A-59AB-81A8-CF5D-A1032B1F433D}"/>
              </a:ext>
            </a:extLst>
          </p:cNvPr>
          <p:cNvSpPr>
            <a:spLocks noGrp="1"/>
          </p:cNvSpPr>
          <p:nvPr>
            <p:ph type="sldNum" sz="quarter" idx="12"/>
          </p:nvPr>
        </p:nvSpPr>
        <p:spPr/>
        <p:txBody>
          <a:bodyPr/>
          <a:lstStyle/>
          <a:p>
            <a:pPr rtl="0"/>
            <a:fld id="{9860EDB8-5305-433F-BE41-D7A86D811DB3}" type="slidenum">
              <a:rPr lang="en-US" altLang="ja-JP" noProof="0" smtClean="0"/>
              <a:pPr rtl="0"/>
              <a:t>109</a:t>
            </a:fld>
            <a:endParaRPr lang="ja-JP" altLang="en-US" noProof="0"/>
          </a:p>
        </p:txBody>
      </p:sp>
      <p:sp>
        <p:nvSpPr>
          <p:cNvPr id="5" name="コンテンツ プレースホルダー 4">
            <a:extLst>
              <a:ext uri="{FF2B5EF4-FFF2-40B4-BE49-F238E27FC236}">
                <a16:creationId xmlns:a16="http://schemas.microsoft.com/office/drawing/2014/main" id="{ABDE2A9E-62B2-A426-A719-0A70F65E45F1}"/>
              </a:ext>
            </a:extLst>
          </p:cNvPr>
          <p:cNvSpPr>
            <a:spLocks noGrp="1"/>
          </p:cNvSpPr>
          <p:nvPr>
            <p:ph sz="quarter" idx="13"/>
          </p:nvPr>
        </p:nvSpPr>
        <p:spPr/>
        <p:txBody>
          <a:bodyPr>
            <a:normAutofit/>
          </a:bodyPr>
          <a:lstStyle/>
          <a:p>
            <a:pPr marL="285750" indent="-285750">
              <a:buFont typeface="Arial" panose="020B0604020202020204" pitchFamily="34" charset="0"/>
              <a:buChar char="•"/>
            </a:pPr>
            <a:r>
              <a:rPr lang="en-US" altLang="ja-JP" sz="2000" dirty="0" err="1"/>
              <a:t>xschem</a:t>
            </a:r>
            <a:r>
              <a:rPr lang="ja-JP" altLang="en-US" sz="2000" dirty="0"/>
              <a:t>上で</a:t>
            </a:r>
            <a:r>
              <a:rPr lang="en-US" altLang="ja-JP" sz="2000" b="1" dirty="0">
                <a:solidFill>
                  <a:schemeClr val="accent2"/>
                </a:solidFill>
              </a:rPr>
              <a:t>LVS</a:t>
            </a:r>
            <a:r>
              <a:rPr lang="ja-JP" altLang="en-US" sz="2000" b="1" dirty="0">
                <a:solidFill>
                  <a:schemeClr val="accent2"/>
                </a:solidFill>
              </a:rPr>
              <a:t>用</a:t>
            </a:r>
            <a:r>
              <a:rPr lang="ja-JP" altLang="en-US" sz="2000" dirty="0"/>
              <a:t>のネットリストを出力する</a:t>
            </a:r>
            <a:r>
              <a:rPr kumimoji="1" lang="ja-JP" altLang="en-US" sz="2000" dirty="0"/>
              <a:t>。</a:t>
            </a:r>
            <a:endParaRPr kumimoji="1" lang="en-US" altLang="ja-JP" sz="2000" dirty="0"/>
          </a:p>
          <a:p>
            <a:pPr marL="457200" indent="-457200">
              <a:buFont typeface="+mj-lt"/>
              <a:buAutoNum type="arabicPeriod"/>
            </a:pPr>
            <a:r>
              <a:rPr lang="ja-JP" altLang="en-US" sz="2000" dirty="0"/>
              <a:t>メニュー </a:t>
            </a:r>
            <a:r>
              <a:rPr lang="en-US" altLang="ja-JP" sz="2000" dirty="0"/>
              <a:t>Simulation &gt; LVS &gt; Use ‘</a:t>
            </a:r>
            <a:r>
              <a:rPr lang="en-US" altLang="ja-JP" sz="2000" dirty="0" err="1"/>
              <a:t>spiceprefix</a:t>
            </a:r>
            <a:r>
              <a:rPr lang="en-US" altLang="ja-JP" sz="2000" dirty="0"/>
              <a:t>’ attribute </a:t>
            </a:r>
            <a:r>
              <a:rPr lang="ja-JP" altLang="en-US" sz="2000" dirty="0"/>
              <a:t>の✓を外す</a:t>
            </a:r>
            <a:endParaRPr lang="en-US" altLang="ja-JP" sz="2000" dirty="0"/>
          </a:p>
          <a:p>
            <a:pPr marL="457200" indent="-457200">
              <a:buFont typeface="+mj-lt"/>
              <a:buAutoNum type="arabicPeriod"/>
            </a:pPr>
            <a:r>
              <a:rPr lang="ja-JP" altLang="en-US" sz="2000" dirty="0"/>
              <a:t>メニュー </a:t>
            </a:r>
            <a:r>
              <a:rPr lang="en-US" altLang="ja-JP" sz="2000" dirty="0"/>
              <a:t>Simulation &gt; LVS &gt; LVS netlist + Top level is a .</a:t>
            </a:r>
            <a:r>
              <a:rPr lang="en-US" altLang="ja-JP" sz="2000" dirty="0" err="1"/>
              <a:t>subckt</a:t>
            </a:r>
            <a:r>
              <a:rPr lang="en-US" altLang="ja-JP" sz="2000" dirty="0"/>
              <a:t> </a:t>
            </a:r>
            <a:r>
              <a:rPr lang="ja-JP" altLang="en-US" sz="2000" dirty="0"/>
              <a:t>に✓を入れる</a:t>
            </a:r>
            <a:endParaRPr lang="en-US" altLang="ja-JP" sz="2000" dirty="0"/>
          </a:p>
          <a:p>
            <a:pPr marL="457200" indent="-457200">
              <a:buFont typeface="+mj-lt"/>
              <a:buAutoNum type="arabicPeriod"/>
            </a:pPr>
            <a:r>
              <a:rPr lang="en-US" altLang="ja-JP" sz="2000" dirty="0"/>
              <a:t>Netlist</a:t>
            </a:r>
            <a:r>
              <a:rPr lang="ja-JP" altLang="en-US" sz="2000" dirty="0"/>
              <a:t>を押す</a:t>
            </a:r>
            <a:endParaRPr lang="en-US" altLang="ja-JP" sz="2000" dirty="0"/>
          </a:p>
          <a:p>
            <a:pPr marL="457200" indent="-457200">
              <a:buFont typeface="+mj-lt"/>
              <a:buAutoNum type="arabicPeriod"/>
            </a:pPr>
            <a:endParaRPr lang="en-US" altLang="ja-JP" sz="2000" dirty="0"/>
          </a:p>
          <a:p>
            <a:pPr marL="457200" indent="-457200">
              <a:buFont typeface="Arial" panose="020B0604020202020204" pitchFamily="34" charset="0"/>
              <a:buChar char="•"/>
            </a:pPr>
            <a:r>
              <a:rPr lang="ja-JP" altLang="en-US" sz="2000" dirty="0"/>
              <a:t>終わったら閉じて良い</a:t>
            </a:r>
            <a:endParaRPr lang="en-US" altLang="ja-JP" sz="2000" dirty="0"/>
          </a:p>
          <a:p>
            <a:pPr marL="457200" indent="-457200">
              <a:buFont typeface="+mj-lt"/>
              <a:buAutoNum type="arabicPeriod"/>
            </a:pPr>
            <a:endParaRPr kumimoji="1" lang="en-US" altLang="ja-JP" sz="2000" dirty="0"/>
          </a:p>
        </p:txBody>
      </p:sp>
      <p:pic>
        <p:nvPicPr>
          <p:cNvPr id="8" name="図 7">
            <a:extLst>
              <a:ext uri="{FF2B5EF4-FFF2-40B4-BE49-F238E27FC236}">
                <a16:creationId xmlns:a16="http://schemas.microsoft.com/office/drawing/2014/main" id="{272DD55B-B57B-EA97-B460-A8F1C50B97CC}"/>
              </a:ext>
            </a:extLst>
          </p:cNvPr>
          <p:cNvPicPr>
            <a:picLocks noChangeAspect="1"/>
          </p:cNvPicPr>
          <p:nvPr/>
        </p:nvPicPr>
        <p:blipFill>
          <a:blip r:embed="rId2"/>
          <a:stretch>
            <a:fillRect/>
          </a:stretch>
        </p:blipFill>
        <p:spPr>
          <a:xfrm>
            <a:off x="7515348" y="3140400"/>
            <a:ext cx="4115841" cy="3399036"/>
          </a:xfrm>
          <a:prstGeom prst="rect">
            <a:avLst/>
          </a:prstGeom>
        </p:spPr>
      </p:pic>
      <p:cxnSp>
        <p:nvCxnSpPr>
          <p:cNvPr id="10" name="直線矢印コネクタ 9">
            <a:extLst>
              <a:ext uri="{FF2B5EF4-FFF2-40B4-BE49-F238E27FC236}">
                <a16:creationId xmlns:a16="http://schemas.microsoft.com/office/drawing/2014/main" id="{D605E5C1-68C2-54B3-FEFA-948F5B5E7EC8}"/>
              </a:ext>
            </a:extLst>
          </p:cNvPr>
          <p:cNvCxnSpPr/>
          <p:nvPr/>
        </p:nvCxnSpPr>
        <p:spPr>
          <a:xfrm>
            <a:off x="8827744" y="5735558"/>
            <a:ext cx="1173019" cy="0"/>
          </a:xfrm>
          <a:prstGeom prst="straightConnector1">
            <a:avLst/>
          </a:prstGeom>
          <a:ln w="762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2E484DBC-D68B-A2A7-8F0C-C6F9DFF50CF3}"/>
              </a:ext>
            </a:extLst>
          </p:cNvPr>
          <p:cNvCxnSpPr/>
          <p:nvPr/>
        </p:nvCxnSpPr>
        <p:spPr>
          <a:xfrm>
            <a:off x="8827744" y="6186217"/>
            <a:ext cx="1173019" cy="0"/>
          </a:xfrm>
          <a:prstGeom prst="straightConnector1">
            <a:avLst/>
          </a:prstGeom>
          <a:ln w="762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2" name="直線矢印コネクタ 11">
            <a:extLst>
              <a:ext uri="{FF2B5EF4-FFF2-40B4-BE49-F238E27FC236}">
                <a16:creationId xmlns:a16="http://schemas.microsoft.com/office/drawing/2014/main" id="{33759F27-B8D1-60A2-B3D2-5D5225C43D24}"/>
              </a:ext>
            </a:extLst>
          </p:cNvPr>
          <p:cNvCxnSpPr/>
          <p:nvPr/>
        </p:nvCxnSpPr>
        <p:spPr>
          <a:xfrm>
            <a:off x="6621542" y="5735558"/>
            <a:ext cx="1173019" cy="0"/>
          </a:xfrm>
          <a:prstGeom prst="straightConnector1">
            <a:avLst/>
          </a:prstGeom>
          <a:ln w="762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52725EF2-CB6B-C0B9-1EB8-5480F5303A39}"/>
              </a:ext>
            </a:extLst>
          </p:cNvPr>
          <p:cNvCxnSpPr/>
          <p:nvPr/>
        </p:nvCxnSpPr>
        <p:spPr>
          <a:xfrm>
            <a:off x="6574448" y="3337056"/>
            <a:ext cx="1173019" cy="0"/>
          </a:xfrm>
          <a:prstGeom prst="straightConnector1">
            <a:avLst/>
          </a:prstGeom>
          <a:ln w="762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4" name="直線矢印コネクタ 13">
            <a:extLst>
              <a:ext uri="{FF2B5EF4-FFF2-40B4-BE49-F238E27FC236}">
                <a16:creationId xmlns:a16="http://schemas.microsoft.com/office/drawing/2014/main" id="{AAD8B4DC-3122-DD76-124F-38A07B1A9D3D}"/>
              </a:ext>
            </a:extLst>
          </p:cNvPr>
          <p:cNvCxnSpPr>
            <a:cxnSpLocks/>
          </p:cNvCxnSpPr>
          <p:nvPr/>
        </p:nvCxnSpPr>
        <p:spPr>
          <a:xfrm flipH="1">
            <a:off x="9226414" y="3337056"/>
            <a:ext cx="1114547" cy="0"/>
          </a:xfrm>
          <a:prstGeom prst="straightConnector1">
            <a:avLst/>
          </a:prstGeom>
          <a:ln w="762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66977015"/>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C9CCA59-293E-3A40-4986-4A314B90FE9A}"/>
              </a:ext>
            </a:extLst>
          </p:cNvPr>
          <p:cNvSpPr>
            <a:spLocks noGrp="1"/>
          </p:cNvSpPr>
          <p:nvPr>
            <p:ph type="title"/>
          </p:nvPr>
        </p:nvSpPr>
        <p:spPr/>
        <p:txBody>
          <a:bodyPr/>
          <a:lstStyle/>
          <a:p>
            <a:r>
              <a:rPr lang="en-US" altLang="ja-JP" dirty="0" err="1"/>
              <a:t>Klayout</a:t>
            </a:r>
            <a:r>
              <a:rPr lang="ja-JP" altLang="en-US" dirty="0"/>
              <a:t>：</a:t>
            </a:r>
            <a:r>
              <a:rPr lang="en-US" altLang="ja-JP" dirty="0"/>
              <a:t>LVS</a:t>
            </a:r>
            <a:r>
              <a:rPr lang="ja-JP" altLang="en-US" dirty="0"/>
              <a:t>の実行</a:t>
            </a:r>
            <a:endParaRPr kumimoji="1" lang="ja-JP" altLang="en-US" dirty="0"/>
          </a:p>
        </p:txBody>
      </p:sp>
      <p:sp>
        <p:nvSpPr>
          <p:cNvPr id="3" name="コンテンツ プレースホルダー 2">
            <a:extLst>
              <a:ext uri="{FF2B5EF4-FFF2-40B4-BE49-F238E27FC236}">
                <a16:creationId xmlns:a16="http://schemas.microsoft.com/office/drawing/2014/main" id="{CAB1E9A4-FE85-F645-6CE1-0C3ABCDE6CCC}"/>
              </a:ext>
            </a:extLst>
          </p:cNvPr>
          <p:cNvSpPr>
            <a:spLocks noGrp="1"/>
          </p:cNvSpPr>
          <p:nvPr>
            <p:ph idx="1"/>
          </p:nvPr>
        </p:nvSpPr>
        <p:spPr>
          <a:xfrm>
            <a:off x="448056" y="1447799"/>
            <a:ext cx="6450455" cy="5115749"/>
          </a:xfrm>
        </p:spPr>
        <p:txBody>
          <a:bodyPr>
            <a:normAutofit/>
          </a:bodyPr>
          <a:lstStyle/>
          <a:p>
            <a:pPr marL="285750" indent="-285750">
              <a:buFont typeface="Arial" panose="020B0604020202020204" pitchFamily="34" charset="0"/>
              <a:buChar char="•"/>
            </a:pPr>
            <a:r>
              <a:rPr lang="en-US" altLang="ja-JP" sz="2000" dirty="0" err="1"/>
              <a:t>klayout</a:t>
            </a:r>
            <a:r>
              <a:rPr lang="ja-JP" altLang="en-US" sz="2000" dirty="0"/>
              <a:t>上でネットリスト比較を実行する</a:t>
            </a:r>
            <a:r>
              <a:rPr kumimoji="1" lang="ja-JP" altLang="en-US" sz="2000" dirty="0"/>
              <a:t>。</a:t>
            </a:r>
            <a:endParaRPr kumimoji="1" lang="en-US" altLang="ja-JP" sz="2000" dirty="0"/>
          </a:p>
          <a:p>
            <a:pPr marL="457200" indent="-457200">
              <a:buFont typeface="+mj-lt"/>
              <a:buAutoNum type="arabicPeriod"/>
            </a:pPr>
            <a:r>
              <a:rPr lang="ja-JP" altLang="en-US" sz="2000" dirty="0"/>
              <a:t>メニュー </a:t>
            </a:r>
            <a:r>
              <a:rPr lang="en-US" altLang="ja-JP" sz="2000" dirty="0"/>
              <a:t>gf180mcu PDK &gt; Make netlist for </a:t>
            </a:r>
            <a:r>
              <a:rPr lang="en-US" altLang="ja-JP" sz="2000" dirty="0" err="1"/>
              <a:t>Klayout</a:t>
            </a:r>
            <a:r>
              <a:rPr lang="en-US" altLang="ja-JP" sz="2000" dirty="0"/>
              <a:t> LVS</a:t>
            </a:r>
            <a:r>
              <a:rPr lang="ja-JP" altLang="en-US" sz="2000" dirty="0"/>
              <a:t>を実行する</a:t>
            </a:r>
            <a:endParaRPr lang="en-US" altLang="ja-JP" sz="2000" dirty="0"/>
          </a:p>
          <a:p>
            <a:pPr marL="740664" lvl="1" indent="-457200">
              <a:buFont typeface="+mj-lt"/>
              <a:buAutoNum type="arabicPeriod"/>
            </a:pPr>
            <a:r>
              <a:rPr lang="ja-JP" altLang="en-US" sz="2000" dirty="0"/>
              <a:t>下記のようなウィンドウが出れば</a:t>
            </a:r>
            <a:r>
              <a:rPr lang="en-US" altLang="ja-JP" sz="2000" dirty="0"/>
              <a:t>OK</a:t>
            </a:r>
            <a:r>
              <a:rPr lang="ja-JP" altLang="en-US" sz="2000" dirty="0"/>
              <a:t>。閉じてもよい。</a:t>
            </a:r>
            <a:endParaRPr lang="en-US" altLang="ja-JP" sz="2000" dirty="0"/>
          </a:p>
          <a:p>
            <a:pPr marL="457200" indent="-457200">
              <a:buFont typeface="+mj-lt"/>
              <a:buAutoNum type="arabicPeriod"/>
            </a:pPr>
            <a:endParaRPr kumimoji="1" lang="en-US" altLang="ja-JP" sz="2000" dirty="0"/>
          </a:p>
          <a:p>
            <a:pPr marL="457200" indent="-457200">
              <a:buFont typeface="+mj-lt"/>
              <a:buAutoNum type="arabicPeriod"/>
            </a:pPr>
            <a:endParaRPr lang="en-US" altLang="ja-JP" sz="2000" dirty="0"/>
          </a:p>
          <a:p>
            <a:pPr marL="457200" indent="-457200">
              <a:buFont typeface="+mj-lt"/>
              <a:buAutoNum type="arabicPeriod"/>
            </a:pPr>
            <a:endParaRPr kumimoji="1" lang="en-US" altLang="ja-JP" sz="2000" dirty="0"/>
          </a:p>
          <a:p>
            <a:pPr marL="457200" indent="-457200">
              <a:buFont typeface="+mj-lt"/>
              <a:buAutoNum type="arabicPeriod"/>
            </a:pPr>
            <a:r>
              <a:rPr lang="ja-JP" altLang="en-US" sz="2000" dirty="0"/>
              <a:t>メニュー </a:t>
            </a:r>
            <a:r>
              <a:rPr lang="en-US" altLang="ja-JP" sz="2000" dirty="0"/>
              <a:t>gf180mcu PDK &gt; Run </a:t>
            </a:r>
            <a:r>
              <a:rPr lang="en-US" altLang="ja-JP" sz="2000" dirty="0" err="1"/>
              <a:t>Klayout</a:t>
            </a:r>
            <a:r>
              <a:rPr lang="en-US" altLang="ja-JP" sz="2000" dirty="0"/>
              <a:t> LVS </a:t>
            </a:r>
            <a:r>
              <a:rPr lang="ja-JP" altLang="en-US" sz="2000" dirty="0"/>
              <a:t>を実行する</a:t>
            </a:r>
            <a:endParaRPr lang="en-US" altLang="ja-JP" sz="2000" dirty="0"/>
          </a:p>
          <a:p>
            <a:pPr marL="457200" indent="-457200">
              <a:buFont typeface="+mj-lt"/>
              <a:buAutoNum type="arabicPeriod"/>
            </a:pPr>
            <a:endParaRPr kumimoji="1" lang="en-US" altLang="ja-JP" sz="2000" dirty="0"/>
          </a:p>
        </p:txBody>
      </p:sp>
      <p:sp>
        <p:nvSpPr>
          <p:cNvPr id="4" name="日付プレースホルダー 3">
            <a:extLst>
              <a:ext uri="{FF2B5EF4-FFF2-40B4-BE49-F238E27FC236}">
                <a16:creationId xmlns:a16="http://schemas.microsoft.com/office/drawing/2014/main" id="{8ED84BED-AA3E-F1FB-D56A-A90324455DBA}"/>
              </a:ext>
            </a:extLst>
          </p:cNvPr>
          <p:cNvSpPr>
            <a:spLocks noGrp="1"/>
          </p:cNvSpPr>
          <p:nvPr>
            <p:ph type="dt" sz="half" idx="10"/>
          </p:nvPr>
        </p:nvSpPr>
        <p:spPr/>
        <p:txBody>
          <a:bodyPr/>
          <a:lstStyle/>
          <a:p>
            <a:fld id="{B036865C-2FD5-432B-AD74-ED9D0A99CF69}"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7734696A-0DA4-4502-6119-6CFDE210924C}"/>
              </a:ext>
            </a:extLst>
          </p:cNvPr>
          <p:cNvSpPr>
            <a:spLocks noGrp="1"/>
          </p:cNvSpPr>
          <p:nvPr>
            <p:ph type="sldNum" sz="quarter" idx="12"/>
          </p:nvPr>
        </p:nvSpPr>
        <p:spPr/>
        <p:txBody>
          <a:bodyPr/>
          <a:lstStyle/>
          <a:p>
            <a:fld id="{66E89953-8AEA-4BDF-A508-664B12926AB4}" type="slidenum">
              <a:rPr kumimoji="1" lang="ja-JP" altLang="en-US" smtClean="0"/>
              <a:t>110</a:t>
            </a:fld>
            <a:endParaRPr kumimoji="1" lang="ja-JP" altLang="en-US"/>
          </a:p>
        </p:txBody>
      </p:sp>
      <p:pic>
        <p:nvPicPr>
          <p:cNvPr id="9" name="図 8">
            <a:extLst>
              <a:ext uri="{FF2B5EF4-FFF2-40B4-BE49-F238E27FC236}">
                <a16:creationId xmlns:a16="http://schemas.microsoft.com/office/drawing/2014/main" id="{EA7B4532-38D7-9353-E285-71AC161364DB}"/>
              </a:ext>
            </a:extLst>
          </p:cNvPr>
          <p:cNvPicPr>
            <a:picLocks noChangeAspect="1"/>
          </p:cNvPicPr>
          <p:nvPr/>
        </p:nvPicPr>
        <p:blipFill>
          <a:blip r:embed="rId3"/>
          <a:stretch>
            <a:fillRect/>
          </a:stretch>
        </p:blipFill>
        <p:spPr>
          <a:xfrm>
            <a:off x="7626803" y="818337"/>
            <a:ext cx="2781607" cy="2387863"/>
          </a:xfrm>
          <a:prstGeom prst="rect">
            <a:avLst/>
          </a:prstGeom>
        </p:spPr>
      </p:pic>
      <p:cxnSp>
        <p:nvCxnSpPr>
          <p:cNvPr id="13" name="直線矢印コネクタ 12">
            <a:extLst>
              <a:ext uri="{FF2B5EF4-FFF2-40B4-BE49-F238E27FC236}">
                <a16:creationId xmlns:a16="http://schemas.microsoft.com/office/drawing/2014/main" id="{1BF9CB9F-9579-026C-B992-176FE08F8BB5}"/>
              </a:ext>
            </a:extLst>
          </p:cNvPr>
          <p:cNvCxnSpPr>
            <a:cxnSpLocks/>
          </p:cNvCxnSpPr>
          <p:nvPr/>
        </p:nvCxnSpPr>
        <p:spPr>
          <a:xfrm>
            <a:off x="6368724" y="1496253"/>
            <a:ext cx="1575978" cy="0"/>
          </a:xfrm>
          <a:prstGeom prst="straightConnector1">
            <a:avLst/>
          </a:prstGeom>
          <a:ln w="762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pic>
        <p:nvPicPr>
          <p:cNvPr id="11" name="図 10">
            <a:extLst>
              <a:ext uri="{FF2B5EF4-FFF2-40B4-BE49-F238E27FC236}">
                <a16:creationId xmlns:a16="http://schemas.microsoft.com/office/drawing/2014/main" id="{32CCE2F6-8BDE-3F30-1BD9-4E0FE478A774}"/>
              </a:ext>
            </a:extLst>
          </p:cNvPr>
          <p:cNvPicPr>
            <a:picLocks noChangeAspect="1"/>
          </p:cNvPicPr>
          <p:nvPr/>
        </p:nvPicPr>
        <p:blipFill>
          <a:blip r:embed="rId4"/>
          <a:stretch>
            <a:fillRect/>
          </a:stretch>
        </p:blipFill>
        <p:spPr>
          <a:xfrm>
            <a:off x="7727295" y="3953560"/>
            <a:ext cx="3013962" cy="2517651"/>
          </a:xfrm>
          <a:prstGeom prst="rect">
            <a:avLst/>
          </a:prstGeom>
        </p:spPr>
      </p:pic>
      <p:cxnSp>
        <p:nvCxnSpPr>
          <p:cNvPr id="15" name="直線矢印コネクタ 14">
            <a:extLst>
              <a:ext uri="{FF2B5EF4-FFF2-40B4-BE49-F238E27FC236}">
                <a16:creationId xmlns:a16="http://schemas.microsoft.com/office/drawing/2014/main" id="{17EEA1AB-C46E-A208-39AD-5C335CA719D6}"/>
              </a:ext>
            </a:extLst>
          </p:cNvPr>
          <p:cNvCxnSpPr>
            <a:cxnSpLocks/>
          </p:cNvCxnSpPr>
          <p:nvPr/>
        </p:nvCxnSpPr>
        <p:spPr>
          <a:xfrm>
            <a:off x="6536822" y="5710473"/>
            <a:ext cx="1575978" cy="0"/>
          </a:xfrm>
          <a:prstGeom prst="straightConnector1">
            <a:avLst/>
          </a:prstGeom>
          <a:ln w="762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pic>
        <p:nvPicPr>
          <p:cNvPr id="17" name="図 16">
            <a:extLst>
              <a:ext uri="{FF2B5EF4-FFF2-40B4-BE49-F238E27FC236}">
                <a16:creationId xmlns:a16="http://schemas.microsoft.com/office/drawing/2014/main" id="{531CFA64-2175-EFA2-5825-63F9B5D662E1}"/>
              </a:ext>
            </a:extLst>
          </p:cNvPr>
          <p:cNvPicPr>
            <a:picLocks noChangeAspect="1"/>
          </p:cNvPicPr>
          <p:nvPr/>
        </p:nvPicPr>
        <p:blipFill>
          <a:blip r:embed="rId5"/>
          <a:stretch>
            <a:fillRect/>
          </a:stretch>
        </p:blipFill>
        <p:spPr>
          <a:xfrm>
            <a:off x="1668794" y="3389546"/>
            <a:ext cx="4732006" cy="1517934"/>
          </a:xfrm>
          <a:prstGeom prst="rect">
            <a:avLst/>
          </a:prstGeom>
        </p:spPr>
      </p:pic>
    </p:spTree>
    <p:extLst>
      <p:ext uri="{BB962C8B-B14F-4D97-AF65-F5344CB8AC3E}">
        <p14:creationId xmlns:p14="http://schemas.microsoft.com/office/powerpoint/2010/main" val="353631630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F4C8EA4-0CFF-B0F7-6116-A707E40CA1AE}"/>
              </a:ext>
            </a:extLst>
          </p:cNvPr>
          <p:cNvSpPr>
            <a:spLocks noGrp="1"/>
          </p:cNvSpPr>
          <p:nvPr>
            <p:ph type="title"/>
          </p:nvPr>
        </p:nvSpPr>
        <p:spPr/>
        <p:txBody>
          <a:bodyPr/>
          <a:lstStyle/>
          <a:p>
            <a:r>
              <a:rPr lang="en-US" altLang="ja-JP" dirty="0" err="1"/>
              <a:t>Klayout</a:t>
            </a:r>
            <a:r>
              <a:rPr lang="ja-JP" altLang="en-US" dirty="0"/>
              <a:t>：</a:t>
            </a:r>
            <a:r>
              <a:rPr lang="en-US" altLang="ja-JP" dirty="0"/>
              <a:t>LVS</a:t>
            </a:r>
            <a:r>
              <a:rPr lang="ja-JP" altLang="en-US" dirty="0"/>
              <a:t> </a:t>
            </a:r>
            <a:r>
              <a:rPr lang="en-US" altLang="ja-JP" dirty="0"/>
              <a:t>NG</a:t>
            </a:r>
            <a:endParaRPr kumimoji="1" lang="ja-JP" altLang="en-US" dirty="0"/>
          </a:p>
        </p:txBody>
      </p:sp>
      <p:sp>
        <p:nvSpPr>
          <p:cNvPr id="4" name="日付プレースホルダー 3">
            <a:extLst>
              <a:ext uri="{FF2B5EF4-FFF2-40B4-BE49-F238E27FC236}">
                <a16:creationId xmlns:a16="http://schemas.microsoft.com/office/drawing/2014/main" id="{D536BA0F-11D8-7C09-87C5-379C73ADFD91}"/>
              </a:ext>
            </a:extLst>
          </p:cNvPr>
          <p:cNvSpPr>
            <a:spLocks noGrp="1"/>
          </p:cNvSpPr>
          <p:nvPr>
            <p:ph type="dt" sz="half" idx="10"/>
          </p:nvPr>
        </p:nvSpPr>
        <p:spPr/>
        <p:txBody>
          <a:bodyPr/>
          <a:lstStyle/>
          <a:p>
            <a:fld id="{758110A4-CB0A-40E2-8713-C065AE40ADCD}" type="datetime1">
              <a:rPr kumimoji="1" lang="ja-JP" altLang="en-US" smtClean="0"/>
              <a:t>2026/10/20</a:t>
            </a:fld>
            <a:endParaRPr kumimoji="1" lang="ja-JP" altLang="en-US"/>
          </a:p>
        </p:txBody>
      </p:sp>
      <p:sp>
        <p:nvSpPr>
          <p:cNvPr id="5" name="スライド番号プレースホルダー 4">
            <a:extLst>
              <a:ext uri="{FF2B5EF4-FFF2-40B4-BE49-F238E27FC236}">
                <a16:creationId xmlns:a16="http://schemas.microsoft.com/office/drawing/2014/main" id="{C76D82C4-8AFD-C70A-3660-DF28F5D127DF}"/>
              </a:ext>
            </a:extLst>
          </p:cNvPr>
          <p:cNvSpPr>
            <a:spLocks noGrp="1"/>
          </p:cNvSpPr>
          <p:nvPr>
            <p:ph type="sldNum" sz="quarter" idx="12"/>
          </p:nvPr>
        </p:nvSpPr>
        <p:spPr/>
        <p:txBody>
          <a:bodyPr/>
          <a:lstStyle/>
          <a:p>
            <a:fld id="{66E89953-8AEA-4BDF-A508-664B12926AB4}" type="slidenum">
              <a:rPr kumimoji="1" lang="ja-JP" altLang="en-US" smtClean="0"/>
              <a:t>111</a:t>
            </a:fld>
            <a:endParaRPr kumimoji="1" lang="ja-JP" altLang="en-US"/>
          </a:p>
        </p:txBody>
      </p:sp>
      <p:pic>
        <p:nvPicPr>
          <p:cNvPr id="14" name="コンテンツ プレースホルダー 13">
            <a:extLst>
              <a:ext uri="{FF2B5EF4-FFF2-40B4-BE49-F238E27FC236}">
                <a16:creationId xmlns:a16="http://schemas.microsoft.com/office/drawing/2014/main" id="{7B0F7EE9-19CC-4CAC-A154-ADCAC09E28EC}"/>
              </a:ext>
            </a:extLst>
          </p:cNvPr>
          <p:cNvPicPr>
            <a:picLocks noGrp="1" noChangeAspect="1"/>
          </p:cNvPicPr>
          <p:nvPr>
            <p:ph idx="1"/>
          </p:nvPr>
        </p:nvPicPr>
        <p:blipFill>
          <a:blip r:embed="rId2"/>
          <a:stretch>
            <a:fillRect/>
          </a:stretch>
        </p:blipFill>
        <p:spPr>
          <a:xfrm>
            <a:off x="1055289" y="1200612"/>
            <a:ext cx="9804363" cy="5226779"/>
          </a:xfrm>
          <a:prstGeom prst="rect">
            <a:avLst/>
          </a:prstGeom>
        </p:spPr>
      </p:pic>
      <p:sp>
        <p:nvSpPr>
          <p:cNvPr id="3" name="吹き出し: 角を丸めた四角形 2">
            <a:extLst>
              <a:ext uri="{FF2B5EF4-FFF2-40B4-BE49-F238E27FC236}">
                <a16:creationId xmlns:a16="http://schemas.microsoft.com/office/drawing/2014/main" id="{9914D9EA-6EF6-A540-00E5-1C13FBAE9F0B}"/>
              </a:ext>
            </a:extLst>
          </p:cNvPr>
          <p:cNvSpPr/>
          <p:nvPr/>
        </p:nvSpPr>
        <p:spPr>
          <a:xfrm>
            <a:off x="1717705" y="3841816"/>
            <a:ext cx="2581192" cy="832104"/>
          </a:xfrm>
          <a:prstGeom prst="wedgeRoundRectCallout">
            <a:avLst>
              <a:gd name="adj1" fmla="val 84195"/>
              <a:gd name="adj2" fmla="val 103753"/>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エラーマーク</a:t>
            </a:r>
            <a:endParaRPr kumimoji="1" lang="en-US" altLang="ja-JP" dirty="0"/>
          </a:p>
        </p:txBody>
      </p:sp>
      <p:sp>
        <p:nvSpPr>
          <p:cNvPr id="6" name="楕円 5">
            <a:extLst>
              <a:ext uri="{FF2B5EF4-FFF2-40B4-BE49-F238E27FC236}">
                <a16:creationId xmlns:a16="http://schemas.microsoft.com/office/drawing/2014/main" id="{5EED88C7-C023-A9CA-48A3-96BF9EF9D430}"/>
              </a:ext>
            </a:extLst>
          </p:cNvPr>
          <p:cNvSpPr/>
          <p:nvPr/>
        </p:nvSpPr>
        <p:spPr>
          <a:xfrm>
            <a:off x="5015464" y="5043389"/>
            <a:ext cx="590400" cy="319868"/>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楕円 7">
            <a:extLst>
              <a:ext uri="{FF2B5EF4-FFF2-40B4-BE49-F238E27FC236}">
                <a16:creationId xmlns:a16="http://schemas.microsoft.com/office/drawing/2014/main" id="{DBA41C12-4722-56B3-2478-6976C602051F}"/>
              </a:ext>
            </a:extLst>
          </p:cNvPr>
          <p:cNvSpPr/>
          <p:nvPr/>
        </p:nvSpPr>
        <p:spPr>
          <a:xfrm>
            <a:off x="8048141" y="5043389"/>
            <a:ext cx="944217" cy="319868"/>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吹き出し: 角を丸めた四角形 10">
            <a:extLst>
              <a:ext uri="{FF2B5EF4-FFF2-40B4-BE49-F238E27FC236}">
                <a16:creationId xmlns:a16="http://schemas.microsoft.com/office/drawing/2014/main" id="{F541511C-722B-72FA-BCB1-0AB30E54E3DB}"/>
              </a:ext>
            </a:extLst>
          </p:cNvPr>
          <p:cNvSpPr/>
          <p:nvPr/>
        </p:nvSpPr>
        <p:spPr>
          <a:xfrm>
            <a:off x="7134484" y="3979538"/>
            <a:ext cx="2196548" cy="714203"/>
          </a:xfrm>
          <a:prstGeom prst="wedgeRoundRectCallout">
            <a:avLst>
              <a:gd name="adj1" fmla="val -74638"/>
              <a:gd name="adj2" fmla="val 111906"/>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endParaRPr kumimoji="1" lang="ja-JP" altLang="en-US"/>
          </a:p>
        </p:txBody>
      </p:sp>
      <p:sp>
        <p:nvSpPr>
          <p:cNvPr id="12" name="吹き出し: 角を丸めた四角形 11">
            <a:extLst>
              <a:ext uri="{FF2B5EF4-FFF2-40B4-BE49-F238E27FC236}">
                <a16:creationId xmlns:a16="http://schemas.microsoft.com/office/drawing/2014/main" id="{E03417E2-68AB-94B4-AA5A-275629F43C2E}"/>
              </a:ext>
            </a:extLst>
          </p:cNvPr>
          <p:cNvSpPr/>
          <p:nvPr/>
        </p:nvSpPr>
        <p:spPr>
          <a:xfrm>
            <a:off x="7134484" y="3979538"/>
            <a:ext cx="2196548" cy="714203"/>
          </a:xfrm>
          <a:prstGeom prst="wedgeRoundRectCallout">
            <a:avLst>
              <a:gd name="adj1" fmla="val 17870"/>
              <a:gd name="adj2" fmla="val 99158"/>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dirty="0"/>
              <a:t>W</a:t>
            </a:r>
            <a:r>
              <a:rPr kumimoji="1" lang="ja-JP" altLang="en-US" dirty="0"/>
              <a:t>のサイズが違う</a:t>
            </a:r>
          </a:p>
        </p:txBody>
      </p:sp>
      <p:sp>
        <p:nvSpPr>
          <p:cNvPr id="16" name="楕円 15">
            <a:extLst>
              <a:ext uri="{FF2B5EF4-FFF2-40B4-BE49-F238E27FC236}">
                <a16:creationId xmlns:a16="http://schemas.microsoft.com/office/drawing/2014/main" id="{CF25CA8A-AB10-3030-2C00-95E42B10E46A}"/>
              </a:ext>
            </a:extLst>
          </p:cNvPr>
          <p:cNvSpPr/>
          <p:nvPr/>
        </p:nvSpPr>
        <p:spPr>
          <a:xfrm>
            <a:off x="5708738" y="5043389"/>
            <a:ext cx="944217" cy="319868"/>
          </a:xfrm>
          <a:prstGeom prst="ellipse">
            <a:avLst/>
          </a:prstGeom>
          <a:noFill/>
          <a:ln w="38100">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08023151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F4C8EA4-0CFF-B0F7-6116-A707E40CA1AE}"/>
              </a:ext>
            </a:extLst>
          </p:cNvPr>
          <p:cNvSpPr>
            <a:spLocks noGrp="1"/>
          </p:cNvSpPr>
          <p:nvPr>
            <p:ph type="title"/>
          </p:nvPr>
        </p:nvSpPr>
        <p:spPr/>
        <p:txBody>
          <a:bodyPr/>
          <a:lstStyle/>
          <a:p>
            <a:r>
              <a:rPr lang="en-US" altLang="ja-JP" dirty="0" err="1"/>
              <a:t>Klayout</a:t>
            </a:r>
            <a:r>
              <a:rPr lang="ja-JP" altLang="en-US" dirty="0"/>
              <a:t>：</a:t>
            </a:r>
            <a:r>
              <a:rPr lang="en-US" altLang="ja-JP" dirty="0"/>
              <a:t>LVS</a:t>
            </a:r>
            <a:r>
              <a:rPr lang="ja-JP" altLang="en-US" dirty="0"/>
              <a:t> </a:t>
            </a:r>
            <a:r>
              <a:rPr lang="en-US" altLang="ja-JP" dirty="0"/>
              <a:t>OK</a:t>
            </a:r>
            <a:endParaRPr kumimoji="1" lang="ja-JP" altLang="en-US" dirty="0"/>
          </a:p>
        </p:txBody>
      </p:sp>
      <p:sp>
        <p:nvSpPr>
          <p:cNvPr id="4" name="日付プレースホルダー 3">
            <a:extLst>
              <a:ext uri="{FF2B5EF4-FFF2-40B4-BE49-F238E27FC236}">
                <a16:creationId xmlns:a16="http://schemas.microsoft.com/office/drawing/2014/main" id="{D536BA0F-11D8-7C09-87C5-379C73ADFD91}"/>
              </a:ext>
            </a:extLst>
          </p:cNvPr>
          <p:cNvSpPr>
            <a:spLocks noGrp="1"/>
          </p:cNvSpPr>
          <p:nvPr>
            <p:ph type="dt" sz="half" idx="10"/>
          </p:nvPr>
        </p:nvSpPr>
        <p:spPr/>
        <p:txBody>
          <a:bodyPr/>
          <a:lstStyle/>
          <a:p>
            <a:fld id="{758110A4-CB0A-40E2-8713-C065AE40ADCD}" type="datetime1">
              <a:rPr kumimoji="1" lang="ja-JP" altLang="en-US" smtClean="0"/>
              <a:t>2026/10/20</a:t>
            </a:fld>
            <a:endParaRPr kumimoji="1" lang="ja-JP" altLang="en-US"/>
          </a:p>
        </p:txBody>
      </p:sp>
      <p:sp>
        <p:nvSpPr>
          <p:cNvPr id="5" name="スライド番号プレースホルダー 4">
            <a:extLst>
              <a:ext uri="{FF2B5EF4-FFF2-40B4-BE49-F238E27FC236}">
                <a16:creationId xmlns:a16="http://schemas.microsoft.com/office/drawing/2014/main" id="{C76D82C4-8AFD-C70A-3660-DF28F5D127DF}"/>
              </a:ext>
            </a:extLst>
          </p:cNvPr>
          <p:cNvSpPr>
            <a:spLocks noGrp="1"/>
          </p:cNvSpPr>
          <p:nvPr>
            <p:ph type="sldNum" sz="quarter" idx="12"/>
          </p:nvPr>
        </p:nvSpPr>
        <p:spPr/>
        <p:txBody>
          <a:bodyPr/>
          <a:lstStyle/>
          <a:p>
            <a:fld id="{66E89953-8AEA-4BDF-A508-664B12926AB4}" type="slidenum">
              <a:rPr kumimoji="1" lang="ja-JP" altLang="en-US" smtClean="0"/>
              <a:t>112</a:t>
            </a:fld>
            <a:endParaRPr kumimoji="1" lang="ja-JP" altLang="en-US"/>
          </a:p>
        </p:txBody>
      </p:sp>
      <p:pic>
        <p:nvPicPr>
          <p:cNvPr id="6" name="図 5">
            <a:extLst>
              <a:ext uri="{FF2B5EF4-FFF2-40B4-BE49-F238E27FC236}">
                <a16:creationId xmlns:a16="http://schemas.microsoft.com/office/drawing/2014/main" id="{21EA2B58-48D3-CC14-F496-ABF058487693}"/>
              </a:ext>
            </a:extLst>
          </p:cNvPr>
          <p:cNvPicPr>
            <a:picLocks noChangeAspect="1"/>
          </p:cNvPicPr>
          <p:nvPr/>
        </p:nvPicPr>
        <p:blipFill>
          <a:blip r:embed="rId2"/>
          <a:stretch>
            <a:fillRect/>
          </a:stretch>
        </p:blipFill>
        <p:spPr>
          <a:xfrm>
            <a:off x="1000949" y="1132980"/>
            <a:ext cx="10097645" cy="5387696"/>
          </a:xfrm>
          <a:prstGeom prst="rect">
            <a:avLst/>
          </a:prstGeom>
        </p:spPr>
      </p:pic>
      <p:sp>
        <p:nvSpPr>
          <p:cNvPr id="10" name="吹き出し: 角を丸めた四角形 9">
            <a:extLst>
              <a:ext uri="{FF2B5EF4-FFF2-40B4-BE49-F238E27FC236}">
                <a16:creationId xmlns:a16="http://schemas.microsoft.com/office/drawing/2014/main" id="{F2CAAFB3-F6F7-D89B-40E7-C329E875A206}"/>
              </a:ext>
            </a:extLst>
          </p:cNvPr>
          <p:cNvSpPr/>
          <p:nvPr/>
        </p:nvSpPr>
        <p:spPr>
          <a:xfrm>
            <a:off x="6642804" y="1671250"/>
            <a:ext cx="2581192" cy="832104"/>
          </a:xfrm>
          <a:prstGeom prst="wedgeRoundRectCallout">
            <a:avLst>
              <a:gd name="adj1" fmla="val -109076"/>
              <a:gd name="adj2" fmla="val 192778"/>
              <a:gd name="adj3" fmla="val 16667"/>
            </a:avLst>
          </a:prstGeom>
        </p:spPr>
        <p:style>
          <a:lnRef idx="1">
            <a:schemeClr val="accent6"/>
          </a:lnRef>
          <a:fillRef idx="2">
            <a:schemeClr val="accent6"/>
          </a:fillRef>
          <a:effectRef idx="1">
            <a:schemeClr val="accent6"/>
          </a:effectRef>
          <a:fontRef idx="minor">
            <a:schemeClr val="dk1"/>
          </a:fontRef>
        </p:style>
        <p:txBody>
          <a:bodyPr rtlCol="0" anchor="ctr"/>
          <a:lstStyle/>
          <a:p>
            <a:pPr algn="ctr"/>
            <a:r>
              <a:rPr kumimoji="1" lang="ja-JP" altLang="en-US" dirty="0"/>
              <a:t>オールグリーンになる</a:t>
            </a:r>
            <a:endParaRPr kumimoji="1" lang="en-US" altLang="ja-JP" dirty="0"/>
          </a:p>
        </p:txBody>
      </p:sp>
    </p:spTree>
    <p:extLst>
      <p:ext uri="{BB962C8B-B14F-4D97-AF65-F5344CB8AC3E}">
        <p14:creationId xmlns:p14="http://schemas.microsoft.com/office/powerpoint/2010/main" val="349231639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E395776-2CC9-C57D-10E9-B4F1E47325B4}"/>
              </a:ext>
            </a:extLst>
          </p:cNvPr>
          <p:cNvSpPr>
            <a:spLocks noGrp="1"/>
          </p:cNvSpPr>
          <p:nvPr>
            <p:ph type="title"/>
          </p:nvPr>
        </p:nvSpPr>
        <p:spPr/>
        <p:txBody>
          <a:bodyPr/>
          <a:lstStyle/>
          <a:p>
            <a:r>
              <a:rPr lang="ja-JP" altLang="en-US" dirty="0"/>
              <a:t>アナログ</a:t>
            </a:r>
            <a:r>
              <a:rPr lang="en-US" altLang="ja-JP" dirty="0"/>
              <a:t>LSI</a:t>
            </a:r>
            <a:r>
              <a:rPr lang="ja-JP" altLang="en-US" dirty="0"/>
              <a:t>の設計フロー</a:t>
            </a:r>
            <a:endParaRPr kumimoji="1" lang="ja-JP" altLang="en-US" dirty="0"/>
          </a:p>
        </p:txBody>
      </p:sp>
      <p:sp>
        <p:nvSpPr>
          <p:cNvPr id="3" name="日付プレースホルダー 2">
            <a:extLst>
              <a:ext uri="{FF2B5EF4-FFF2-40B4-BE49-F238E27FC236}">
                <a16:creationId xmlns:a16="http://schemas.microsoft.com/office/drawing/2014/main" id="{102C7370-4158-5F3A-B29E-8AB24B8878EA}"/>
              </a:ext>
            </a:extLst>
          </p:cNvPr>
          <p:cNvSpPr>
            <a:spLocks noGrp="1"/>
          </p:cNvSpPr>
          <p:nvPr>
            <p:ph type="dt" sz="half" idx="10"/>
          </p:nvPr>
        </p:nvSpPr>
        <p:spPr/>
        <p:txBody>
          <a:bodyPr/>
          <a:lstStyle/>
          <a:p>
            <a:pPr rtl="0"/>
            <a:fld id="{0C808038-00C4-4C87-8CF2-E3F965DBAA4A}"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40E7729A-7159-13DA-B80A-5CF547A86157}"/>
              </a:ext>
            </a:extLst>
          </p:cNvPr>
          <p:cNvSpPr>
            <a:spLocks noGrp="1"/>
          </p:cNvSpPr>
          <p:nvPr>
            <p:ph type="sldNum" sz="quarter" idx="12"/>
          </p:nvPr>
        </p:nvSpPr>
        <p:spPr/>
        <p:txBody>
          <a:bodyPr/>
          <a:lstStyle/>
          <a:p>
            <a:pPr rtl="0"/>
            <a:fld id="{9860EDB8-5305-433F-BE41-D7A86D811DB3}" type="slidenum">
              <a:rPr lang="en-US" altLang="ja-JP" noProof="0" smtClean="0"/>
              <a:pPr rtl="0"/>
              <a:t>113</a:t>
            </a:fld>
            <a:endParaRPr lang="ja-JP" altLang="en-US" noProof="0"/>
          </a:p>
        </p:txBody>
      </p:sp>
      <p:sp>
        <p:nvSpPr>
          <p:cNvPr id="5" name="コンテンツ プレースホルダー 4">
            <a:extLst>
              <a:ext uri="{FF2B5EF4-FFF2-40B4-BE49-F238E27FC236}">
                <a16:creationId xmlns:a16="http://schemas.microsoft.com/office/drawing/2014/main" id="{218D7D6A-C682-EF52-E287-45B2D617822C}"/>
              </a:ext>
            </a:extLst>
          </p:cNvPr>
          <p:cNvSpPr>
            <a:spLocks noGrp="1"/>
          </p:cNvSpPr>
          <p:nvPr>
            <p:ph sz="quarter" idx="13"/>
          </p:nvPr>
        </p:nvSpPr>
        <p:spPr/>
        <p:txBody>
          <a:bodyPr>
            <a:normAutofit/>
          </a:bodyPr>
          <a:lstStyle/>
          <a:p>
            <a:pPr marL="457200" indent="-457200">
              <a:buFont typeface="+mj-lt"/>
              <a:buAutoNum type="arabicPeriod"/>
            </a:pPr>
            <a:r>
              <a:rPr kumimoji="1" lang="ja-JP" altLang="en-US" sz="2000" dirty="0"/>
              <a:t>回路図（ベンチマーク）を描く</a:t>
            </a:r>
            <a:endParaRPr kumimoji="1" lang="en-US" altLang="ja-JP" sz="2000" dirty="0"/>
          </a:p>
          <a:p>
            <a:pPr marL="457200" indent="-457200">
              <a:buFont typeface="+mj-lt"/>
              <a:buAutoNum type="arabicPeriod"/>
            </a:pPr>
            <a:r>
              <a:rPr lang="ja-JP" altLang="en-US" sz="2000" dirty="0"/>
              <a:t>シミュレーションをする</a:t>
            </a:r>
            <a:endParaRPr lang="en-US" altLang="ja-JP" sz="2000" dirty="0"/>
          </a:p>
          <a:p>
            <a:pPr marL="457200" indent="-457200">
              <a:buFont typeface="+mj-lt"/>
              <a:buAutoNum type="arabicPeriod"/>
            </a:pPr>
            <a:r>
              <a:rPr kumimoji="1" lang="ja-JP" altLang="en-US" sz="2000" dirty="0"/>
              <a:t>回路図を基にレイアウトを描く</a:t>
            </a:r>
            <a:endParaRPr kumimoji="1" lang="en-US" altLang="ja-JP" sz="2000" dirty="0"/>
          </a:p>
          <a:p>
            <a:pPr marL="457200" indent="-457200">
              <a:buFont typeface="+mj-lt"/>
              <a:buAutoNum type="arabicPeriod"/>
            </a:pPr>
            <a:r>
              <a:rPr lang="ja-JP" altLang="en-US" sz="2000" dirty="0"/>
              <a:t>レイアウトを検証する</a:t>
            </a:r>
            <a:endParaRPr lang="en-US" altLang="ja-JP" sz="2000" dirty="0"/>
          </a:p>
          <a:p>
            <a:pPr marL="457200" indent="-457200">
              <a:buFont typeface="+mj-lt"/>
              <a:buAutoNum type="arabicPeriod"/>
            </a:pPr>
            <a:r>
              <a:rPr kumimoji="1" lang="ja-JP" altLang="en-US" sz="2000" b="1" dirty="0">
                <a:solidFill>
                  <a:schemeClr val="accent2"/>
                </a:solidFill>
              </a:rPr>
              <a:t>レイアウトを基に寄生成分を考慮したシミュレーションをする</a:t>
            </a:r>
            <a:endParaRPr kumimoji="1" lang="en-US" altLang="ja-JP" sz="2000" dirty="0"/>
          </a:p>
          <a:p>
            <a:pPr marL="457200" indent="-457200">
              <a:buFont typeface="+mj-lt"/>
              <a:buAutoNum type="arabicPeriod"/>
            </a:pPr>
            <a:r>
              <a:rPr lang="ja-JP" altLang="en-US" sz="2000" dirty="0"/>
              <a:t>フレームに載せる</a:t>
            </a:r>
            <a:endParaRPr kumimoji="1" lang="en-US" altLang="ja-JP" sz="2000" dirty="0"/>
          </a:p>
        </p:txBody>
      </p:sp>
    </p:spTree>
    <p:extLst>
      <p:ext uri="{BB962C8B-B14F-4D97-AF65-F5344CB8AC3E}">
        <p14:creationId xmlns:p14="http://schemas.microsoft.com/office/powerpoint/2010/main" val="4101640319"/>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C9CCA59-293E-3A40-4986-4A314B90FE9A}"/>
              </a:ext>
            </a:extLst>
          </p:cNvPr>
          <p:cNvSpPr>
            <a:spLocks noGrp="1"/>
          </p:cNvSpPr>
          <p:nvPr>
            <p:ph type="title"/>
          </p:nvPr>
        </p:nvSpPr>
        <p:spPr/>
        <p:txBody>
          <a:bodyPr/>
          <a:lstStyle/>
          <a:p>
            <a:r>
              <a:rPr lang="ja-JP" altLang="en-US" dirty="0"/>
              <a:t>レイアウト検証 </a:t>
            </a:r>
            <a:r>
              <a:rPr lang="en-US" altLang="ja-JP" dirty="0"/>
              <a:t>: PEX, Parasitic Extraction</a:t>
            </a:r>
            <a:endParaRPr kumimoji="1" lang="ja-JP" altLang="en-US" dirty="0"/>
          </a:p>
        </p:txBody>
      </p:sp>
      <p:sp>
        <p:nvSpPr>
          <p:cNvPr id="3" name="コンテンツ プレースホルダー 2">
            <a:extLst>
              <a:ext uri="{FF2B5EF4-FFF2-40B4-BE49-F238E27FC236}">
                <a16:creationId xmlns:a16="http://schemas.microsoft.com/office/drawing/2014/main" id="{CAB1E9A4-FE85-F645-6CE1-0C3ABCDE6CCC}"/>
              </a:ext>
            </a:extLst>
          </p:cNvPr>
          <p:cNvSpPr>
            <a:spLocks noGrp="1"/>
          </p:cNvSpPr>
          <p:nvPr>
            <p:ph sz="half" idx="1"/>
          </p:nvPr>
        </p:nvSpPr>
        <p:spPr>
          <a:xfrm>
            <a:off x="838200" y="1274617"/>
            <a:ext cx="5257800" cy="4902345"/>
          </a:xfrm>
        </p:spPr>
        <p:txBody>
          <a:bodyPr/>
          <a:lstStyle/>
          <a:p>
            <a:r>
              <a:rPr kumimoji="1" lang="en-US" altLang="ja-JP" sz="2000" dirty="0"/>
              <a:t>RC</a:t>
            </a:r>
            <a:r>
              <a:rPr kumimoji="1" lang="ja-JP" altLang="en-US" sz="2000" dirty="0"/>
              <a:t>抽出</a:t>
            </a:r>
            <a:endParaRPr kumimoji="1" lang="en-US" altLang="ja-JP" sz="2000" dirty="0"/>
          </a:p>
          <a:p>
            <a:pPr lvl="1"/>
            <a:r>
              <a:rPr lang="ja-JP" altLang="en-US" sz="2000" dirty="0"/>
              <a:t>寄生抵抗と寄生容量を含むネットリストを抽出</a:t>
            </a:r>
            <a:endParaRPr lang="en-US" altLang="ja-JP" sz="2000" dirty="0"/>
          </a:p>
          <a:p>
            <a:pPr lvl="2"/>
            <a:r>
              <a:rPr kumimoji="1" lang="en-US" altLang="ja-JP" sz="2000" dirty="0"/>
              <a:t>Magic</a:t>
            </a:r>
            <a:r>
              <a:rPr kumimoji="1" lang="ja-JP" altLang="en-US" sz="2000" dirty="0"/>
              <a:t>側のバグで一部のみしか動作</a:t>
            </a:r>
            <a:endParaRPr kumimoji="1" lang="en-US" altLang="ja-JP" sz="2000" dirty="0"/>
          </a:p>
        </p:txBody>
      </p:sp>
      <p:sp>
        <p:nvSpPr>
          <p:cNvPr id="9" name="コンテンツ プレースホルダー 8">
            <a:extLst>
              <a:ext uri="{FF2B5EF4-FFF2-40B4-BE49-F238E27FC236}">
                <a16:creationId xmlns:a16="http://schemas.microsoft.com/office/drawing/2014/main" id="{3952830A-845F-0594-3A55-F1E23689E6F4}"/>
              </a:ext>
            </a:extLst>
          </p:cNvPr>
          <p:cNvSpPr>
            <a:spLocks noGrp="1"/>
          </p:cNvSpPr>
          <p:nvPr>
            <p:ph sz="half" idx="2"/>
          </p:nvPr>
        </p:nvSpPr>
        <p:spPr/>
        <p:txBody>
          <a:bodyPr/>
          <a:lstStyle/>
          <a:p>
            <a:r>
              <a:rPr kumimoji="1" lang="en-US" altLang="ja-JP" sz="2000" dirty="0"/>
              <a:t>C</a:t>
            </a:r>
            <a:r>
              <a:rPr kumimoji="1" lang="ja-JP" altLang="en-US" sz="2000" dirty="0"/>
              <a:t>抽出</a:t>
            </a:r>
            <a:endParaRPr kumimoji="1" lang="en-US" altLang="ja-JP" sz="2000" dirty="0"/>
          </a:p>
          <a:p>
            <a:pPr lvl="1"/>
            <a:r>
              <a:rPr lang="ja-JP" altLang="en-US" sz="2000" dirty="0"/>
              <a:t>寄生容量のみを含むネットリストを抽出</a:t>
            </a:r>
            <a:endParaRPr lang="en-US" altLang="ja-JP" sz="2000" dirty="0"/>
          </a:p>
          <a:p>
            <a:pPr lvl="2"/>
            <a:r>
              <a:rPr lang="ja-JP" altLang="en-US" sz="2000" dirty="0"/>
              <a:t>厳密解を求めない場合はこちらを利用</a:t>
            </a:r>
            <a:endParaRPr lang="en-US" altLang="ja-JP" sz="2000" dirty="0"/>
          </a:p>
        </p:txBody>
      </p:sp>
      <p:sp>
        <p:nvSpPr>
          <p:cNvPr id="4" name="日付プレースホルダー 3">
            <a:extLst>
              <a:ext uri="{FF2B5EF4-FFF2-40B4-BE49-F238E27FC236}">
                <a16:creationId xmlns:a16="http://schemas.microsoft.com/office/drawing/2014/main" id="{8ED84BED-AA3E-F1FB-D56A-A90324455DBA}"/>
              </a:ext>
            </a:extLst>
          </p:cNvPr>
          <p:cNvSpPr>
            <a:spLocks noGrp="1"/>
          </p:cNvSpPr>
          <p:nvPr>
            <p:ph type="dt" sz="half" idx="10"/>
          </p:nvPr>
        </p:nvSpPr>
        <p:spPr/>
        <p:txBody>
          <a:bodyPr/>
          <a:lstStyle/>
          <a:p>
            <a:fld id="{C36BB9B4-E276-412A-A378-A999AD0476DE}"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7734696A-0DA4-4502-6119-6CFDE210924C}"/>
              </a:ext>
            </a:extLst>
          </p:cNvPr>
          <p:cNvSpPr>
            <a:spLocks noGrp="1"/>
          </p:cNvSpPr>
          <p:nvPr>
            <p:ph type="sldNum" sz="quarter" idx="12"/>
          </p:nvPr>
        </p:nvSpPr>
        <p:spPr/>
        <p:txBody>
          <a:bodyPr/>
          <a:lstStyle/>
          <a:p>
            <a:fld id="{66E89953-8AEA-4BDF-A508-664B12926AB4}" type="slidenum">
              <a:rPr kumimoji="1" lang="ja-JP" altLang="en-US" smtClean="0"/>
              <a:t>114</a:t>
            </a:fld>
            <a:endParaRPr kumimoji="1" lang="ja-JP" altLang="en-US"/>
          </a:p>
        </p:txBody>
      </p:sp>
      <p:pic>
        <p:nvPicPr>
          <p:cNvPr id="12" name="図 11">
            <a:extLst>
              <a:ext uri="{FF2B5EF4-FFF2-40B4-BE49-F238E27FC236}">
                <a16:creationId xmlns:a16="http://schemas.microsoft.com/office/drawing/2014/main" id="{A7FFC080-6A2C-51B4-D31A-D33D5477E23F}"/>
              </a:ext>
            </a:extLst>
          </p:cNvPr>
          <p:cNvPicPr>
            <a:picLocks noChangeAspect="1"/>
          </p:cNvPicPr>
          <p:nvPr/>
        </p:nvPicPr>
        <p:blipFill>
          <a:blip r:embed="rId2"/>
          <a:stretch>
            <a:fillRect/>
          </a:stretch>
        </p:blipFill>
        <p:spPr>
          <a:xfrm>
            <a:off x="424375" y="2931884"/>
            <a:ext cx="5510239" cy="3636312"/>
          </a:xfrm>
          <a:prstGeom prst="rect">
            <a:avLst/>
          </a:prstGeom>
        </p:spPr>
      </p:pic>
      <p:pic>
        <p:nvPicPr>
          <p:cNvPr id="16" name="図 15">
            <a:extLst>
              <a:ext uri="{FF2B5EF4-FFF2-40B4-BE49-F238E27FC236}">
                <a16:creationId xmlns:a16="http://schemas.microsoft.com/office/drawing/2014/main" id="{5B954E46-7227-7613-A1D5-E3DC664A5BF5}"/>
              </a:ext>
            </a:extLst>
          </p:cNvPr>
          <p:cNvPicPr>
            <a:picLocks noChangeAspect="1"/>
          </p:cNvPicPr>
          <p:nvPr/>
        </p:nvPicPr>
        <p:blipFill>
          <a:blip r:embed="rId3"/>
          <a:stretch>
            <a:fillRect/>
          </a:stretch>
        </p:blipFill>
        <p:spPr>
          <a:xfrm>
            <a:off x="6308714" y="2956242"/>
            <a:ext cx="5458911" cy="3607307"/>
          </a:xfrm>
          <a:prstGeom prst="rect">
            <a:avLst/>
          </a:prstGeom>
        </p:spPr>
      </p:pic>
    </p:spTree>
    <p:extLst>
      <p:ext uri="{BB962C8B-B14F-4D97-AF65-F5344CB8AC3E}">
        <p14:creationId xmlns:p14="http://schemas.microsoft.com/office/powerpoint/2010/main" val="8311598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7F32C7D-2B6D-AF8B-2FD9-1438F2352469}"/>
              </a:ext>
            </a:extLst>
          </p:cNvPr>
          <p:cNvSpPr>
            <a:spLocks noGrp="1"/>
          </p:cNvSpPr>
          <p:nvPr>
            <p:ph type="title"/>
          </p:nvPr>
        </p:nvSpPr>
        <p:spPr/>
        <p:txBody>
          <a:bodyPr/>
          <a:lstStyle/>
          <a:p>
            <a:r>
              <a:rPr kumimoji="1" lang="en-US" altLang="ja-JP" dirty="0"/>
              <a:t>PEX</a:t>
            </a:r>
            <a:r>
              <a:rPr kumimoji="1" lang="ja-JP" altLang="en-US" dirty="0"/>
              <a:t>前の下準備 </a:t>
            </a:r>
            <a:r>
              <a:rPr kumimoji="1" lang="en-US" altLang="ja-JP" dirty="0"/>
              <a:t>: Flatten</a:t>
            </a:r>
            <a:endParaRPr kumimoji="1" lang="ja-JP" altLang="en-US" dirty="0"/>
          </a:p>
        </p:txBody>
      </p:sp>
      <p:sp>
        <p:nvSpPr>
          <p:cNvPr id="8" name="コンテンツ プレースホルダー 7">
            <a:extLst>
              <a:ext uri="{FF2B5EF4-FFF2-40B4-BE49-F238E27FC236}">
                <a16:creationId xmlns:a16="http://schemas.microsoft.com/office/drawing/2014/main" id="{1EC5B754-DB78-DDCE-B53A-2E943D4713E0}"/>
              </a:ext>
            </a:extLst>
          </p:cNvPr>
          <p:cNvSpPr>
            <a:spLocks noGrp="1"/>
          </p:cNvSpPr>
          <p:nvPr>
            <p:ph idx="1"/>
          </p:nvPr>
        </p:nvSpPr>
        <p:spPr>
          <a:xfrm>
            <a:off x="448056" y="1447799"/>
            <a:ext cx="11210543" cy="5115750"/>
          </a:xfrm>
        </p:spPr>
        <p:txBody>
          <a:bodyPr>
            <a:normAutofit/>
          </a:bodyPr>
          <a:lstStyle/>
          <a:p>
            <a:pPr marL="342900" indent="-342900">
              <a:buFont typeface="+mj-lt"/>
              <a:buAutoNum type="arabicPeriod"/>
            </a:pPr>
            <a:r>
              <a:rPr lang="ja-JP" altLang="en-US" sz="2000" dirty="0"/>
              <a:t>コピーを保存する</a:t>
            </a:r>
            <a:endParaRPr lang="en-US" altLang="ja-JP" sz="2000" dirty="0"/>
          </a:p>
          <a:p>
            <a:pPr lvl="1"/>
            <a:r>
              <a:rPr lang="ja-JP" altLang="en-US" sz="2000" dirty="0"/>
              <a:t>ファイル名で大文字を使うとエラーが出てしまう（不具合）</a:t>
            </a:r>
            <a:endParaRPr lang="en-US" altLang="ja-JP" sz="2000" dirty="0"/>
          </a:p>
          <a:p>
            <a:pPr lvl="2"/>
            <a:r>
              <a:rPr lang="ja-JP" altLang="en-US" sz="2000" dirty="0"/>
              <a:t>拡張子がデフォルトだと</a:t>
            </a:r>
            <a:r>
              <a:rPr lang="en-US" altLang="ja-JP" sz="2000" dirty="0"/>
              <a:t>.GDS</a:t>
            </a:r>
            <a:r>
              <a:rPr lang="ja-JP" altLang="en-US" sz="2000" dirty="0"/>
              <a:t>なので</a:t>
            </a:r>
            <a:r>
              <a:rPr lang="en-US" altLang="ja-JP" sz="2000" dirty="0"/>
              <a:t>.</a:t>
            </a:r>
            <a:r>
              <a:rPr lang="en-US" altLang="ja-JP" sz="2000" dirty="0" err="1"/>
              <a:t>gds</a:t>
            </a:r>
            <a:r>
              <a:rPr lang="ja-JP" altLang="en-US" sz="2000" dirty="0"/>
              <a:t>に直す</a:t>
            </a:r>
            <a:endParaRPr lang="en-US" altLang="ja-JP" sz="2000" dirty="0"/>
          </a:p>
          <a:p>
            <a:pPr marL="342900" indent="-342900">
              <a:buFont typeface="+mj-lt"/>
              <a:buAutoNum type="arabicPeriod"/>
            </a:pPr>
            <a:r>
              <a:rPr lang="ja-JP" altLang="en-US" sz="2000" dirty="0"/>
              <a:t>ドラッグでレイアウト全体を選択する</a:t>
            </a:r>
            <a:endParaRPr lang="en-US" altLang="ja-JP" sz="2000" dirty="0"/>
          </a:p>
          <a:p>
            <a:pPr marL="342900" indent="-342900">
              <a:buFont typeface="+mj-lt"/>
              <a:buAutoNum type="arabicPeriod"/>
            </a:pPr>
            <a:r>
              <a:rPr lang="en-US" altLang="ja-JP" sz="2000" dirty="0"/>
              <a:t>Edit &gt; Flatten Cell &gt; Flatten Instances </a:t>
            </a:r>
            <a:r>
              <a:rPr lang="ja-JP" altLang="en-US" sz="2000" dirty="0"/>
              <a:t>を </a:t>
            </a:r>
            <a:r>
              <a:rPr lang="en-US" altLang="ja-JP" sz="2000" dirty="0"/>
              <a:t>All hierarchy levels </a:t>
            </a:r>
            <a:r>
              <a:rPr lang="ja-JP" altLang="en-US" sz="2000" dirty="0"/>
              <a:t>で実行</a:t>
            </a:r>
            <a:endParaRPr lang="en-US" altLang="ja-JP" sz="2000" dirty="0"/>
          </a:p>
          <a:p>
            <a:pPr marL="342900" indent="-342900">
              <a:buFont typeface="+mj-lt"/>
              <a:buAutoNum type="arabicPeriod"/>
            </a:pPr>
            <a:r>
              <a:rPr lang="en-US" altLang="ja-JP" sz="2000" dirty="0"/>
              <a:t>Cells </a:t>
            </a:r>
            <a:r>
              <a:rPr lang="ja-JP" altLang="en-US" sz="2000" dirty="0"/>
              <a:t>が </a:t>
            </a:r>
            <a:r>
              <a:rPr lang="en-US" altLang="ja-JP" sz="2000" dirty="0"/>
              <a:t>TOP </a:t>
            </a:r>
            <a:r>
              <a:rPr lang="ja-JP" altLang="en-US" sz="2000" dirty="0"/>
              <a:t>のみになっていることを確認して </a:t>
            </a:r>
            <a:r>
              <a:rPr lang="en-US" altLang="ja-JP" sz="2000" dirty="0"/>
              <a:t>Save</a:t>
            </a:r>
          </a:p>
        </p:txBody>
      </p:sp>
      <p:sp>
        <p:nvSpPr>
          <p:cNvPr id="5" name="日付プレースホルダー 4">
            <a:extLst>
              <a:ext uri="{FF2B5EF4-FFF2-40B4-BE49-F238E27FC236}">
                <a16:creationId xmlns:a16="http://schemas.microsoft.com/office/drawing/2014/main" id="{C09EC931-CD1D-02C4-4CAA-349048542DBD}"/>
              </a:ext>
            </a:extLst>
          </p:cNvPr>
          <p:cNvSpPr>
            <a:spLocks noGrp="1"/>
          </p:cNvSpPr>
          <p:nvPr>
            <p:ph type="dt" sz="half" idx="10"/>
          </p:nvPr>
        </p:nvSpPr>
        <p:spPr/>
        <p:txBody>
          <a:bodyPr/>
          <a:lstStyle/>
          <a:p>
            <a:fld id="{70195C96-026F-424B-B5B9-6A34EDF6587B}" type="datetime1">
              <a:rPr kumimoji="1" lang="ja-JP" altLang="en-US" smtClean="0"/>
              <a:t>2026/10/20</a:t>
            </a:fld>
            <a:endParaRPr kumimoji="1" lang="ja-JP" altLang="en-US"/>
          </a:p>
        </p:txBody>
      </p:sp>
      <p:sp>
        <p:nvSpPr>
          <p:cNvPr id="7" name="スライド番号プレースホルダー 6">
            <a:extLst>
              <a:ext uri="{FF2B5EF4-FFF2-40B4-BE49-F238E27FC236}">
                <a16:creationId xmlns:a16="http://schemas.microsoft.com/office/drawing/2014/main" id="{F00CD41C-4F21-AB17-1C5E-7A67E181D469}"/>
              </a:ext>
            </a:extLst>
          </p:cNvPr>
          <p:cNvSpPr>
            <a:spLocks noGrp="1"/>
          </p:cNvSpPr>
          <p:nvPr>
            <p:ph type="sldNum" sz="quarter" idx="12"/>
          </p:nvPr>
        </p:nvSpPr>
        <p:spPr/>
        <p:txBody>
          <a:bodyPr/>
          <a:lstStyle/>
          <a:p>
            <a:fld id="{66E89953-8AEA-4BDF-A508-664B12926AB4}" type="slidenum">
              <a:rPr kumimoji="1" lang="ja-JP" altLang="en-US" smtClean="0"/>
              <a:t>115</a:t>
            </a:fld>
            <a:endParaRPr kumimoji="1" lang="ja-JP" altLang="en-US"/>
          </a:p>
        </p:txBody>
      </p:sp>
    </p:spTree>
    <p:extLst>
      <p:ext uri="{BB962C8B-B14F-4D97-AF65-F5344CB8AC3E}">
        <p14:creationId xmlns:p14="http://schemas.microsoft.com/office/powerpoint/2010/main" val="1735863039"/>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C9CCA59-293E-3A40-4986-4A314B90FE9A}"/>
              </a:ext>
            </a:extLst>
          </p:cNvPr>
          <p:cNvSpPr>
            <a:spLocks noGrp="1"/>
          </p:cNvSpPr>
          <p:nvPr>
            <p:ph type="title"/>
          </p:nvPr>
        </p:nvSpPr>
        <p:spPr/>
        <p:txBody>
          <a:bodyPr/>
          <a:lstStyle/>
          <a:p>
            <a:r>
              <a:rPr lang="ja-JP" altLang="en-US" dirty="0"/>
              <a:t>寄生抽出</a:t>
            </a:r>
            <a:endParaRPr kumimoji="1" lang="ja-JP" altLang="en-US" dirty="0"/>
          </a:p>
        </p:txBody>
      </p:sp>
      <p:sp>
        <p:nvSpPr>
          <p:cNvPr id="3" name="コンテンツ プレースホルダー 2">
            <a:extLst>
              <a:ext uri="{FF2B5EF4-FFF2-40B4-BE49-F238E27FC236}">
                <a16:creationId xmlns:a16="http://schemas.microsoft.com/office/drawing/2014/main" id="{CAB1E9A4-FE85-F645-6CE1-0C3ABCDE6CCC}"/>
              </a:ext>
            </a:extLst>
          </p:cNvPr>
          <p:cNvSpPr>
            <a:spLocks noGrp="1"/>
          </p:cNvSpPr>
          <p:nvPr>
            <p:ph idx="1"/>
          </p:nvPr>
        </p:nvSpPr>
        <p:spPr>
          <a:xfrm>
            <a:off x="448056" y="1447799"/>
            <a:ext cx="11210543" cy="4979591"/>
          </a:xfrm>
        </p:spPr>
        <p:txBody>
          <a:bodyPr>
            <a:normAutofit/>
          </a:bodyPr>
          <a:lstStyle/>
          <a:p>
            <a:r>
              <a:rPr kumimoji="1" lang="en-US" altLang="ja-JP" sz="2000" dirty="0"/>
              <a:t>Magic PEX </a:t>
            </a:r>
            <a:r>
              <a:rPr kumimoji="1" lang="ja-JP" altLang="en-US" sz="2000" dirty="0"/>
              <a:t>を用いて寄生容量抽出を行う</a:t>
            </a:r>
            <a:endParaRPr kumimoji="1" lang="en-US" altLang="ja-JP" sz="2000" dirty="0"/>
          </a:p>
          <a:p>
            <a:pPr lvl="1"/>
            <a:r>
              <a:rPr lang="en-US" altLang="ja-JP" sz="2000" dirty="0"/>
              <a:t>Run Magic PEX (C extraction) </a:t>
            </a:r>
            <a:r>
              <a:rPr lang="ja-JP" altLang="en-US" sz="2000" dirty="0"/>
              <a:t>を実行</a:t>
            </a:r>
            <a:endParaRPr lang="en-US" altLang="ja-JP" sz="2000" dirty="0"/>
          </a:p>
          <a:p>
            <a:endParaRPr lang="en-US" altLang="ja-JP" sz="2000" dirty="0"/>
          </a:p>
          <a:p>
            <a:r>
              <a:rPr lang="ja-JP" altLang="en-US" sz="2000" dirty="0"/>
              <a:t>実行すると寄生容量付きネットリストが生成される</a:t>
            </a:r>
            <a:endParaRPr lang="en-US" altLang="ja-JP" sz="2000" dirty="0"/>
          </a:p>
          <a:p>
            <a:pPr lvl="1"/>
            <a:r>
              <a:rPr lang="ja-JP" altLang="en-US" sz="2000" dirty="0"/>
              <a:t>ファイル名：</a:t>
            </a:r>
            <a:r>
              <a:rPr lang="en-US" altLang="ja-JP" sz="2000" dirty="0"/>
              <a:t>[TOP</a:t>
            </a:r>
            <a:r>
              <a:rPr lang="ja-JP" altLang="en-US" sz="2000" dirty="0"/>
              <a:t>セル名</a:t>
            </a:r>
            <a:r>
              <a:rPr lang="en-US" altLang="ja-JP" sz="2000" dirty="0"/>
              <a:t>]_</a:t>
            </a:r>
            <a:r>
              <a:rPr lang="en-US" altLang="ja-JP" sz="2000" dirty="0" err="1"/>
              <a:t>pex_extracted.spice</a:t>
            </a:r>
            <a:endParaRPr lang="en-US" altLang="ja-JP" sz="2000" dirty="0"/>
          </a:p>
          <a:p>
            <a:pPr lvl="2"/>
            <a:r>
              <a:rPr lang="ja-JP" altLang="en-US" sz="2000" dirty="0"/>
              <a:t>デフォルトでは</a:t>
            </a:r>
            <a:r>
              <a:rPr lang="en-US" altLang="ja-JP" sz="2000" dirty="0" err="1"/>
              <a:t>TOP_pex_extracted.spice</a:t>
            </a:r>
            <a:endParaRPr lang="en-US" altLang="ja-JP" sz="2000" dirty="0"/>
          </a:p>
        </p:txBody>
      </p:sp>
      <p:sp>
        <p:nvSpPr>
          <p:cNvPr id="4" name="日付プレースホルダー 3">
            <a:extLst>
              <a:ext uri="{FF2B5EF4-FFF2-40B4-BE49-F238E27FC236}">
                <a16:creationId xmlns:a16="http://schemas.microsoft.com/office/drawing/2014/main" id="{8ED84BED-AA3E-F1FB-D56A-A90324455DBA}"/>
              </a:ext>
            </a:extLst>
          </p:cNvPr>
          <p:cNvSpPr>
            <a:spLocks noGrp="1"/>
          </p:cNvSpPr>
          <p:nvPr>
            <p:ph type="dt" sz="half" idx="10"/>
          </p:nvPr>
        </p:nvSpPr>
        <p:spPr/>
        <p:txBody>
          <a:bodyPr/>
          <a:lstStyle/>
          <a:p>
            <a:fld id="{586FB286-B2CA-4BB0-8D9A-70F913F2344F}"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7734696A-0DA4-4502-6119-6CFDE210924C}"/>
              </a:ext>
            </a:extLst>
          </p:cNvPr>
          <p:cNvSpPr>
            <a:spLocks noGrp="1"/>
          </p:cNvSpPr>
          <p:nvPr>
            <p:ph type="sldNum" sz="quarter" idx="12"/>
          </p:nvPr>
        </p:nvSpPr>
        <p:spPr/>
        <p:txBody>
          <a:bodyPr/>
          <a:lstStyle/>
          <a:p>
            <a:fld id="{66E89953-8AEA-4BDF-A508-664B12926AB4}" type="slidenum">
              <a:rPr kumimoji="1" lang="ja-JP" altLang="en-US" smtClean="0"/>
              <a:t>116</a:t>
            </a:fld>
            <a:endParaRPr kumimoji="1" lang="ja-JP" altLang="en-US"/>
          </a:p>
        </p:txBody>
      </p:sp>
      <p:pic>
        <p:nvPicPr>
          <p:cNvPr id="7" name="図 6">
            <a:extLst>
              <a:ext uri="{FF2B5EF4-FFF2-40B4-BE49-F238E27FC236}">
                <a16:creationId xmlns:a16="http://schemas.microsoft.com/office/drawing/2014/main" id="{6E8A069E-5705-7059-72FB-DCD8C56E77E2}"/>
              </a:ext>
            </a:extLst>
          </p:cNvPr>
          <p:cNvPicPr>
            <a:picLocks noChangeAspect="1"/>
          </p:cNvPicPr>
          <p:nvPr/>
        </p:nvPicPr>
        <p:blipFill>
          <a:blip r:embed="rId2"/>
          <a:stretch>
            <a:fillRect/>
          </a:stretch>
        </p:blipFill>
        <p:spPr>
          <a:xfrm>
            <a:off x="8887940" y="2895442"/>
            <a:ext cx="3077865" cy="2634123"/>
          </a:xfrm>
          <a:prstGeom prst="rect">
            <a:avLst/>
          </a:prstGeom>
        </p:spPr>
      </p:pic>
      <p:cxnSp>
        <p:nvCxnSpPr>
          <p:cNvPr id="9" name="直線矢印コネクタ 8">
            <a:extLst>
              <a:ext uri="{FF2B5EF4-FFF2-40B4-BE49-F238E27FC236}">
                <a16:creationId xmlns:a16="http://schemas.microsoft.com/office/drawing/2014/main" id="{D6A6EAED-2B5F-CE0C-3CB5-5BD1D5A14A71}"/>
              </a:ext>
            </a:extLst>
          </p:cNvPr>
          <p:cNvCxnSpPr/>
          <p:nvPr/>
        </p:nvCxnSpPr>
        <p:spPr>
          <a:xfrm>
            <a:off x="8444594" y="4273106"/>
            <a:ext cx="886691" cy="0"/>
          </a:xfrm>
          <a:prstGeom prst="straightConnector1">
            <a:avLst/>
          </a:prstGeom>
          <a:ln w="5715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80455388"/>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タイトル 6">
            <a:extLst>
              <a:ext uri="{FF2B5EF4-FFF2-40B4-BE49-F238E27FC236}">
                <a16:creationId xmlns:a16="http://schemas.microsoft.com/office/drawing/2014/main" id="{6077E232-B139-F406-545D-B0C5B9F1F07E}"/>
              </a:ext>
            </a:extLst>
          </p:cNvPr>
          <p:cNvSpPr>
            <a:spLocks noGrp="1"/>
          </p:cNvSpPr>
          <p:nvPr>
            <p:ph type="title"/>
          </p:nvPr>
        </p:nvSpPr>
        <p:spPr/>
        <p:txBody>
          <a:bodyPr/>
          <a:lstStyle/>
          <a:p>
            <a:r>
              <a:rPr lang="ja-JP" altLang="en-US" dirty="0"/>
              <a:t>寄生容量を考慮したベンチマークに変更する</a:t>
            </a:r>
          </a:p>
        </p:txBody>
      </p:sp>
      <p:sp>
        <p:nvSpPr>
          <p:cNvPr id="8" name="コンテンツ プレースホルダー 7">
            <a:extLst>
              <a:ext uri="{FF2B5EF4-FFF2-40B4-BE49-F238E27FC236}">
                <a16:creationId xmlns:a16="http://schemas.microsoft.com/office/drawing/2014/main" id="{18DCEA60-D627-7B2E-8474-A5C1B6ACB326}"/>
              </a:ext>
            </a:extLst>
          </p:cNvPr>
          <p:cNvSpPr>
            <a:spLocks noGrp="1"/>
          </p:cNvSpPr>
          <p:nvPr>
            <p:ph idx="1"/>
          </p:nvPr>
        </p:nvSpPr>
        <p:spPr/>
        <p:txBody>
          <a:bodyPr>
            <a:normAutofit/>
          </a:bodyPr>
          <a:lstStyle/>
          <a:p>
            <a:r>
              <a:rPr lang="ja-JP" altLang="en-US" sz="2000" dirty="0"/>
              <a:t>ポストシミュレーションの際は以下２点の変更が必要</a:t>
            </a:r>
            <a:endParaRPr lang="en-US" altLang="ja-JP" sz="2000" dirty="0"/>
          </a:p>
          <a:p>
            <a:endParaRPr lang="en-US" altLang="ja-JP" sz="2000" dirty="0"/>
          </a:p>
          <a:p>
            <a:pPr marL="514350" indent="-514350">
              <a:buFont typeface="+mj-lt"/>
              <a:buAutoNum type="arabicPeriod"/>
            </a:pPr>
            <a:r>
              <a:rPr lang="ja-JP" altLang="en-US" sz="2000" dirty="0"/>
              <a:t>外部ネットリストへのパス</a:t>
            </a:r>
            <a:endParaRPr lang="en-US" altLang="ja-JP" sz="2000" dirty="0"/>
          </a:p>
          <a:p>
            <a:pPr marL="514350" indent="-514350">
              <a:buFont typeface="+mj-lt"/>
              <a:buAutoNum type="arabicPeriod"/>
            </a:pPr>
            <a:r>
              <a:rPr lang="ja-JP" altLang="en-US" sz="2000" dirty="0"/>
              <a:t>外部ネットリスト用のシンボル</a:t>
            </a:r>
            <a:endParaRPr lang="en-US" altLang="ja-JP" sz="2000" dirty="0"/>
          </a:p>
        </p:txBody>
      </p:sp>
      <p:sp>
        <p:nvSpPr>
          <p:cNvPr id="4" name="日付プレースホルダー 3">
            <a:extLst>
              <a:ext uri="{FF2B5EF4-FFF2-40B4-BE49-F238E27FC236}">
                <a16:creationId xmlns:a16="http://schemas.microsoft.com/office/drawing/2014/main" id="{68C68DA4-EF61-E429-53EA-A081A61D73C8}"/>
              </a:ext>
            </a:extLst>
          </p:cNvPr>
          <p:cNvSpPr>
            <a:spLocks noGrp="1"/>
          </p:cNvSpPr>
          <p:nvPr>
            <p:ph type="dt" sz="half" idx="10"/>
          </p:nvPr>
        </p:nvSpPr>
        <p:spPr/>
        <p:txBody>
          <a:bodyPr/>
          <a:lstStyle/>
          <a:p>
            <a:fld id="{692D2DCB-B1CE-456F-B3CA-812FFBB44FB2}"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017F85C5-4409-BA9D-0152-9FDF35C313DA}"/>
              </a:ext>
            </a:extLst>
          </p:cNvPr>
          <p:cNvSpPr>
            <a:spLocks noGrp="1"/>
          </p:cNvSpPr>
          <p:nvPr>
            <p:ph type="sldNum" sz="quarter" idx="12"/>
          </p:nvPr>
        </p:nvSpPr>
        <p:spPr/>
        <p:txBody>
          <a:bodyPr/>
          <a:lstStyle/>
          <a:p>
            <a:fld id="{66E89953-8AEA-4BDF-A508-664B12926AB4}" type="slidenum">
              <a:rPr kumimoji="1" lang="ja-JP" altLang="en-US" smtClean="0"/>
              <a:t>117</a:t>
            </a:fld>
            <a:endParaRPr kumimoji="1" lang="ja-JP" altLang="en-US"/>
          </a:p>
        </p:txBody>
      </p:sp>
    </p:spTree>
    <p:extLst>
      <p:ext uri="{BB962C8B-B14F-4D97-AF65-F5344CB8AC3E}">
        <p14:creationId xmlns:p14="http://schemas.microsoft.com/office/powerpoint/2010/main" val="196291102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DBEEBEE-4FC0-F6EE-C501-E135BF78D521}"/>
              </a:ext>
            </a:extLst>
          </p:cNvPr>
          <p:cNvSpPr>
            <a:spLocks noGrp="1"/>
          </p:cNvSpPr>
          <p:nvPr>
            <p:ph type="title"/>
          </p:nvPr>
        </p:nvSpPr>
        <p:spPr/>
        <p:txBody>
          <a:bodyPr>
            <a:normAutofit/>
          </a:bodyPr>
          <a:lstStyle/>
          <a:p>
            <a:r>
              <a:rPr lang="ja-JP" altLang="en-US" dirty="0"/>
              <a:t>外部ネットリストへのパスを通す</a:t>
            </a:r>
            <a:endParaRPr kumimoji="1" lang="ja-JP" altLang="en-US" dirty="0"/>
          </a:p>
        </p:txBody>
      </p:sp>
      <p:sp>
        <p:nvSpPr>
          <p:cNvPr id="3" name="コンテンツ プレースホルダー 2">
            <a:extLst>
              <a:ext uri="{FF2B5EF4-FFF2-40B4-BE49-F238E27FC236}">
                <a16:creationId xmlns:a16="http://schemas.microsoft.com/office/drawing/2014/main" id="{0A34BC33-022C-9192-3B52-CFE57100FFD1}"/>
              </a:ext>
            </a:extLst>
          </p:cNvPr>
          <p:cNvSpPr>
            <a:spLocks noGrp="1"/>
          </p:cNvSpPr>
          <p:nvPr>
            <p:ph idx="1"/>
          </p:nvPr>
        </p:nvSpPr>
        <p:spPr>
          <a:xfrm>
            <a:off x="448056" y="1447800"/>
            <a:ext cx="11210543" cy="1182188"/>
          </a:xfrm>
        </p:spPr>
        <p:txBody>
          <a:bodyPr>
            <a:normAutofit/>
          </a:bodyPr>
          <a:lstStyle/>
          <a:p>
            <a:r>
              <a:rPr kumimoji="1" lang="ja-JP" altLang="en-US" sz="2000" dirty="0"/>
              <a:t>シミュレーションスクリプトに</a:t>
            </a:r>
            <a:r>
              <a:rPr kumimoji="1" lang="en-US" altLang="ja-JP" sz="2000" dirty="0"/>
              <a:t>.include</a:t>
            </a:r>
            <a:r>
              <a:rPr lang="ja-JP" altLang="en-US" sz="2000" dirty="0"/>
              <a:t>でパスを通す</a:t>
            </a:r>
            <a:endParaRPr lang="en-US" altLang="ja-JP" sz="2000" dirty="0"/>
          </a:p>
          <a:p>
            <a:pPr lvl="1"/>
            <a:r>
              <a:rPr lang="ja-JP" altLang="en-US" sz="2000" dirty="0"/>
              <a:t>レイアウトデータと同じ階層に </a:t>
            </a:r>
            <a:r>
              <a:rPr lang="en-US" altLang="ja-JP" sz="2000" dirty="0"/>
              <a:t>[TOP</a:t>
            </a:r>
            <a:r>
              <a:rPr lang="ja-JP" altLang="en-US" sz="2000" dirty="0"/>
              <a:t>セル名</a:t>
            </a:r>
            <a:r>
              <a:rPr lang="en-US" altLang="ja-JP" sz="2000" dirty="0"/>
              <a:t>]_</a:t>
            </a:r>
            <a:r>
              <a:rPr lang="en-US" altLang="ja-JP" sz="2000" dirty="0" err="1"/>
              <a:t>pex_extracted.spice</a:t>
            </a:r>
            <a:r>
              <a:rPr lang="en-US" altLang="ja-JP" sz="2000" dirty="0"/>
              <a:t> </a:t>
            </a:r>
            <a:r>
              <a:rPr lang="ja-JP" altLang="en-US" sz="2000" dirty="0"/>
              <a:t>が生成される</a:t>
            </a:r>
            <a:endParaRPr lang="en-US" altLang="ja-JP" sz="2000" dirty="0"/>
          </a:p>
        </p:txBody>
      </p:sp>
      <p:sp>
        <p:nvSpPr>
          <p:cNvPr id="4" name="日付プレースホルダー 3">
            <a:extLst>
              <a:ext uri="{FF2B5EF4-FFF2-40B4-BE49-F238E27FC236}">
                <a16:creationId xmlns:a16="http://schemas.microsoft.com/office/drawing/2014/main" id="{B89B4A9D-62BB-6311-EF59-F5067235A854}"/>
              </a:ext>
            </a:extLst>
          </p:cNvPr>
          <p:cNvSpPr>
            <a:spLocks noGrp="1"/>
          </p:cNvSpPr>
          <p:nvPr>
            <p:ph type="dt" sz="half" idx="10"/>
          </p:nvPr>
        </p:nvSpPr>
        <p:spPr/>
        <p:txBody>
          <a:bodyPr/>
          <a:lstStyle/>
          <a:p>
            <a:fld id="{481E20A7-DD1C-46BE-A6C6-771FAED35CC2}"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DAD11241-2769-3057-CD79-53EC1FC01350}"/>
              </a:ext>
            </a:extLst>
          </p:cNvPr>
          <p:cNvSpPr>
            <a:spLocks noGrp="1"/>
          </p:cNvSpPr>
          <p:nvPr>
            <p:ph type="sldNum" sz="quarter" idx="12"/>
          </p:nvPr>
        </p:nvSpPr>
        <p:spPr/>
        <p:txBody>
          <a:bodyPr/>
          <a:lstStyle/>
          <a:p>
            <a:fld id="{66E89953-8AEA-4BDF-A508-664B12926AB4}" type="slidenum">
              <a:rPr kumimoji="1" lang="ja-JP" altLang="en-US" smtClean="0"/>
              <a:t>118</a:t>
            </a:fld>
            <a:endParaRPr kumimoji="1" lang="ja-JP" altLang="en-US"/>
          </a:p>
        </p:txBody>
      </p:sp>
      <p:pic>
        <p:nvPicPr>
          <p:cNvPr id="7" name="図 6">
            <a:extLst>
              <a:ext uri="{FF2B5EF4-FFF2-40B4-BE49-F238E27FC236}">
                <a16:creationId xmlns:a16="http://schemas.microsoft.com/office/drawing/2014/main" id="{6581E761-B4FC-183B-1421-9F5727216E42}"/>
              </a:ext>
            </a:extLst>
          </p:cNvPr>
          <p:cNvPicPr>
            <a:picLocks noChangeAspect="1"/>
          </p:cNvPicPr>
          <p:nvPr/>
        </p:nvPicPr>
        <p:blipFill>
          <a:blip r:embed="rId2"/>
          <a:stretch>
            <a:fillRect/>
          </a:stretch>
        </p:blipFill>
        <p:spPr>
          <a:xfrm>
            <a:off x="2577115" y="2592754"/>
            <a:ext cx="7763856" cy="3784495"/>
          </a:xfrm>
          <a:prstGeom prst="rect">
            <a:avLst/>
          </a:prstGeom>
        </p:spPr>
      </p:pic>
      <p:cxnSp>
        <p:nvCxnSpPr>
          <p:cNvPr id="10" name="直線矢印コネクタ 9">
            <a:extLst>
              <a:ext uri="{FF2B5EF4-FFF2-40B4-BE49-F238E27FC236}">
                <a16:creationId xmlns:a16="http://schemas.microsoft.com/office/drawing/2014/main" id="{118C5A03-2B68-FEC5-BD13-3C69DC7544E0}"/>
              </a:ext>
            </a:extLst>
          </p:cNvPr>
          <p:cNvCxnSpPr/>
          <p:nvPr/>
        </p:nvCxnSpPr>
        <p:spPr>
          <a:xfrm>
            <a:off x="1894919" y="3486869"/>
            <a:ext cx="1173019" cy="0"/>
          </a:xfrm>
          <a:prstGeom prst="straightConnector1">
            <a:avLst/>
          </a:prstGeom>
          <a:ln w="762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32849871"/>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8C312A5-E712-11A1-05D7-520B2ED9F69A}"/>
              </a:ext>
            </a:extLst>
          </p:cNvPr>
          <p:cNvSpPr>
            <a:spLocks noGrp="1"/>
          </p:cNvSpPr>
          <p:nvPr>
            <p:ph type="title"/>
          </p:nvPr>
        </p:nvSpPr>
        <p:spPr/>
        <p:txBody>
          <a:bodyPr>
            <a:normAutofit/>
          </a:bodyPr>
          <a:lstStyle/>
          <a:p>
            <a:r>
              <a:rPr lang="ja-JP" altLang="en-US" dirty="0"/>
              <a:t>外部ネットリスト用のシンボル作成</a:t>
            </a:r>
            <a:endParaRPr kumimoji="1" lang="ja-JP" altLang="en-US" dirty="0"/>
          </a:p>
        </p:txBody>
      </p:sp>
      <p:sp>
        <p:nvSpPr>
          <p:cNvPr id="3" name="コンテンツ プレースホルダー 2">
            <a:extLst>
              <a:ext uri="{FF2B5EF4-FFF2-40B4-BE49-F238E27FC236}">
                <a16:creationId xmlns:a16="http://schemas.microsoft.com/office/drawing/2014/main" id="{49254FD5-ECE4-89AF-5184-AF4DB459CACD}"/>
              </a:ext>
            </a:extLst>
          </p:cNvPr>
          <p:cNvSpPr>
            <a:spLocks noGrp="1"/>
          </p:cNvSpPr>
          <p:nvPr>
            <p:ph idx="1"/>
          </p:nvPr>
        </p:nvSpPr>
        <p:spPr>
          <a:xfrm>
            <a:off x="448056" y="1447800"/>
            <a:ext cx="11210543" cy="1094923"/>
          </a:xfrm>
        </p:spPr>
        <p:txBody>
          <a:bodyPr>
            <a:normAutofit/>
          </a:bodyPr>
          <a:lstStyle/>
          <a:p>
            <a:r>
              <a:rPr kumimoji="1" lang="en-US" altLang="ja-JP" sz="2000" dirty="0"/>
              <a:t>LVS</a:t>
            </a:r>
            <a:r>
              <a:rPr kumimoji="1" lang="ja-JP" altLang="en-US" sz="2000" dirty="0"/>
              <a:t>で使用した回路図からシンボルを作成する</a:t>
            </a:r>
            <a:endParaRPr kumimoji="1" lang="en-US" altLang="ja-JP" sz="2000" dirty="0"/>
          </a:p>
          <a:p>
            <a:pPr lvl="1"/>
            <a:r>
              <a:rPr kumimoji="1" lang="ja-JP" altLang="en-US" sz="2000" dirty="0"/>
              <a:t>メニュー </a:t>
            </a:r>
            <a:r>
              <a:rPr kumimoji="1" lang="en-US" altLang="ja-JP" sz="2000" dirty="0"/>
              <a:t>Symbol &gt; Make symbol from schematic</a:t>
            </a:r>
            <a:endParaRPr kumimoji="1" lang="ja-JP" altLang="en-US" sz="2000" dirty="0"/>
          </a:p>
        </p:txBody>
      </p:sp>
      <p:sp>
        <p:nvSpPr>
          <p:cNvPr id="4" name="日付プレースホルダー 3">
            <a:extLst>
              <a:ext uri="{FF2B5EF4-FFF2-40B4-BE49-F238E27FC236}">
                <a16:creationId xmlns:a16="http://schemas.microsoft.com/office/drawing/2014/main" id="{4A639673-C07A-48C2-0C2A-9EB36A91DE74}"/>
              </a:ext>
            </a:extLst>
          </p:cNvPr>
          <p:cNvSpPr>
            <a:spLocks noGrp="1"/>
          </p:cNvSpPr>
          <p:nvPr>
            <p:ph type="dt" sz="half" idx="10"/>
          </p:nvPr>
        </p:nvSpPr>
        <p:spPr/>
        <p:txBody>
          <a:bodyPr/>
          <a:lstStyle/>
          <a:p>
            <a:fld id="{54093D63-D02D-4C28-A154-7565C607C068}"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0F1A2D8B-78FF-A294-355F-9FB3676E9586}"/>
              </a:ext>
            </a:extLst>
          </p:cNvPr>
          <p:cNvSpPr>
            <a:spLocks noGrp="1"/>
          </p:cNvSpPr>
          <p:nvPr>
            <p:ph type="sldNum" sz="quarter" idx="12"/>
          </p:nvPr>
        </p:nvSpPr>
        <p:spPr/>
        <p:txBody>
          <a:bodyPr/>
          <a:lstStyle/>
          <a:p>
            <a:fld id="{66E89953-8AEA-4BDF-A508-664B12926AB4}" type="slidenum">
              <a:rPr kumimoji="1" lang="ja-JP" altLang="en-US" smtClean="0"/>
              <a:t>119</a:t>
            </a:fld>
            <a:endParaRPr kumimoji="1" lang="ja-JP" altLang="en-US"/>
          </a:p>
        </p:txBody>
      </p:sp>
      <p:pic>
        <p:nvPicPr>
          <p:cNvPr id="12" name="図 11">
            <a:extLst>
              <a:ext uri="{FF2B5EF4-FFF2-40B4-BE49-F238E27FC236}">
                <a16:creationId xmlns:a16="http://schemas.microsoft.com/office/drawing/2014/main" id="{6CA234A6-7AD0-5BC9-4292-7AA6F56F4624}"/>
              </a:ext>
            </a:extLst>
          </p:cNvPr>
          <p:cNvPicPr>
            <a:picLocks noChangeAspect="1"/>
          </p:cNvPicPr>
          <p:nvPr/>
        </p:nvPicPr>
        <p:blipFill>
          <a:blip r:embed="rId2"/>
          <a:srcRect/>
          <a:stretch/>
        </p:blipFill>
        <p:spPr>
          <a:xfrm>
            <a:off x="5842240" y="3179618"/>
            <a:ext cx="6204666" cy="1552553"/>
          </a:xfrm>
          <a:prstGeom prst="rect">
            <a:avLst/>
          </a:prstGeom>
        </p:spPr>
      </p:pic>
      <p:cxnSp>
        <p:nvCxnSpPr>
          <p:cNvPr id="14" name="直線矢印コネクタ 13">
            <a:extLst>
              <a:ext uri="{FF2B5EF4-FFF2-40B4-BE49-F238E27FC236}">
                <a16:creationId xmlns:a16="http://schemas.microsoft.com/office/drawing/2014/main" id="{5AD285E7-234E-D1D4-3561-DAC46AB7C420}"/>
              </a:ext>
            </a:extLst>
          </p:cNvPr>
          <p:cNvCxnSpPr/>
          <p:nvPr/>
        </p:nvCxnSpPr>
        <p:spPr>
          <a:xfrm>
            <a:off x="3906982" y="3955894"/>
            <a:ext cx="1699491" cy="0"/>
          </a:xfrm>
          <a:prstGeom prst="straightConnector1">
            <a:avLst/>
          </a:prstGeom>
          <a:ln w="762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F7A5C537-EA47-5305-7960-3BFF23A47A68}"/>
              </a:ext>
            </a:extLst>
          </p:cNvPr>
          <p:cNvSpPr txBox="1"/>
          <p:nvPr/>
        </p:nvSpPr>
        <p:spPr>
          <a:xfrm>
            <a:off x="5588635" y="5143778"/>
            <a:ext cx="6603365" cy="646331"/>
          </a:xfrm>
          <a:prstGeom prst="rect">
            <a:avLst/>
          </a:prstGeom>
          <a:noFill/>
        </p:spPr>
        <p:txBody>
          <a:bodyPr wrap="square" rtlCol="0">
            <a:spAutoFit/>
          </a:bodyPr>
          <a:lstStyle/>
          <a:p>
            <a:pPr algn="ctr"/>
            <a:r>
              <a:rPr kumimoji="1" lang="ja-JP" altLang="en-US" dirty="0"/>
              <a:t>このままだとシンボルは</a:t>
            </a:r>
            <a:r>
              <a:rPr kumimoji="1" lang="en-US" altLang="ja-JP" dirty="0"/>
              <a:t>LVS</a:t>
            </a:r>
            <a:r>
              <a:rPr kumimoji="1" lang="ja-JP" altLang="en-US" dirty="0"/>
              <a:t>で使用した回路図を参照するため</a:t>
            </a:r>
            <a:endParaRPr kumimoji="1" lang="en-US" altLang="ja-JP" dirty="0"/>
          </a:p>
          <a:p>
            <a:pPr algn="ctr"/>
            <a:r>
              <a:rPr kumimoji="1" lang="ja-JP" altLang="en-US" dirty="0"/>
              <a:t>ネットリストを参照するように改変する</a:t>
            </a:r>
          </a:p>
        </p:txBody>
      </p:sp>
      <p:pic>
        <p:nvPicPr>
          <p:cNvPr id="9" name="図 8">
            <a:extLst>
              <a:ext uri="{FF2B5EF4-FFF2-40B4-BE49-F238E27FC236}">
                <a16:creationId xmlns:a16="http://schemas.microsoft.com/office/drawing/2014/main" id="{1843E6B7-4918-8936-F927-717A1F878D0B}"/>
              </a:ext>
            </a:extLst>
          </p:cNvPr>
          <p:cNvPicPr>
            <a:picLocks noChangeAspect="1"/>
          </p:cNvPicPr>
          <p:nvPr/>
        </p:nvPicPr>
        <p:blipFill>
          <a:blip r:embed="rId3"/>
          <a:stretch>
            <a:fillRect/>
          </a:stretch>
        </p:blipFill>
        <p:spPr>
          <a:xfrm>
            <a:off x="336972" y="2602889"/>
            <a:ext cx="3159816" cy="3020867"/>
          </a:xfrm>
          <a:prstGeom prst="rect">
            <a:avLst/>
          </a:prstGeom>
        </p:spPr>
      </p:pic>
    </p:spTree>
    <p:extLst>
      <p:ext uri="{BB962C8B-B14F-4D97-AF65-F5344CB8AC3E}">
        <p14:creationId xmlns:p14="http://schemas.microsoft.com/office/powerpoint/2010/main" val="735849985"/>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A1F1C97-E110-4A67-3E6D-425C001C94B1}"/>
              </a:ext>
            </a:extLst>
          </p:cNvPr>
          <p:cNvSpPr>
            <a:spLocks noGrp="1"/>
          </p:cNvSpPr>
          <p:nvPr>
            <p:ph type="title"/>
          </p:nvPr>
        </p:nvSpPr>
        <p:spPr/>
        <p:txBody>
          <a:bodyPr/>
          <a:lstStyle/>
          <a:p>
            <a:r>
              <a:rPr lang="ja-JP" altLang="en-US" dirty="0"/>
              <a:t>外部ネットリスト用のシンボル作成　（基本形）</a:t>
            </a:r>
            <a:endParaRPr kumimoji="1" lang="ja-JP" altLang="en-US" dirty="0"/>
          </a:p>
        </p:txBody>
      </p:sp>
      <p:sp>
        <p:nvSpPr>
          <p:cNvPr id="3" name="コンテンツ プレースホルダー 2">
            <a:extLst>
              <a:ext uri="{FF2B5EF4-FFF2-40B4-BE49-F238E27FC236}">
                <a16:creationId xmlns:a16="http://schemas.microsoft.com/office/drawing/2014/main" id="{9895A6E3-D92C-1555-9DB1-F097DE4AF211}"/>
              </a:ext>
            </a:extLst>
          </p:cNvPr>
          <p:cNvSpPr>
            <a:spLocks noGrp="1"/>
          </p:cNvSpPr>
          <p:nvPr>
            <p:ph idx="1"/>
          </p:nvPr>
        </p:nvSpPr>
        <p:spPr>
          <a:xfrm>
            <a:off x="444501" y="1255438"/>
            <a:ext cx="11664372" cy="5302217"/>
          </a:xfrm>
        </p:spPr>
        <p:txBody>
          <a:bodyPr>
            <a:normAutofit/>
          </a:bodyPr>
          <a:lstStyle/>
          <a:p>
            <a:r>
              <a:rPr kumimoji="1" lang="ja-JP" altLang="en-US" sz="2000" dirty="0"/>
              <a:t>シンボルのプロパティを開いてこんな感じの中身にする　（</a:t>
            </a:r>
            <a:r>
              <a:rPr kumimoji="1" lang="en-US" altLang="ja-JP" sz="2000" dirty="0"/>
              <a:t>Q</a:t>
            </a:r>
            <a:r>
              <a:rPr kumimoji="1" lang="ja-JP" altLang="en-US" sz="2000" dirty="0"/>
              <a:t>キーでプロパティを開く）</a:t>
            </a:r>
            <a:endParaRPr lang="en-US" altLang="ja-JP" sz="2000" dirty="0"/>
          </a:p>
          <a:p>
            <a:pPr marL="0" indent="0">
              <a:buNone/>
            </a:pPr>
            <a:endParaRPr kumimoji="1" lang="en-US" altLang="ja-JP" sz="2000" dirty="0"/>
          </a:p>
          <a:p>
            <a:pPr marL="0" indent="0">
              <a:buNone/>
            </a:pPr>
            <a:r>
              <a:rPr kumimoji="1" lang="en-US" altLang="ja-JP" sz="2000" dirty="0"/>
              <a:t>type=primitive</a:t>
            </a:r>
          </a:p>
          <a:p>
            <a:pPr marL="0" indent="0">
              <a:buNone/>
            </a:pPr>
            <a:r>
              <a:rPr kumimoji="1" lang="en-US" altLang="ja-JP" sz="2000" dirty="0"/>
              <a:t>format=“@name </a:t>
            </a:r>
            <a:r>
              <a:rPr kumimoji="1" lang="en-US" altLang="ja-JP" sz="2000" dirty="0">
                <a:solidFill>
                  <a:schemeClr val="accent2"/>
                </a:solidFill>
              </a:rPr>
              <a:t>[</a:t>
            </a:r>
            <a:r>
              <a:rPr kumimoji="1" lang="ja-JP" altLang="en-US" sz="2000" dirty="0">
                <a:solidFill>
                  <a:schemeClr val="accent2"/>
                </a:solidFill>
              </a:rPr>
              <a:t>ネットリスト内のピン</a:t>
            </a:r>
            <a:r>
              <a:rPr kumimoji="1" lang="en-US" altLang="ja-JP" sz="2000" dirty="0">
                <a:solidFill>
                  <a:schemeClr val="accent2"/>
                </a:solidFill>
              </a:rPr>
              <a:t>] </a:t>
            </a:r>
            <a:r>
              <a:rPr kumimoji="1" lang="en-US" altLang="ja-JP" sz="2000" dirty="0"/>
              <a:t>@prefix“</a:t>
            </a:r>
          </a:p>
          <a:p>
            <a:pPr marL="0" indent="0">
              <a:buNone/>
            </a:pPr>
            <a:r>
              <a:rPr kumimoji="1" lang="en-US" altLang="ja-JP" sz="2000" dirty="0"/>
              <a:t>template=“name=x1 prefix=</a:t>
            </a:r>
            <a:r>
              <a:rPr kumimoji="1" lang="en-US" altLang="ja-JP" sz="2000" dirty="0">
                <a:solidFill>
                  <a:schemeClr val="accent2"/>
                </a:solidFill>
              </a:rPr>
              <a:t>[</a:t>
            </a:r>
            <a:r>
              <a:rPr kumimoji="1" lang="en-US" altLang="ja-JP" sz="2000" dirty="0" err="1">
                <a:solidFill>
                  <a:schemeClr val="accent2"/>
                </a:solidFill>
              </a:rPr>
              <a:t>subckt</a:t>
            </a:r>
            <a:r>
              <a:rPr kumimoji="1" lang="ja-JP" altLang="en-US" sz="2000" dirty="0">
                <a:solidFill>
                  <a:schemeClr val="accent2"/>
                </a:solidFill>
              </a:rPr>
              <a:t>の名前</a:t>
            </a:r>
            <a:r>
              <a:rPr kumimoji="1" lang="en-US" altLang="ja-JP" sz="2000" dirty="0">
                <a:solidFill>
                  <a:schemeClr val="accent2"/>
                </a:solidFill>
              </a:rPr>
              <a:t>]</a:t>
            </a:r>
            <a:r>
              <a:rPr kumimoji="1" lang="en-US" altLang="ja-JP" sz="2000" dirty="0"/>
              <a:t>“</a:t>
            </a:r>
          </a:p>
          <a:p>
            <a:pPr marL="0" indent="0">
              <a:buNone/>
            </a:pPr>
            <a:r>
              <a:rPr kumimoji="1" lang="en-US" altLang="ja-JP" sz="2000" dirty="0"/>
              <a:t>extra=“prefix“</a:t>
            </a:r>
          </a:p>
          <a:p>
            <a:pPr marL="0" indent="0">
              <a:buNone/>
            </a:pPr>
            <a:r>
              <a:rPr kumimoji="1" lang="en-US" altLang="ja-JP" sz="2000" dirty="0"/>
              <a:t>highlight=true</a:t>
            </a:r>
          </a:p>
          <a:p>
            <a:pPr marL="0" indent="0">
              <a:buNone/>
            </a:pPr>
            <a:endParaRPr lang="en-US" altLang="ja-JP" sz="2000" dirty="0"/>
          </a:p>
          <a:p>
            <a:pPr marL="0" indent="0">
              <a:buNone/>
            </a:pPr>
            <a:r>
              <a:rPr kumimoji="1" lang="ja-JP" altLang="en-US" sz="1800" dirty="0"/>
              <a:t>詳しくは　</a:t>
            </a:r>
            <a:r>
              <a:rPr kumimoji="1" lang="en-US" altLang="ja-JP" sz="1800" dirty="0">
                <a:solidFill>
                  <a:schemeClr val="accent1"/>
                </a:solidFill>
                <a:hlinkClick r:id="rId2">
                  <a:extLst>
                    <a:ext uri="{A12FA001-AC4F-418D-AE19-62706E023703}">
                      <ahyp:hlinkClr xmlns:ahyp="http://schemas.microsoft.com/office/drawing/2018/hyperlinkcolor" val="tx"/>
                    </a:ext>
                  </a:extLst>
                </a:hlinkClick>
              </a:rPr>
              <a:t>http://repo.hu/projects/xschem/xschem_man/symbol_property_syntax.html</a:t>
            </a:r>
            <a:r>
              <a:rPr kumimoji="1" lang="ja-JP" altLang="en-US" sz="1800" dirty="0"/>
              <a:t>　を参照</a:t>
            </a:r>
            <a:endParaRPr kumimoji="1" lang="en-US" altLang="ja-JP" sz="1800" dirty="0"/>
          </a:p>
          <a:p>
            <a:pPr marL="0" indent="0">
              <a:buNone/>
            </a:pPr>
            <a:endParaRPr kumimoji="1" lang="ja-JP" altLang="en-US" sz="1800" dirty="0"/>
          </a:p>
        </p:txBody>
      </p:sp>
      <p:sp>
        <p:nvSpPr>
          <p:cNvPr id="4" name="日付プレースホルダー 3">
            <a:extLst>
              <a:ext uri="{FF2B5EF4-FFF2-40B4-BE49-F238E27FC236}">
                <a16:creationId xmlns:a16="http://schemas.microsoft.com/office/drawing/2014/main" id="{F4519D3C-6189-914A-9382-227699C83D39}"/>
              </a:ext>
            </a:extLst>
          </p:cNvPr>
          <p:cNvSpPr>
            <a:spLocks noGrp="1"/>
          </p:cNvSpPr>
          <p:nvPr>
            <p:ph type="dt" sz="half" idx="10"/>
          </p:nvPr>
        </p:nvSpPr>
        <p:spPr/>
        <p:txBody>
          <a:bodyPr/>
          <a:lstStyle/>
          <a:p>
            <a:fld id="{74728F3F-E12C-4B68-A5C0-50C0B493B0B9}"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3206CEB9-50C7-821E-99E5-488C254DBC10}"/>
              </a:ext>
            </a:extLst>
          </p:cNvPr>
          <p:cNvSpPr>
            <a:spLocks noGrp="1"/>
          </p:cNvSpPr>
          <p:nvPr>
            <p:ph type="sldNum" sz="quarter" idx="12"/>
          </p:nvPr>
        </p:nvSpPr>
        <p:spPr/>
        <p:txBody>
          <a:bodyPr/>
          <a:lstStyle/>
          <a:p>
            <a:fld id="{66E89953-8AEA-4BDF-A508-664B12926AB4}" type="slidenum">
              <a:rPr kumimoji="1" lang="ja-JP" altLang="en-US" smtClean="0"/>
              <a:t>120</a:t>
            </a:fld>
            <a:endParaRPr kumimoji="1" lang="ja-JP" altLang="en-US"/>
          </a:p>
        </p:txBody>
      </p:sp>
    </p:spTree>
    <p:extLst>
      <p:ext uri="{BB962C8B-B14F-4D97-AF65-F5344CB8AC3E}">
        <p14:creationId xmlns:p14="http://schemas.microsoft.com/office/powerpoint/2010/main" val="2779641263"/>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A1F1C97-E110-4A67-3E6D-425C001C94B1}"/>
              </a:ext>
            </a:extLst>
          </p:cNvPr>
          <p:cNvSpPr>
            <a:spLocks noGrp="1"/>
          </p:cNvSpPr>
          <p:nvPr>
            <p:ph type="title"/>
          </p:nvPr>
        </p:nvSpPr>
        <p:spPr/>
        <p:txBody>
          <a:bodyPr/>
          <a:lstStyle/>
          <a:p>
            <a:r>
              <a:rPr lang="ja-JP" altLang="en-US" dirty="0"/>
              <a:t>外部ネットリスト用のシンボル作成例　（インバータ）</a:t>
            </a:r>
            <a:endParaRPr kumimoji="1" lang="ja-JP" altLang="en-US" dirty="0"/>
          </a:p>
        </p:txBody>
      </p:sp>
      <p:sp>
        <p:nvSpPr>
          <p:cNvPr id="3" name="コンテンツ プレースホルダー 2">
            <a:extLst>
              <a:ext uri="{FF2B5EF4-FFF2-40B4-BE49-F238E27FC236}">
                <a16:creationId xmlns:a16="http://schemas.microsoft.com/office/drawing/2014/main" id="{9895A6E3-D92C-1555-9DB1-F097DE4AF211}"/>
              </a:ext>
            </a:extLst>
          </p:cNvPr>
          <p:cNvSpPr>
            <a:spLocks noGrp="1"/>
          </p:cNvSpPr>
          <p:nvPr>
            <p:ph idx="1"/>
          </p:nvPr>
        </p:nvSpPr>
        <p:spPr/>
        <p:txBody>
          <a:bodyPr>
            <a:normAutofit/>
          </a:bodyPr>
          <a:lstStyle/>
          <a:p>
            <a:pPr marL="0" indent="0">
              <a:buNone/>
            </a:pPr>
            <a:endParaRPr kumimoji="1" lang="en-US" altLang="ja-JP" sz="2000" dirty="0"/>
          </a:p>
          <a:p>
            <a:pPr marL="0" indent="0">
              <a:buNone/>
            </a:pPr>
            <a:r>
              <a:rPr kumimoji="1" lang="en-US" altLang="ja-JP" sz="2000" dirty="0"/>
              <a:t>type=primitive</a:t>
            </a:r>
          </a:p>
          <a:p>
            <a:pPr marL="0" indent="0">
              <a:buNone/>
            </a:pPr>
            <a:r>
              <a:rPr kumimoji="1" lang="en-US" altLang="ja-JP" sz="2000" dirty="0"/>
              <a:t>format="@name </a:t>
            </a:r>
            <a:r>
              <a:rPr kumimoji="1" lang="en-US" altLang="ja-JP" sz="2000" dirty="0">
                <a:solidFill>
                  <a:schemeClr val="accent2"/>
                </a:solidFill>
              </a:rPr>
              <a:t>@@A @@Q @@VDD @@GND </a:t>
            </a:r>
            <a:r>
              <a:rPr kumimoji="1" lang="en-US" altLang="ja-JP" sz="2000" dirty="0"/>
              <a:t>@prefix“</a:t>
            </a:r>
          </a:p>
          <a:p>
            <a:pPr marL="0" indent="0">
              <a:buNone/>
            </a:pPr>
            <a:r>
              <a:rPr kumimoji="1" lang="en-US" altLang="ja-JP" sz="2000" dirty="0"/>
              <a:t>template="name=x1 prefix=</a:t>
            </a:r>
            <a:r>
              <a:rPr lang="en-US" altLang="ja-JP" sz="2000" dirty="0">
                <a:solidFill>
                  <a:schemeClr val="accent2"/>
                </a:solidFill>
              </a:rPr>
              <a:t>inverter</a:t>
            </a:r>
            <a:r>
              <a:rPr kumimoji="1" lang="en-US" altLang="ja-JP" sz="2000" dirty="0"/>
              <a:t>“</a:t>
            </a:r>
          </a:p>
          <a:p>
            <a:pPr marL="0" indent="0">
              <a:buNone/>
            </a:pPr>
            <a:r>
              <a:rPr kumimoji="1" lang="en-US" altLang="ja-JP" sz="2000" dirty="0"/>
              <a:t>extra="prefix“</a:t>
            </a:r>
          </a:p>
          <a:p>
            <a:pPr marL="0" indent="0">
              <a:buNone/>
            </a:pPr>
            <a:r>
              <a:rPr kumimoji="1" lang="en-US" altLang="ja-JP" sz="2000" dirty="0"/>
              <a:t>highlight=true</a:t>
            </a:r>
            <a:endParaRPr kumimoji="1" lang="ja-JP" altLang="en-US" sz="2000" dirty="0"/>
          </a:p>
        </p:txBody>
      </p:sp>
      <p:sp>
        <p:nvSpPr>
          <p:cNvPr id="4" name="日付プレースホルダー 3">
            <a:extLst>
              <a:ext uri="{FF2B5EF4-FFF2-40B4-BE49-F238E27FC236}">
                <a16:creationId xmlns:a16="http://schemas.microsoft.com/office/drawing/2014/main" id="{F4519D3C-6189-914A-9382-227699C83D39}"/>
              </a:ext>
            </a:extLst>
          </p:cNvPr>
          <p:cNvSpPr>
            <a:spLocks noGrp="1"/>
          </p:cNvSpPr>
          <p:nvPr>
            <p:ph type="dt" sz="half" idx="10"/>
          </p:nvPr>
        </p:nvSpPr>
        <p:spPr/>
        <p:txBody>
          <a:bodyPr/>
          <a:lstStyle/>
          <a:p>
            <a:fld id="{1A94F519-8B2D-47F7-B1A2-064A0CDB9D90}"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3206CEB9-50C7-821E-99E5-488C254DBC10}"/>
              </a:ext>
            </a:extLst>
          </p:cNvPr>
          <p:cNvSpPr>
            <a:spLocks noGrp="1"/>
          </p:cNvSpPr>
          <p:nvPr>
            <p:ph type="sldNum" sz="quarter" idx="12"/>
          </p:nvPr>
        </p:nvSpPr>
        <p:spPr/>
        <p:txBody>
          <a:bodyPr/>
          <a:lstStyle/>
          <a:p>
            <a:fld id="{66E89953-8AEA-4BDF-A508-664B12926AB4}" type="slidenum">
              <a:rPr kumimoji="1" lang="ja-JP" altLang="en-US" smtClean="0"/>
              <a:t>121</a:t>
            </a:fld>
            <a:endParaRPr kumimoji="1" lang="ja-JP" altLang="en-US"/>
          </a:p>
        </p:txBody>
      </p:sp>
      <p:sp>
        <p:nvSpPr>
          <p:cNvPr id="9" name="テキスト ボックス 8">
            <a:extLst>
              <a:ext uri="{FF2B5EF4-FFF2-40B4-BE49-F238E27FC236}">
                <a16:creationId xmlns:a16="http://schemas.microsoft.com/office/drawing/2014/main" id="{8DAA0053-457B-9B06-69A2-588CB8340A5F}"/>
              </a:ext>
            </a:extLst>
          </p:cNvPr>
          <p:cNvSpPr txBox="1"/>
          <p:nvPr/>
        </p:nvSpPr>
        <p:spPr>
          <a:xfrm>
            <a:off x="263368" y="5507661"/>
            <a:ext cx="7365341" cy="461665"/>
          </a:xfrm>
          <a:prstGeom prst="rect">
            <a:avLst/>
          </a:prstGeom>
          <a:noFill/>
        </p:spPr>
        <p:txBody>
          <a:bodyPr wrap="square" rtlCol="0">
            <a:spAutoFit/>
          </a:bodyPr>
          <a:lstStyle/>
          <a:p>
            <a:pPr algn="ctr"/>
            <a:r>
              <a:rPr kumimoji="1" lang="ja-JP" altLang="en-US" sz="2400" dirty="0">
                <a:solidFill>
                  <a:schemeClr val="accent2"/>
                </a:solidFill>
              </a:rPr>
              <a:t>抽出したネットリストのピンと同じ並びで記述する</a:t>
            </a:r>
            <a:endParaRPr kumimoji="1" lang="en-US" altLang="ja-JP" sz="2400" dirty="0">
              <a:solidFill>
                <a:schemeClr val="accent2"/>
              </a:solidFill>
            </a:endParaRPr>
          </a:p>
        </p:txBody>
      </p:sp>
      <p:pic>
        <p:nvPicPr>
          <p:cNvPr id="7" name="図 6">
            <a:extLst>
              <a:ext uri="{FF2B5EF4-FFF2-40B4-BE49-F238E27FC236}">
                <a16:creationId xmlns:a16="http://schemas.microsoft.com/office/drawing/2014/main" id="{D5D3BB80-A522-6819-FB99-B4321A90D062}"/>
              </a:ext>
            </a:extLst>
          </p:cNvPr>
          <p:cNvPicPr>
            <a:picLocks noChangeAspect="1"/>
          </p:cNvPicPr>
          <p:nvPr/>
        </p:nvPicPr>
        <p:blipFill>
          <a:blip r:embed="rId2"/>
          <a:srcRect t="57462"/>
          <a:stretch>
            <a:fillRect/>
          </a:stretch>
        </p:blipFill>
        <p:spPr>
          <a:xfrm>
            <a:off x="5859242" y="3546688"/>
            <a:ext cx="6266024" cy="1750538"/>
          </a:xfrm>
          <a:prstGeom prst="rect">
            <a:avLst/>
          </a:prstGeom>
        </p:spPr>
      </p:pic>
      <p:sp>
        <p:nvSpPr>
          <p:cNvPr id="11" name="楕円 10">
            <a:extLst>
              <a:ext uri="{FF2B5EF4-FFF2-40B4-BE49-F238E27FC236}">
                <a16:creationId xmlns:a16="http://schemas.microsoft.com/office/drawing/2014/main" id="{7E3A94ED-385D-C14D-6221-29BD69EB69D5}"/>
              </a:ext>
            </a:extLst>
          </p:cNvPr>
          <p:cNvSpPr/>
          <p:nvPr/>
        </p:nvSpPr>
        <p:spPr>
          <a:xfrm>
            <a:off x="5891844" y="3464467"/>
            <a:ext cx="2313442" cy="427385"/>
          </a:xfrm>
          <a:prstGeom prst="ellipse">
            <a:avLst/>
          </a:prstGeom>
          <a:noFill/>
          <a:ln w="38100">
            <a:solidFill>
              <a:schemeClr val="accent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872541701"/>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A1F1C97-E110-4A67-3E6D-425C001C94B1}"/>
              </a:ext>
            </a:extLst>
          </p:cNvPr>
          <p:cNvSpPr>
            <a:spLocks noGrp="1"/>
          </p:cNvSpPr>
          <p:nvPr>
            <p:ph type="title"/>
          </p:nvPr>
        </p:nvSpPr>
        <p:spPr/>
        <p:txBody>
          <a:bodyPr/>
          <a:lstStyle/>
          <a:p>
            <a:r>
              <a:rPr lang="ja-JP" altLang="en-US" dirty="0"/>
              <a:t>外部ネットリスト用のシンボル作成例　（インバータ）</a:t>
            </a:r>
            <a:endParaRPr kumimoji="1" lang="ja-JP" altLang="en-US" dirty="0"/>
          </a:p>
        </p:txBody>
      </p:sp>
      <p:sp>
        <p:nvSpPr>
          <p:cNvPr id="3" name="コンテンツ プレースホルダー 2">
            <a:extLst>
              <a:ext uri="{FF2B5EF4-FFF2-40B4-BE49-F238E27FC236}">
                <a16:creationId xmlns:a16="http://schemas.microsoft.com/office/drawing/2014/main" id="{9895A6E3-D92C-1555-9DB1-F097DE4AF211}"/>
              </a:ext>
            </a:extLst>
          </p:cNvPr>
          <p:cNvSpPr>
            <a:spLocks noGrp="1"/>
          </p:cNvSpPr>
          <p:nvPr>
            <p:ph idx="1"/>
          </p:nvPr>
        </p:nvSpPr>
        <p:spPr/>
        <p:txBody>
          <a:bodyPr/>
          <a:lstStyle/>
          <a:p>
            <a:pPr marL="0" indent="0">
              <a:buNone/>
            </a:pPr>
            <a:endParaRPr kumimoji="1" lang="en-US" altLang="ja-JP" sz="2000" dirty="0"/>
          </a:p>
          <a:p>
            <a:pPr marL="0" indent="0">
              <a:buNone/>
            </a:pPr>
            <a:r>
              <a:rPr kumimoji="1" lang="en-US" altLang="ja-JP" sz="2000" dirty="0"/>
              <a:t>type=primitive</a:t>
            </a:r>
          </a:p>
          <a:p>
            <a:pPr marL="0" indent="0">
              <a:buNone/>
            </a:pPr>
            <a:r>
              <a:rPr kumimoji="1" lang="en-US" altLang="ja-JP" sz="2000" dirty="0"/>
              <a:t>format="@name </a:t>
            </a:r>
            <a:r>
              <a:rPr kumimoji="1" lang="en-US" altLang="ja-JP" sz="2000" dirty="0">
                <a:solidFill>
                  <a:schemeClr val="accent2"/>
                </a:solidFill>
              </a:rPr>
              <a:t>@@A @@Q @@VDD @@GND</a:t>
            </a:r>
            <a:r>
              <a:rPr kumimoji="1" lang="en-US" altLang="ja-JP" sz="2000" dirty="0">
                <a:solidFill>
                  <a:schemeClr val="accent1"/>
                </a:solidFill>
              </a:rPr>
              <a:t> </a:t>
            </a:r>
            <a:r>
              <a:rPr kumimoji="1" lang="en-US" altLang="ja-JP" sz="2000" dirty="0"/>
              <a:t>@prefix“</a:t>
            </a:r>
          </a:p>
          <a:p>
            <a:r>
              <a:rPr kumimoji="1" lang="en-US" altLang="ja-JP" sz="2000" dirty="0"/>
              <a:t>template="name=x1 prefix=</a:t>
            </a:r>
            <a:r>
              <a:rPr lang="en-US" altLang="ja-JP" sz="2000" dirty="0">
                <a:solidFill>
                  <a:schemeClr val="accent2"/>
                </a:solidFill>
              </a:rPr>
              <a:t>inverter</a:t>
            </a:r>
            <a:r>
              <a:rPr kumimoji="1" lang="en-US" altLang="ja-JP" sz="2000" dirty="0"/>
              <a:t>“</a:t>
            </a:r>
          </a:p>
          <a:p>
            <a:pPr marL="0" indent="0">
              <a:buNone/>
            </a:pPr>
            <a:r>
              <a:rPr kumimoji="1" lang="en-US" altLang="ja-JP" sz="2000" dirty="0"/>
              <a:t>extra="prefix“</a:t>
            </a:r>
          </a:p>
          <a:p>
            <a:pPr marL="0" indent="0">
              <a:buNone/>
            </a:pPr>
            <a:r>
              <a:rPr kumimoji="1" lang="en-US" altLang="ja-JP" sz="2000" dirty="0"/>
              <a:t>highlight=true</a:t>
            </a:r>
            <a:endParaRPr kumimoji="1" lang="ja-JP" altLang="en-US" sz="2000" dirty="0"/>
          </a:p>
        </p:txBody>
      </p:sp>
      <p:sp>
        <p:nvSpPr>
          <p:cNvPr id="4" name="日付プレースホルダー 3">
            <a:extLst>
              <a:ext uri="{FF2B5EF4-FFF2-40B4-BE49-F238E27FC236}">
                <a16:creationId xmlns:a16="http://schemas.microsoft.com/office/drawing/2014/main" id="{F4519D3C-6189-914A-9382-227699C83D39}"/>
              </a:ext>
            </a:extLst>
          </p:cNvPr>
          <p:cNvSpPr>
            <a:spLocks noGrp="1"/>
          </p:cNvSpPr>
          <p:nvPr>
            <p:ph type="dt" sz="half" idx="10"/>
          </p:nvPr>
        </p:nvSpPr>
        <p:spPr/>
        <p:txBody>
          <a:bodyPr/>
          <a:lstStyle/>
          <a:p>
            <a:fld id="{F29C7633-0DDC-440D-853B-F87A0ED43379}"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3206CEB9-50C7-821E-99E5-488C254DBC10}"/>
              </a:ext>
            </a:extLst>
          </p:cNvPr>
          <p:cNvSpPr>
            <a:spLocks noGrp="1"/>
          </p:cNvSpPr>
          <p:nvPr>
            <p:ph type="sldNum" sz="quarter" idx="12"/>
          </p:nvPr>
        </p:nvSpPr>
        <p:spPr/>
        <p:txBody>
          <a:bodyPr/>
          <a:lstStyle/>
          <a:p>
            <a:fld id="{66E89953-8AEA-4BDF-A508-664B12926AB4}" type="slidenum">
              <a:rPr kumimoji="1" lang="ja-JP" altLang="en-US" smtClean="0"/>
              <a:t>122</a:t>
            </a:fld>
            <a:endParaRPr kumimoji="1" lang="ja-JP" altLang="en-US"/>
          </a:p>
        </p:txBody>
      </p:sp>
      <p:sp>
        <p:nvSpPr>
          <p:cNvPr id="10" name="テキスト ボックス 9">
            <a:extLst>
              <a:ext uri="{FF2B5EF4-FFF2-40B4-BE49-F238E27FC236}">
                <a16:creationId xmlns:a16="http://schemas.microsoft.com/office/drawing/2014/main" id="{98073512-42AE-F0E8-D6DA-7749A33D8C88}"/>
              </a:ext>
            </a:extLst>
          </p:cNvPr>
          <p:cNvSpPr txBox="1"/>
          <p:nvPr/>
        </p:nvSpPr>
        <p:spPr>
          <a:xfrm>
            <a:off x="1273438" y="5243803"/>
            <a:ext cx="9645124" cy="954107"/>
          </a:xfrm>
          <a:prstGeom prst="rect">
            <a:avLst/>
          </a:prstGeom>
          <a:noFill/>
        </p:spPr>
        <p:txBody>
          <a:bodyPr wrap="square" rtlCol="0">
            <a:spAutoFit/>
          </a:bodyPr>
          <a:lstStyle/>
          <a:p>
            <a:pPr algn="ctr"/>
            <a:r>
              <a:rPr kumimoji="1" lang="ja-JP" altLang="en-US" sz="2800" dirty="0">
                <a:solidFill>
                  <a:schemeClr val="accent2"/>
                </a:solidFill>
              </a:rPr>
              <a:t>シンボルから出ているピンには</a:t>
            </a:r>
            <a:r>
              <a:rPr kumimoji="1" lang="en-US" altLang="ja-JP" sz="2800" dirty="0">
                <a:solidFill>
                  <a:schemeClr val="accent2"/>
                </a:solidFill>
              </a:rPr>
              <a:t>”@@”</a:t>
            </a:r>
            <a:r>
              <a:rPr kumimoji="1" lang="ja-JP" altLang="en-US" sz="2800" dirty="0">
                <a:solidFill>
                  <a:schemeClr val="accent2"/>
                </a:solidFill>
              </a:rPr>
              <a:t>の</a:t>
            </a:r>
            <a:r>
              <a:rPr kumimoji="1" lang="en-US" altLang="ja-JP" sz="2800" dirty="0">
                <a:solidFill>
                  <a:schemeClr val="accent2"/>
                </a:solidFill>
              </a:rPr>
              <a:t>prefix</a:t>
            </a:r>
            <a:r>
              <a:rPr kumimoji="1" lang="ja-JP" altLang="en-US" sz="2800" dirty="0">
                <a:solidFill>
                  <a:schemeClr val="accent2"/>
                </a:solidFill>
              </a:rPr>
              <a:t>をつける</a:t>
            </a:r>
            <a:endParaRPr kumimoji="1" lang="en-US" altLang="ja-JP" sz="2800" dirty="0">
              <a:solidFill>
                <a:schemeClr val="accent2"/>
              </a:solidFill>
            </a:endParaRPr>
          </a:p>
          <a:p>
            <a:pPr algn="ctr"/>
            <a:r>
              <a:rPr kumimoji="1" lang="ja-JP" altLang="en-US" sz="2800" dirty="0"/>
              <a:t>これで一応完成</a:t>
            </a:r>
            <a:endParaRPr kumimoji="1" lang="en-US" altLang="ja-JP" sz="2800" dirty="0"/>
          </a:p>
        </p:txBody>
      </p:sp>
      <p:pic>
        <p:nvPicPr>
          <p:cNvPr id="8" name="図 7">
            <a:extLst>
              <a:ext uri="{FF2B5EF4-FFF2-40B4-BE49-F238E27FC236}">
                <a16:creationId xmlns:a16="http://schemas.microsoft.com/office/drawing/2014/main" id="{43723991-3C70-17E3-0F53-1C4AB8B7CC00}"/>
              </a:ext>
            </a:extLst>
          </p:cNvPr>
          <p:cNvPicPr>
            <a:picLocks noChangeAspect="1"/>
          </p:cNvPicPr>
          <p:nvPr/>
        </p:nvPicPr>
        <p:blipFill>
          <a:blip r:embed="rId2"/>
          <a:stretch>
            <a:fillRect/>
          </a:stretch>
        </p:blipFill>
        <p:spPr>
          <a:xfrm>
            <a:off x="5721868" y="1175474"/>
            <a:ext cx="6360248" cy="1383920"/>
          </a:xfrm>
          <a:prstGeom prst="rect">
            <a:avLst/>
          </a:prstGeom>
        </p:spPr>
      </p:pic>
    </p:spTree>
    <p:extLst>
      <p:ext uri="{BB962C8B-B14F-4D97-AF65-F5344CB8AC3E}">
        <p14:creationId xmlns:p14="http://schemas.microsoft.com/office/powerpoint/2010/main" val="3650605568"/>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39BDB5-2E46-9107-9DF1-E2130952F347}"/>
              </a:ext>
            </a:extLst>
          </p:cNvPr>
          <p:cNvSpPr>
            <a:spLocks noGrp="1"/>
          </p:cNvSpPr>
          <p:nvPr>
            <p:ph type="title"/>
          </p:nvPr>
        </p:nvSpPr>
        <p:spPr/>
        <p:txBody>
          <a:bodyPr/>
          <a:lstStyle/>
          <a:p>
            <a:r>
              <a:rPr lang="ja-JP" altLang="en-US" dirty="0"/>
              <a:t>ベンチマーク例</a:t>
            </a:r>
            <a:endParaRPr kumimoji="1" lang="ja-JP" altLang="en-US" dirty="0"/>
          </a:p>
        </p:txBody>
      </p:sp>
      <p:sp>
        <p:nvSpPr>
          <p:cNvPr id="4" name="日付プレースホルダー 3">
            <a:extLst>
              <a:ext uri="{FF2B5EF4-FFF2-40B4-BE49-F238E27FC236}">
                <a16:creationId xmlns:a16="http://schemas.microsoft.com/office/drawing/2014/main" id="{ACFE62CC-5864-07EC-31E8-7F4EC235241E}"/>
              </a:ext>
            </a:extLst>
          </p:cNvPr>
          <p:cNvSpPr>
            <a:spLocks noGrp="1"/>
          </p:cNvSpPr>
          <p:nvPr>
            <p:ph type="dt" sz="half" idx="10"/>
          </p:nvPr>
        </p:nvSpPr>
        <p:spPr/>
        <p:txBody>
          <a:bodyPr/>
          <a:lstStyle/>
          <a:p>
            <a:fld id="{758110A4-CB0A-40E2-8713-C065AE40ADCD}" type="datetime1">
              <a:rPr kumimoji="1" lang="ja-JP" altLang="en-US" smtClean="0"/>
              <a:t>2026/10/20</a:t>
            </a:fld>
            <a:endParaRPr kumimoji="1" lang="ja-JP" altLang="en-US"/>
          </a:p>
        </p:txBody>
      </p:sp>
      <p:sp>
        <p:nvSpPr>
          <p:cNvPr id="5" name="スライド番号プレースホルダー 4">
            <a:extLst>
              <a:ext uri="{FF2B5EF4-FFF2-40B4-BE49-F238E27FC236}">
                <a16:creationId xmlns:a16="http://schemas.microsoft.com/office/drawing/2014/main" id="{95B79425-5E05-00EC-AA22-86954BF70F0E}"/>
              </a:ext>
            </a:extLst>
          </p:cNvPr>
          <p:cNvSpPr>
            <a:spLocks noGrp="1"/>
          </p:cNvSpPr>
          <p:nvPr>
            <p:ph type="sldNum" sz="quarter" idx="12"/>
          </p:nvPr>
        </p:nvSpPr>
        <p:spPr/>
        <p:txBody>
          <a:bodyPr/>
          <a:lstStyle/>
          <a:p>
            <a:fld id="{66E89953-8AEA-4BDF-A508-664B12926AB4}" type="slidenum">
              <a:rPr kumimoji="1" lang="ja-JP" altLang="en-US" smtClean="0"/>
              <a:t>123</a:t>
            </a:fld>
            <a:endParaRPr kumimoji="1" lang="ja-JP" altLang="en-US"/>
          </a:p>
        </p:txBody>
      </p:sp>
      <p:pic>
        <p:nvPicPr>
          <p:cNvPr id="16" name="コンテンツ プレースホルダー 15">
            <a:extLst>
              <a:ext uri="{FF2B5EF4-FFF2-40B4-BE49-F238E27FC236}">
                <a16:creationId xmlns:a16="http://schemas.microsoft.com/office/drawing/2014/main" id="{35F35094-4C10-1689-BFF4-4740CBF1D940}"/>
              </a:ext>
            </a:extLst>
          </p:cNvPr>
          <p:cNvPicPr>
            <a:picLocks noGrp="1" noChangeAspect="1"/>
          </p:cNvPicPr>
          <p:nvPr>
            <p:ph idx="1"/>
          </p:nvPr>
        </p:nvPicPr>
        <p:blipFill>
          <a:blip r:embed="rId2"/>
          <a:stretch>
            <a:fillRect/>
          </a:stretch>
        </p:blipFill>
        <p:spPr>
          <a:xfrm>
            <a:off x="885419" y="1236785"/>
            <a:ext cx="10769625" cy="5190606"/>
          </a:xfrm>
          <a:prstGeom prst="rect">
            <a:avLst/>
          </a:prstGeom>
        </p:spPr>
      </p:pic>
      <p:sp>
        <p:nvSpPr>
          <p:cNvPr id="8" name="テキスト ボックス 7">
            <a:extLst>
              <a:ext uri="{FF2B5EF4-FFF2-40B4-BE49-F238E27FC236}">
                <a16:creationId xmlns:a16="http://schemas.microsoft.com/office/drawing/2014/main" id="{0B2435D6-A14A-A474-6C7B-0CDCBE484434}"/>
              </a:ext>
            </a:extLst>
          </p:cNvPr>
          <p:cNvSpPr txBox="1"/>
          <p:nvPr/>
        </p:nvSpPr>
        <p:spPr>
          <a:xfrm>
            <a:off x="6535462" y="3508922"/>
            <a:ext cx="3011055" cy="646331"/>
          </a:xfrm>
          <a:prstGeom prst="rect">
            <a:avLst/>
          </a:prstGeom>
          <a:solidFill>
            <a:schemeClr val="tx1"/>
          </a:solidFill>
          <a:ln w="38100">
            <a:solidFill>
              <a:schemeClr val="bg1"/>
            </a:solidFill>
          </a:ln>
        </p:spPr>
        <p:txBody>
          <a:bodyPr wrap="square" rtlCol="0">
            <a:spAutoFit/>
          </a:bodyPr>
          <a:lstStyle/>
          <a:p>
            <a:pPr algn="ctr"/>
            <a:r>
              <a:rPr kumimoji="1" lang="ja-JP" altLang="en-US" dirty="0">
                <a:solidFill>
                  <a:schemeClr val="bg1"/>
                </a:solidFill>
              </a:rPr>
              <a:t>寄生成分の有無による</a:t>
            </a:r>
            <a:br>
              <a:rPr kumimoji="1" lang="en-US" altLang="ja-JP" dirty="0">
                <a:solidFill>
                  <a:schemeClr val="bg1"/>
                </a:solidFill>
              </a:rPr>
            </a:br>
            <a:r>
              <a:rPr kumimoji="1" lang="ja-JP" altLang="en-US" dirty="0">
                <a:solidFill>
                  <a:schemeClr val="bg1"/>
                </a:solidFill>
              </a:rPr>
              <a:t>過渡応答の変化を見る</a:t>
            </a:r>
          </a:p>
        </p:txBody>
      </p:sp>
    </p:spTree>
    <p:extLst>
      <p:ext uri="{BB962C8B-B14F-4D97-AF65-F5344CB8AC3E}">
        <p14:creationId xmlns:p14="http://schemas.microsoft.com/office/powerpoint/2010/main" val="23405925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4DA0DAD-8FC4-F9EF-B6B6-D1D38C5F1090}"/>
              </a:ext>
            </a:extLst>
          </p:cNvPr>
          <p:cNvSpPr>
            <a:spLocks noGrp="1"/>
          </p:cNvSpPr>
          <p:nvPr>
            <p:ph type="title"/>
          </p:nvPr>
        </p:nvSpPr>
        <p:spPr/>
        <p:txBody>
          <a:bodyPr/>
          <a:lstStyle/>
          <a:p>
            <a:r>
              <a:rPr kumimoji="1" lang="ja-JP" altLang="en-US" dirty="0"/>
              <a:t>シミュレーション結果</a:t>
            </a:r>
          </a:p>
        </p:txBody>
      </p:sp>
      <p:pic>
        <p:nvPicPr>
          <p:cNvPr id="7" name="コンテンツ プレースホルダー 6">
            <a:extLst>
              <a:ext uri="{FF2B5EF4-FFF2-40B4-BE49-F238E27FC236}">
                <a16:creationId xmlns:a16="http://schemas.microsoft.com/office/drawing/2014/main" id="{7ED71E6E-C857-AD71-0939-F3B05D0782FE}"/>
              </a:ext>
            </a:extLst>
          </p:cNvPr>
          <p:cNvPicPr>
            <a:picLocks noGrp="1" noChangeAspect="1"/>
          </p:cNvPicPr>
          <p:nvPr>
            <p:ph idx="1"/>
          </p:nvPr>
        </p:nvPicPr>
        <p:blipFill>
          <a:blip r:embed="rId2"/>
          <a:stretch>
            <a:fillRect/>
          </a:stretch>
        </p:blipFill>
        <p:spPr>
          <a:xfrm>
            <a:off x="1445312" y="1254686"/>
            <a:ext cx="9301376" cy="5172705"/>
          </a:xfrm>
        </p:spPr>
      </p:pic>
      <p:sp>
        <p:nvSpPr>
          <p:cNvPr id="4" name="日付プレースホルダー 3">
            <a:extLst>
              <a:ext uri="{FF2B5EF4-FFF2-40B4-BE49-F238E27FC236}">
                <a16:creationId xmlns:a16="http://schemas.microsoft.com/office/drawing/2014/main" id="{C69C21A7-7825-124D-14DB-A2BA099919AF}"/>
              </a:ext>
            </a:extLst>
          </p:cNvPr>
          <p:cNvSpPr>
            <a:spLocks noGrp="1"/>
          </p:cNvSpPr>
          <p:nvPr>
            <p:ph type="dt" sz="half" idx="10"/>
          </p:nvPr>
        </p:nvSpPr>
        <p:spPr/>
        <p:txBody>
          <a:bodyPr/>
          <a:lstStyle/>
          <a:p>
            <a:fld id="{758110A4-CB0A-40E2-8713-C065AE40ADCD}" type="datetime1">
              <a:rPr kumimoji="1" lang="ja-JP" altLang="en-US" smtClean="0"/>
              <a:t>2026/10/20</a:t>
            </a:fld>
            <a:endParaRPr kumimoji="1" lang="ja-JP" altLang="en-US"/>
          </a:p>
        </p:txBody>
      </p:sp>
      <p:sp>
        <p:nvSpPr>
          <p:cNvPr id="5" name="スライド番号プレースホルダー 4">
            <a:extLst>
              <a:ext uri="{FF2B5EF4-FFF2-40B4-BE49-F238E27FC236}">
                <a16:creationId xmlns:a16="http://schemas.microsoft.com/office/drawing/2014/main" id="{7C30F724-B879-EDB5-C162-6751654CDF6E}"/>
              </a:ext>
            </a:extLst>
          </p:cNvPr>
          <p:cNvSpPr>
            <a:spLocks noGrp="1"/>
          </p:cNvSpPr>
          <p:nvPr>
            <p:ph type="sldNum" sz="quarter" idx="12"/>
          </p:nvPr>
        </p:nvSpPr>
        <p:spPr/>
        <p:txBody>
          <a:bodyPr/>
          <a:lstStyle/>
          <a:p>
            <a:fld id="{66E89953-8AEA-4BDF-A508-664B12926AB4}" type="slidenum">
              <a:rPr kumimoji="1" lang="ja-JP" altLang="en-US" smtClean="0"/>
              <a:t>124</a:t>
            </a:fld>
            <a:endParaRPr kumimoji="1" lang="ja-JP" altLang="en-US"/>
          </a:p>
        </p:txBody>
      </p:sp>
      <p:sp>
        <p:nvSpPr>
          <p:cNvPr id="9" name="テキスト ボックス 8">
            <a:extLst>
              <a:ext uri="{FF2B5EF4-FFF2-40B4-BE49-F238E27FC236}">
                <a16:creationId xmlns:a16="http://schemas.microsoft.com/office/drawing/2014/main" id="{6BC2F86F-7E22-6358-C8DD-681DD42A27FB}"/>
              </a:ext>
            </a:extLst>
          </p:cNvPr>
          <p:cNvSpPr txBox="1"/>
          <p:nvPr/>
        </p:nvSpPr>
        <p:spPr>
          <a:xfrm>
            <a:off x="8397150" y="5105028"/>
            <a:ext cx="2114803" cy="646331"/>
          </a:xfrm>
          <a:prstGeom prst="rect">
            <a:avLst/>
          </a:prstGeom>
          <a:solidFill>
            <a:schemeClr val="tx1"/>
          </a:solidFill>
          <a:ln w="38100">
            <a:solidFill>
              <a:schemeClr val="bg1"/>
            </a:solidFill>
          </a:ln>
        </p:spPr>
        <p:txBody>
          <a:bodyPr wrap="square" rtlCol="0">
            <a:spAutoFit/>
          </a:bodyPr>
          <a:lstStyle/>
          <a:p>
            <a:pPr algn="ctr"/>
            <a:r>
              <a:rPr kumimoji="1" lang="ja-JP" altLang="en-US" dirty="0">
                <a:solidFill>
                  <a:schemeClr val="bg1"/>
                </a:solidFill>
              </a:rPr>
              <a:t>寄生成分による</a:t>
            </a:r>
            <a:br>
              <a:rPr kumimoji="1" lang="en-US" altLang="ja-JP" dirty="0">
                <a:solidFill>
                  <a:schemeClr val="bg1"/>
                </a:solidFill>
              </a:rPr>
            </a:br>
            <a:r>
              <a:rPr kumimoji="1" lang="ja-JP" altLang="en-US" dirty="0">
                <a:solidFill>
                  <a:schemeClr val="bg1"/>
                </a:solidFill>
              </a:rPr>
              <a:t>遅延時間増加</a:t>
            </a:r>
          </a:p>
        </p:txBody>
      </p:sp>
    </p:spTree>
    <p:extLst>
      <p:ext uri="{BB962C8B-B14F-4D97-AF65-F5344CB8AC3E}">
        <p14:creationId xmlns:p14="http://schemas.microsoft.com/office/powerpoint/2010/main" val="82136771"/>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623A1CA-14E2-7712-C43C-F42F7C08A23E}"/>
              </a:ext>
            </a:extLst>
          </p:cNvPr>
          <p:cNvSpPr>
            <a:spLocks noGrp="1"/>
          </p:cNvSpPr>
          <p:nvPr>
            <p:ph type="title"/>
          </p:nvPr>
        </p:nvSpPr>
        <p:spPr/>
        <p:txBody>
          <a:bodyPr/>
          <a:lstStyle/>
          <a:p>
            <a:r>
              <a:rPr kumimoji="1" lang="ja-JP" altLang="en-US" dirty="0"/>
              <a:t>シミュレーション結果</a:t>
            </a:r>
          </a:p>
        </p:txBody>
      </p:sp>
      <p:pic>
        <p:nvPicPr>
          <p:cNvPr id="7" name="コンテンツ プレースホルダー 6">
            <a:extLst>
              <a:ext uri="{FF2B5EF4-FFF2-40B4-BE49-F238E27FC236}">
                <a16:creationId xmlns:a16="http://schemas.microsoft.com/office/drawing/2014/main" id="{E02EF390-2566-BF07-B42A-8A2F5978EE79}"/>
              </a:ext>
            </a:extLst>
          </p:cNvPr>
          <p:cNvPicPr>
            <a:picLocks noGrp="1" noChangeAspect="1"/>
          </p:cNvPicPr>
          <p:nvPr>
            <p:ph idx="1"/>
          </p:nvPr>
        </p:nvPicPr>
        <p:blipFill>
          <a:blip r:embed="rId2"/>
          <a:stretch>
            <a:fillRect/>
          </a:stretch>
        </p:blipFill>
        <p:spPr>
          <a:xfrm>
            <a:off x="1694163" y="1240410"/>
            <a:ext cx="9960881" cy="5120993"/>
          </a:xfrm>
        </p:spPr>
      </p:pic>
      <p:sp>
        <p:nvSpPr>
          <p:cNvPr id="4" name="日付プレースホルダー 3">
            <a:extLst>
              <a:ext uri="{FF2B5EF4-FFF2-40B4-BE49-F238E27FC236}">
                <a16:creationId xmlns:a16="http://schemas.microsoft.com/office/drawing/2014/main" id="{249D009B-97A3-C112-982C-05F4BB7F5E67}"/>
              </a:ext>
            </a:extLst>
          </p:cNvPr>
          <p:cNvSpPr>
            <a:spLocks noGrp="1"/>
          </p:cNvSpPr>
          <p:nvPr>
            <p:ph type="dt" sz="half" idx="10"/>
          </p:nvPr>
        </p:nvSpPr>
        <p:spPr/>
        <p:txBody>
          <a:bodyPr/>
          <a:lstStyle/>
          <a:p>
            <a:fld id="{758110A4-CB0A-40E2-8713-C065AE40ADCD}" type="datetime1">
              <a:rPr kumimoji="1" lang="ja-JP" altLang="en-US" smtClean="0"/>
              <a:t>2026/10/20</a:t>
            </a:fld>
            <a:endParaRPr kumimoji="1" lang="ja-JP" altLang="en-US"/>
          </a:p>
        </p:txBody>
      </p:sp>
      <p:sp>
        <p:nvSpPr>
          <p:cNvPr id="5" name="スライド番号プレースホルダー 4">
            <a:extLst>
              <a:ext uri="{FF2B5EF4-FFF2-40B4-BE49-F238E27FC236}">
                <a16:creationId xmlns:a16="http://schemas.microsoft.com/office/drawing/2014/main" id="{A8748E03-8454-8079-EC64-6B81813A3E5B}"/>
              </a:ext>
            </a:extLst>
          </p:cNvPr>
          <p:cNvSpPr>
            <a:spLocks noGrp="1"/>
          </p:cNvSpPr>
          <p:nvPr>
            <p:ph type="sldNum" sz="quarter" idx="12"/>
          </p:nvPr>
        </p:nvSpPr>
        <p:spPr/>
        <p:txBody>
          <a:bodyPr/>
          <a:lstStyle/>
          <a:p>
            <a:fld id="{66E89953-8AEA-4BDF-A508-664B12926AB4}" type="slidenum">
              <a:rPr kumimoji="1" lang="ja-JP" altLang="en-US" smtClean="0"/>
              <a:t>125</a:t>
            </a:fld>
            <a:endParaRPr kumimoji="1" lang="ja-JP" altLang="en-US"/>
          </a:p>
        </p:txBody>
      </p:sp>
      <p:sp>
        <p:nvSpPr>
          <p:cNvPr id="8" name="テキスト ボックス 7">
            <a:extLst>
              <a:ext uri="{FF2B5EF4-FFF2-40B4-BE49-F238E27FC236}">
                <a16:creationId xmlns:a16="http://schemas.microsoft.com/office/drawing/2014/main" id="{9484D92E-C4EA-92D4-7B84-E453334F5D95}"/>
              </a:ext>
            </a:extLst>
          </p:cNvPr>
          <p:cNvSpPr txBox="1"/>
          <p:nvPr/>
        </p:nvSpPr>
        <p:spPr>
          <a:xfrm>
            <a:off x="5559905" y="3508657"/>
            <a:ext cx="2229395" cy="1200329"/>
          </a:xfrm>
          <a:prstGeom prst="rect">
            <a:avLst/>
          </a:prstGeom>
          <a:solidFill>
            <a:schemeClr val="tx1"/>
          </a:solidFill>
          <a:ln w="28575">
            <a:solidFill>
              <a:schemeClr val="bg1"/>
            </a:solidFill>
          </a:ln>
        </p:spPr>
        <p:txBody>
          <a:bodyPr wrap="square" rtlCol="0">
            <a:spAutoFit/>
          </a:bodyPr>
          <a:lstStyle/>
          <a:p>
            <a:r>
              <a:rPr kumimoji="1" lang="ja-JP" altLang="en-US" sz="2400" dirty="0">
                <a:solidFill>
                  <a:schemeClr val="accent1"/>
                </a:solidFill>
              </a:rPr>
              <a:t>青</a:t>
            </a:r>
            <a:r>
              <a:rPr kumimoji="1" lang="en-US" altLang="ja-JP" sz="2400" dirty="0">
                <a:solidFill>
                  <a:schemeClr val="accent1"/>
                </a:solidFill>
              </a:rPr>
              <a:t>:</a:t>
            </a:r>
            <a:r>
              <a:rPr kumimoji="1" lang="ja-JP" altLang="en-US" sz="2400" dirty="0">
                <a:solidFill>
                  <a:schemeClr val="accent1"/>
                </a:solidFill>
              </a:rPr>
              <a:t>入力</a:t>
            </a:r>
            <a:endParaRPr kumimoji="1" lang="en-US" altLang="ja-JP" sz="2400" dirty="0">
              <a:solidFill>
                <a:schemeClr val="accent1"/>
              </a:solidFill>
            </a:endParaRPr>
          </a:p>
          <a:p>
            <a:r>
              <a:rPr kumimoji="1" lang="ja-JP" altLang="en-US" sz="2400" dirty="0">
                <a:solidFill>
                  <a:srgbClr val="C00000"/>
                </a:solidFill>
              </a:rPr>
              <a:t>赤</a:t>
            </a:r>
            <a:r>
              <a:rPr kumimoji="1" lang="en-US" altLang="ja-JP" sz="2400" dirty="0">
                <a:solidFill>
                  <a:srgbClr val="C00000"/>
                </a:solidFill>
              </a:rPr>
              <a:t>:</a:t>
            </a:r>
            <a:r>
              <a:rPr kumimoji="1" lang="ja-JP" altLang="en-US" sz="2400" dirty="0">
                <a:solidFill>
                  <a:srgbClr val="C00000"/>
                </a:solidFill>
              </a:rPr>
              <a:t>寄生成分無</a:t>
            </a:r>
            <a:endParaRPr kumimoji="1" lang="en-US" altLang="ja-JP" sz="2400" dirty="0">
              <a:solidFill>
                <a:srgbClr val="C00000"/>
              </a:solidFill>
            </a:endParaRPr>
          </a:p>
          <a:p>
            <a:r>
              <a:rPr kumimoji="1" lang="ja-JP" altLang="en-US" sz="2400" dirty="0">
                <a:solidFill>
                  <a:srgbClr val="00FF00"/>
                </a:solidFill>
              </a:rPr>
              <a:t>緑</a:t>
            </a:r>
            <a:r>
              <a:rPr kumimoji="1" lang="en-US" altLang="ja-JP" sz="2400" dirty="0">
                <a:solidFill>
                  <a:srgbClr val="00FF00"/>
                </a:solidFill>
              </a:rPr>
              <a:t>:</a:t>
            </a:r>
            <a:r>
              <a:rPr kumimoji="1" lang="ja-JP" altLang="en-US" sz="2400" dirty="0">
                <a:solidFill>
                  <a:srgbClr val="00FF00"/>
                </a:solidFill>
              </a:rPr>
              <a:t>寄生成分有</a:t>
            </a:r>
          </a:p>
        </p:txBody>
      </p:sp>
    </p:spTree>
    <p:extLst>
      <p:ext uri="{BB962C8B-B14F-4D97-AF65-F5344CB8AC3E}">
        <p14:creationId xmlns:p14="http://schemas.microsoft.com/office/powerpoint/2010/main" val="2357841814"/>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D6F447-CEC0-DCA3-A32F-277C5B8535F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80DEDA4-6443-3157-0997-444182DF1275}"/>
              </a:ext>
            </a:extLst>
          </p:cNvPr>
          <p:cNvSpPr>
            <a:spLocks noGrp="1"/>
          </p:cNvSpPr>
          <p:nvPr>
            <p:ph type="title"/>
          </p:nvPr>
        </p:nvSpPr>
        <p:spPr/>
        <p:txBody>
          <a:bodyPr/>
          <a:lstStyle/>
          <a:p>
            <a:r>
              <a:rPr lang="ja-JP" altLang="en-US" dirty="0"/>
              <a:t>アナログ半導体の設計フロー</a:t>
            </a:r>
            <a:endParaRPr kumimoji="1" lang="ja-JP" altLang="en-US" dirty="0"/>
          </a:p>
        </p:txBody>
      </p:sp>
      <p:sp>
        <p:nvSpPr>
          <p:cNvPr id="3" name="日付プレースホルダー 2">
            <a:extLst>
              <a:ext uri="{FF2B5EF4-FFF2-40B4-BE49-F238E27FC236}">
                <a16:creationId xmlns:a16="http://schemas.microsoft.com/office/drawing/2014/main" id="{96B66370-DCDD-8AEA-73C7-C4C4F569DF25}"/>
              </a:ext>
            </a:extLst>
          </p:cNvPr>
          <p:cNvSpPr>
            <a:spLocks noGrp="1"/>
          </p:cNvSpPr>
          <p:nvPr>
            <p:ph type="dt" sz="half" idx="10"/>
          </p:nvPr>
        </p:nvSpPr>
        <p:spPr/>
        <p:txBody>
          <a:bodyPr/>
          <a:lstStyle/>
          <a:p>
            <a:pPr rtl="0"/>
            <a:fld id="{DBBD7590-56EA-4C2E-8847-39D08940E649}"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4AD8381F-0D3F-D02F-97E0-312796BFF7B3}"/>
              </a:ext>
            </a:extLst>
          </p:cNvPr>
          <p:cNvSpPr>
            <a:spLocks noGrp="1"/>
          </p:cNvSpPr>
          <p:nvPr>
            <p:ph type="sldNum" sz="quarter" idx="12"/>
          </p:nvPr>
        </p:nvSpPr>
        <p:spPr/>
        <p:txBody>
          <a:bodyPr/>
          <a:lstStyle/>
          <a:p>
            <a:pPr rtl="0"/>
            <a:fld id="{9860EDB8-5305-433F-BE41-D7A86D811DB3}" type="slidenum">
              <a:rPr lang="en-US" altLang="ja-JP" noProof="0" smtClean="0"/>
              <a:pPr rtl="0"/>
              <a:t>126</a:t>
            </a:fld>
            <a:endParaRPr lang="ja-JP" altLang="en-US" noProof="0"/>
          </a:p>
        </p:txBody>
      </p:sp>
      <p:sp>
        <p:nvSpPr>
          <p:cNvPr id="5" name="コンテンツ プレースホルダー 4">
            <a:extLst>
              <a:ext uri="{FF2B5EF4-FFF2-40B4-BE49-F238E27FC236}">
                <a16:creationId xmlns:a16="http://schemas.microsoft.com/office/drawing/2014/main" id="{F25CD0E2-D57B-11BA-F910-762215730BFD}"/>
              </a:ext>
            </a:extLst>
          </p:cNvPr>
          <p:cNvSpPr>
            <a:spLocks noGrp="1"/>
          </p:cNvSpPr>
          <p:nvPr>
            <p:ph sz="quarter" idx="13"/>
          </p:nvPr>
        </p:nvSpPr>
        <p:spPr/>
        <p:txBody>
          <a:bodyPr>
            <a:normAutofit/>
          </a:bodyPr>
          <a:lstStyle/>
          <a:p>
            <a:pPr marL="457200" indent="-457200">
              <a:buFont typeface="+mj-lt"/>
              <a:buAutoNum type="arabicPeriod"/>
            </a:pPr>
            <a:r>
              <a:rPr kumimoji="1" lang="ja-JP" altLang="en-US" sz="2000" dirty="0"/>
              <a:t>回路図を描く</a:t>
            </a:r>
            <a:endParaRPr kumimoji="1" lang="en-US" altLang="ja-JP" sz="2000" dirty="0"/>
          </a:p>
          <a:p>
            <a:pPr marL="457200" indent="-457200">
              <a:buFont typeface="+mj-lt"/>
              <a:buAutoNum type="arabicPeriod"/>
            </a:pPr>
            <a:r>
              <a:rPr lang="ja-JP" altLang="en-US" sz="2000" dirty="0"/>
              <a:t>シミュレーションをする</a:t>
            </a:r>
            <a:endParaRPr lang="en-US" altLang="ja-JP" sz="2000" dirty="0"/>
          </a:p>
          <a:p>
            <a:pPr marL="457200" indent="-457200">
              <a:buFont typeface="+mj-lt"/>
              <a:buAutoNum type="arabicPeriod"/>
            </a:pPr>
            <a:r>
              <a:rPr kumimoji="1" lang="ja-JP" altLang="en-US" sz="2000" dirty="0"/>
              <a:t>回路図を基にレイアウトを描く</a:t>
            </a:r>
            <a:endParaRPr kumimoji="1" lang="en-US" altLang="ja-JP" sz="2000" dirty="0"/>
          </a:p>
          <a:p>
            <a:pPr marL="457200" indent="-457200">
              <a:buFont typeface="+mj-lt"/>
              <a:buAutoNum type="arabicPeriod"/>
            </a:pPr>
            <a:r>
              <a:rPr lang="ja-JP" altLang="en-US" sz="2000" dirty="0">
                <a:solidFill>
                  <a:schemeClr val="tx1"/>
                </a:solidFill>
              </a:rPr>
              <a:t>レイアウトを検証する</a:t>
            </a:r>
            <a:endParaRPr lang="en-US" altLang="ja-JP" sz="2000" dirty="0">
              <a:solidFill>
                <a:schemeClr val="tx1"/>
              </a:solidFill>
            </a:endParaRPr>
          </a:p>
          <a:p>
            <a:pPr marL="457200" indent="-457200">
              <a:buFont typeface="+mj-lt"/>
              <a:buAutoNum type="arabicPeriod"/>
            </a:pPr>
            <a:r>
              <a:rPr kumimoji="1" lang="ja-JP" altLang="en-US" sz="2000" dirty="0">
                <a:solidFill>
                  <a:schemeClr val="tx1"/>
                </a:solidFill>
              </a:rPr>
              <a:t>レイアウトを基に寄生成分を考慮したシミュレーションをする</a:t>
            </a:r>
            <a:endParaRPr kumimoji="1" lang="en-US" altLang="ja-JP" sz="2000" dirty="0">
              <a:solidFill>
                <a:schemeClr val="tx1"/>
              </a:solidFill>
            </a:endParaRPr>
          </a:p>
          <a:p>
            <a:pPr marL="457200" indent="-457200">
              <a:buFont typeface="+mj-lt"/>
              <a:buAutoNum type="arabicPeriod"/>
            </a:pPr>
            <a:r>
              <a:rPr lang="ja-JP" altLang="en-US" sz="2000" b="1" dirty="0">
                <a:solidFill>
                  <a:schemeClr val="accent2"/>
                </a:solidFill>
              </a:rPr>
              <a:t>フレームに載せる</a:t>
            </a:r>
            <a:endParaRPr lang="en-US" altLang="ja-JP" sz="2000" b="1" dirty="0">
              <a:solidFill>
                <a:schemeClr val="accent2"/>
              </a:solidFill>
            </a:endParaRPr>
          </a:p>
        </p:txBody>
      </p:sp>
    </p:spTree>
    <p:extLst>
      <p:ext uri="{BB962C8B-B14F-4D97-AF65-F5344CB8AC3E}">
        <p14:creationId xmlns:p14="http://schemas.microsoft.com/office/powerpoint/2010/main" val="3253705667"/>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E988177-C44A-60E2-143F-35FDA5025D3A}"/>
              </a:ext>
            </a:extLst>
          </p:cNvPr>
          <p:cNvSpPr>
            <a:spLocks noGrp="1"/>
          </p:cNvSpPr>
          <p:nvPr>
            <p:ph type="title"/>
          </p:nvPr>
        </p:nvSpPr>
        <p:spPr/>
        <p:txBody>
          <a:bodyPr/>
          <a:lstStyle/>
          <a:p>
            <a:r>
              <a:rPr kumimoji="1" lang="ja-JP" altLang="en-US" dirty="0"/>
              <a:t>フレームとパッド</a:t>
            </a:r>
          </a:p>
        </p:txBody>
      </p:sp>
      <p:sp>
        <p:nvSpPr>
          <p:cNvPr id="3" name="日付プレースホルダー 2">
            <a:extLst>
              <a:ext uri="{FF2B5EF4-FFF2-40B4-BE49-F238E27FC236}">
                <a16:creationId xmlns:a16="http://schemas.microsoft.com/office/drawing/2014/main" id="{5C3B5167-C638-E416-0D53-766103D8F3DA}"/>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7CD249DF-590D-5E4F-A1B9-FB93447A3714}"/>
              </a:ext>
            </a:extLst>
          </p:cNvPr>
          <p:cNvSpPr>
            <a:spLocks noGrp="1"/>
          </p:cNvSpPr>
          <p:nvPr>
            <p:ph type="sldNum" sz="quarter" idx="12"/>
          </p:nvPr>
        </p:nvSpPr>
        <p:spPr/>
        <p:txBody>
          <a:bodyPr/>
          <a:lstStyle/>
          <a:p>
            <a:pPr rtl="0"/>
            <a:fld id="{9860EDB8-5305-433F-BE41-D7A86D811DB3}" type="slidenum">
              <a:rPr lang="en-US" altLang="ja-JP" noProof="0" smtClean="0"/>
              <a:pPr rtl="0"/>
              <a:t>127</a:t>
            </a:fld>
            <a:endParaRPr lang="ja-JP" altLang="en-US" noProof="0"/>
          </a:p>
        </p:txBody>
      </p:sp>
      <p:sp>
        <p:nvSpPr>
          <p:cNvPr id="5" name="コンテンツ プレースホルダー 4">
            <a:extLst>
              <a:ext uri="{FF2B5EF4-FFF2-40B4-BE49-F238E27FC236}">
                <a16:creationId xmlns:a16="http://schemas.microsoft.com/office/drawing/2014/main" id="{D1F7B6FB-2938-0358-58D2-DCB5FBAA3E9B}"/>
              </a:ext>
            </a:extLst>
          </p:cNvPr>
          <p:cNvSpPr>
            <a:spLocks noGrp="1"/>
          </p:cNvSpPr>
          <p:nvPr>
            <p:ph sz="quarter" idx="13"/>
          </p:nvPr>
        </p:nvSpPr>
        <p:spPr/>
        <p:txBody>
          <a:bodyPr/>
          <a:lstStyle/>
          <a:p>
            <a:pPr marL="285750" indent="-285750">
              <a:buFont typeface="Arial" panose="020B0604020202020204" pitchFamily="34" charset="0"/>
              <a:buChar char="•"/>
            </a:pPr>
            <a:r>
              <a:rPr lang="ja-JP" altLang="en-US" dirty="0"/>
              <a:t>パッド</a:t>
            </a:r>
            <a:endParaRPr lang="en-US" altLang="ja-JP" dirty="0"/>
          </a:p>
          <a:p>
            <a:pPr marL="569214" lvl="1" indent="-285750"/>
            <a:r>
              <a:rPr lang="ja-JP" altLang="en-US" dirty="0"/>
              <a:t>フレーム上に配置される配線用の電極</a:t>
            </a:r>
            <a:endParaRPr lang="en-US" altLang="ja-JP" dirty="0"/>
          </a:p>
          <a:p>
            <a:pPr marL="569214" lvl="1" indent="-285750"/>
            <a:r>
              <a:rPr lang="ja-JP" altLang="en-US" dirty="0"/>
              <a:t>ボンディングでパッケージ基板と接続する</a:t>
            </a:r>
            <a:endParaRPr lang="en-US" altLang="ja-JP" dirty="0"/>
          </a:p>
          <a:p>
            <a:pPr marL="285750" indent="-285750">
              <a:buFont typeface="Arial" panose="020B0604020202020204" pitchFamily="34" charset="0"/>
              <a:buChar char="•"/>
            </a:pPr>
            <a:r>
              <a:rPr kumimoji="1" lang="ja-JP" altLang="en-US" dirty="0"/>
              <a:t>フレーム</a:t>
            </a:r>
            <a:endParaRPr kumimoji="1" lang="en-US" altLang="ja-JP" dirty="0"/>
          </a:p>
          <a:p>
            <a:pPr marL="569214" lvl="1" indent="-285750"/>
            <a:r>
              <a:rPr kumimoji="1" lang="ja-JP" altLang="en-US" dirty="0"/>
              <a:t>カットされる単位</a:t>
            </a:r>
            <a:endParaRPr kumimoji="1" lang="en-US" altLang="ja-JP" dirty="0"/>
          </a:p>
          <a:p>
            <a:pPr marL="285750" indent="-285750">
              <a:buFont typeface="Arial" panose="020B0604020202020204" pitchFamily="34" charset="0"/>
              <a:buChar char="•"/>
            </a:pPr>
            <a:endParaRPr kumimoji="1" lang="ja-JP" altLang="en-US" dirty="0"/>
          </a:p>
        </p:txBody>
      </p:sp>
      <p:pic>
        <p:nvPicPr>
          <p:cNvPr id="11" name="図 10">
            <a:extLst>
              <a:ext uri="{FF2B5EF4-FFF2-40B4-BE49-F238E27FC236}">
                <a16:creationId xmlns:a16="http://schemas.microsoft.com/office/drawing/2014/main" id="{19F6CC42-4288-1A2A-2444-A9256BC73C76}"/>
              </a:ext>
            </a:extLst>
          </p:cNvPr>
          <p:cNvPicPr>
            <a:picLocks noChangeAspect="1"/>
          </p:cNvPicPr>
          <p:nvPr/>
        </p:nvPicPr>
        <p:blipFill>
          <a:blip r:embed="rId2"/>
          <a:srcRect l="17324"/>
          <a:stretch>
            <a:fillRect/>
          </a:stretch>
        </p:blipFill>
        <p:spPr>
          <a:xfrm>
            <a:off x="5436851" y="-1"/>
            <a:ext cx="6755149" cy="4595979"/>
          </a:xfrm>
          <a:prstGeom prst="rect">
            <a:avLst/>
          </a:prstGeom>
        </p:spPr>
      </p:pic>
      <p:pic>
        <p:nvPicPr>
          <p:cNvPr id="9" name="図 8">
            <a:extLst>
              <a:ext uri="{FF2B5EF4-FFF2-40B4-BE49-F238E27FC236}">
                <a16:creationId xmlns:a16="http://schemas.microsoft.com/office/drawing/2014/main" id="{A3C451EC-FBBC-34E0-0B59-11B82903CD84}"/>
              </a:ext>
            </a:extLst>
          </p:cNvPr>
          <p:cNvPicPr>
            <a:picLocks noChangeAspect="1"/>
          </p:cNvPicPr>
          <p:nvPr/>
        </p:nvPicPr>
        <p:blipFill>
          <a:blip r:embed="rId3"/>
          <a:srcRect r="10033"/>
          <a:stretch>
            <a:fillRect/>
          </a:stretch>
        </p:blipFill>
        <p:spPr>
          <a:xfrm>
            <a:off x="4615829" y="3889170"/>
            <a:ext cx="4280407" cy="2676223"/>
          </a:xfrm>
          <a:prstGeom prst="rect">
            <a:avLst/>
          </a:prstGeom>
        </p:spPr>
      </p:pic>
      <p:pic>
        <p:nvPicPr>
          <p:cNvPr id="12" name="図 11">
            <a:extLst>
              <a:ext uri="{FF2B5EF4-FFF2-40B4-BE49-F238E27FC236}">
                <a16:creationId xmlns:a16="http://schemas.microsoft.com/office/drawing/2014/main" id="{49638A98-9ABF-C5D2-4E32-3AE4F6DB771E}"/>
              </a:ext>
            </a:extLst>
          </p:cNvPr>
          <p:cNvPicPr>
            <a:picLocks noChangeAspect="1"/>
          </p:cNvPicPr>
          <p:nvPr/>
        </p:nvPicPr>
        <p:blipFill>
          <a:blip r:embed="rId4"/>
          <a:stretch>
            <a:fillRect/>
          </a:stretch>
        </p:blipFill>
        <p:spPr>
          <a:xfrm>
            <a:off x="1387671" y="3889171"/>
            <a:ext cx="2669842" cy="2676222"/>
          </a:xfrm>
          <a:prstGeom prst="rect">
            <a:avLst/>
          </a:prstGeom>
        </p:spPr>
      </p:pic>
      <p:sp>
        <p:nvSpPr>
          <p:cNvPr id="7" name="正方形/長方形 6">
            <a:extLst>
              <a:ext uri="{FF2B5EF4-FFF2-40B4-BE49-F238E27FC236}">
                <a16:creationId xmlns:a16="http://schemas.microsoft.com/office/drawing/2014/main" id="{E9EF2B43-BA38-8180-2F77-7CA219CDBED2}"/>
              </a:ext>
            </a:extLst>
          </p:cNvPr>
          <p:cNvSpPr/>
          <p:nvPr/>
        </p:nvSpPr>
        <p:spPr>
          <a:xfrm>
            <a:off x="0" y="6600037"/>
            <a:ext cx="3213463" cy="223317"/>
          </a:xfrm>
          <a:prstGeom prst="rect">
            <a:avLst/>
          </a:prstGeom>
          <a:solidFill>
            <a:srgbClr val="323232"/>
          </a:solidFill>
          <a:ln w="12700" cap="flat" cmpd="sng" algn="ctr">
            <a:noFill/>
            <a:prstDash val="solid"/>
            <a:miter lim="800000"/>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1" lang="en-US" altLang="ja-JP"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rPr>
              <a:t>OpenSUSI-TR10</a:t>
            </a:r>
            <a:endParaRPr kumimoji="1" lang="ja-JP" altLang="en-US"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endParaRPr>
          </a:p>
        </p:txBody>
      </p:sp>
    </p:spTree>
    <p:extLst>
      <p:ext uri="{BB962C8B-B14F-4D97-AF65-F5344CB8AC3E}">
        <p14:creationId xmlns:p14="http://schemas.microsoft.com/office/powerpoint/2010/main" val="2030772413"/>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134A828-D85A-88D2-050B-D2C390E0C03B}"/>
              </a:ext>
            </a:extLst>
          </p:cNvPr>
          <p:cNvSpPr>
            <a:spLocks noGrp="1"/>
          </p:cNvSpPr>
          <p:nvPr>
            <p:ph type="title"/>
          </p:nvPr>
        </p:nvSpPr>
        <p:spPr/>
        <p:txBody>
          <a:bodyPr/>
          <a:lstStyle/>
          <a:p>
            <a:r>
              <a:rPr kumimoji="1" lang="ja-JP" altLang="en-US" dirty="0"/>
              <a:t>ウェハーとレチクル（マスク）とフレームの関係</a:t>
            </a:r>
          </a:p>
        </p:txBody>
      </p:sp>
      <p:sp>
        <p:nvSpPr>
          <p:cNvPr id="3" name="日付プレースホルダー 2">
            <a:extLst>
              <a:ext uri="{FF2B5EF4-FFF2-40B4-BE49-F238E27FC236}">
                <a16:creationId xmlns:a16="http://schemas.microsoft.com/office/drawing/2014/main" id="{4D06C22D-0542-548F-0A8F-E6F9F1F2CC9E}"/>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E145386F-EF8F-85B9-4903-0F61E599F367}"/>
              </a:ext>
            </a:extLst>
          </p:cNvPr>
          <p:cNvSpPr>
            <a:spLocks noGrp="1"/>
          </p:cNvSpPr>
          <p:nvPr>
            <p:ph type="sldNum" sz="quarter" idx="12"/>
          </p:nvPr>
        </p:nvSpPr>
        <p:spPr/>
        <p:txBody>
          <a:bodyPr/>
          <a:lstStyle/>
          <a:p>
            <a:pPr rtl="0"/>
            <a:fld id="{9860EDB8-5305-433F-BE41-D7A86D811DB3}" type="slidenum">
              <a:rPr lang="en-US" altLang="ja-JP" noProof="0" smtClean="0"/>
              <a:pPr rtl="0"/>
              <a:t>128</a:t>
            </a:fld>
            <a:endParaRPr lang="ja-JP" altLang="en-US" noProof="0"/>
          </a:p>
        </p:txBody>
      </p:sp>
      <p:sp>
        <p:nvSpPr>
          <p:cNvPr id="5" name="コンテンツ プレースホルダー 4">
            <a:extLst>
              <a:ext uri="{FF2B5EF4-FFF2-40B4-BE49-F238E27FC236}">
                <a16:creationId xmlns:a16="http://schemas.microsoft.com/office/drawing/2014/main" id="{91C4E30F-6EC6-17CF-6BE3-31B7BBCAE024}"/>
              </a:ext>
            </a:extLst>
          </p:cNvPr>
          <p:cNvSpPr>
            <a:spLocks noGrp="1"/>
          </p:cNvSpPr>
          <p:nvPr>
            <p:ph sz="quarter" idx="13"/>
          </p:nvPr>
        </p:nvSpPr>
        <p:spPr>
          <a:xfrm>
            <a:off x="444500" y="1463039"/>
            <a:ext cx="11210543" cy="4990023"/>
          </a:xfrm>
        </p:spPr>
        <p:txBody>
          <a:bodyPr>
            <a:normAutofit fontScale="92500" lnSpcReduction="20000"/>
          </a:bodyPr>
          <a:lstStyle/>
          <a:p>
            <a:pPr marL="285750" indent="-285750">
              <a:buFont typeface="Arial" panose="020B0604020202020204" pitchFamily="34" charset="0"/>
              <a:buChar char="•"/>
            </a:pPr>
            <a:r>
              <a:rPr lang="ja-JP" altLang="en-US" dirty="0"/>
              <a:t>ウェハー</a:t>
            </a:r>
            <a:endParaRPr lang="en-US" altLang="ja-JP" dirty="0"/>
          </a:p>
          <a:p>
            <a:pPr marL="569214" lvl="1" indent="-285750"/>
            <a:r>
              <a:rPr lang="ja-JP" altLang="en-US" dirty="0"/>
              <a:t>一番大きな単位</a:t>
            </a:r>
            <a:endParaRPr lang="en-US" altLang="ja-JP" dirty="0"/>
          </a:p>
          <a:p>
            <a:pPr marL="569214" lvl="1" indent="-285750"/>
            <a:r>
              <a:rPr lang="ja-JP" altLang="en-US" dirty="0"/>
              <a:t>シリコンウェハーそのもの</a:t>
            </a:r>
          </a:p>
          <a:p>
            <a:pPr marL="285750" indent="-285750">
              <a:buFont typeface="Arial" panose="020B0604020202020204" pitchFamily="34" charset="0"/>
              <a:buChar char="•"/>
            </a:pPr>
            <a:r>
              <a:rPr lang="ja-JP" altLang="en-US" dirty="0"/>
              <a:t>レチクル（マスク）</a:t>
            </a:r>
            <a:endParaRPr lang="en-US" altLang="ja-JP" dirty="0"/>
          </a:p>
          <a:p>
            <a:pPr marL="569214" lvl="1" indent="-285750"/>
            <a:r>
              <a:rPr lang="ja-JP" altLang="en-US" dirty="0"/>
              <a:t>ウェハー上に転写する単位</a:t>
            </a:r>
            <a:endParaRPr lang="en-US" altLang="ja-JP" dirty="0"/>
          </a:p>
          <a:p>
            <a:pPr marL="569214" lvl="1" indent="-285750"/>
            <a:r>
              <a:rPr lang="ja-JP" altLang="en-US" dirty="0"/>
              <a:t>この転写数が</a:t>
            </a:r>
            <a:r>
              <a:rPr lang="en-US" altLang="ja-JP" dirty="0"/>
              <a:t>1</a:t>
            </a:r>
            <a:r>
              <a:rPr lang="ja-JP" altLang="en-US" dirty="0"/>
              <a:t>ウェハーから取れるチップ数となる</a:t>
            </a:r>
            <a:endParaRPr lang="en-US" altLang="ja-JP" dirty="0"/>
          </a:p>
          <a:p>
            <a:pPr marL="569214" lvl="1" indent="-285750"/>
            <a:r>
              <a:rPr lang="en-US" altLang="ja-JP" dirty="0"/>
              <a:t>1</a:t>
            </a:r>
            <a:r>
              <a:rPr lang="ja-JP" altLang="en-US" dirty="0"/>
              <a:t>チップとしてはこれ以上大きくできない最大単位となる</a:t>
            </a:r>
            <a:endParaRPr lang="en-US" altLang="ja-JP" dirty="0"/>
          </a:p>
          <a:p>
            <a:pPr marL="285750" indent="-285750">
              <a:buFont typeface="Arial" panose="020B0604020202020204" pitchFamily="34" charset="0"/>
              <a:buChar char="•"/>
            </a:pPr>
            <a:r>
              <a:rPr lang="ja-JP" altLang="en-US" dirty="0"/>
              <a:t>フレーム</a:t>
            </a:r>
            <a:endParaRPr lang="en-US" altLang="ja-JP" dirty="0"/>
          </a:p>
          <a:p>
            <a:pPr marL="569214" lvl="1" indent="-285750"/>
            <a:r>
              <a:rPr lang="en-US" altLang="ja-JP" dirty="0"/>
              <a:t>1</a:t>
            </a:r>
            <a:r>
              <a:rPr lang="ja-JP" altLang="en-US" dirty="0"/>
              <a:t>チップとなるカットされる単位</a:t>
            </a:r>
            <a:endParaRPr lang="en-US" altLang="ja-JP" dirty="0"/>
          </a:p>
          <a:p>
            <a:pPr marL="569214" lvl="1" indent="-285750"/>
            <a:r>
              <a:rPr lang="ja-JP" altLang="en-US" dirty="0"/>
              <a:t>今回は、</a:t>
            </a:r>
            <a:r>
              <a:rPr lang="en-US" altLang="ja-JP" dirty="0"/>
              <a:t>1</a:t>
            </a:r>
            <a:r>
              <a:rPr lang="ja-JP" altLang="en-US" dirty="0"/>
              <a:t>レチクルに</a:t>
            </a:r>
            <a:r>
              <a:rPr lang="en-US" altLang="ja-JP" dirty="0"/>
              <a:t>8x8</a:t>
            </a:r>
            <a:r>
              <a:rPr lang="ja-JP" altLang="en-US" dirty="0"/>
              <a:t>の</a:t>
            </a:r>
            <a:r>
              <a:rPr lang="en-US" altLang="ja-JP" dirty="0"/>
              <a:t>64</a:t>
            </a:r>
            <a:r>
              <a:rPr lang="ja-JP" altLang="en-US" dirty="0"/>
              <a:t>フレームが入っている</a:t>
            </a:r>
            <a:endParaRPr lang="en-US" altLang="ja-JP" dirty="0"/>
          </a:p>
          <a:p>
            <a:pPr marL="971550" lvl="2" indent="-285750"/>
            <a:r>
              <a:rPr lang="ja-JP" altLang="en-US" dirty="0"/>
              <a:t>複数の形状を</a:t>
            </a:r>
            <a:r>
              <a:rPr lang="en-US" altLang="ja-JP" dirty="0"/>
              <a:t>1</a:t>
            </a:r>
            <a:r>
              <a:rPr lang="ja-JP" altLang="en-US" dirty="0"/>
              <a:t>レチクル内に入れることも可能</a:t>
            </a:r>
            <a:endParaRPr lang="en-US" altLang="ja-JP" dirty="0"/>
          </a:p>
        </p:txBody>
      </p:sp>
      <p:pic>
        <p:nvPicPr>
          <p:cNvPr id="9" name="グラフィックス 8">
            <a:extLst>
              <a:ext uri="{FF2B5EF4-FFF2-40B4-BE49-F238E27FC236}">
                <a16:creationId xmlns:a16="http://schemas.microsoft.com/office/drawing/2014/main" id="{04D3DEE5-958F-3702-741E-76A6BFE418BE}"/>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3774855" y="1134280"/>
            <a:ext cx="3940094" cy="2670146"/>
          </a:xfrm>
          <a:prstGeom prst="rect">
            <a:avLst/>
          </a:prstGeom>
        </p:spPr>
      </p:pic>
      <p:pic>
        <p:nvPicPr>
          <p:cNvPr id="11" name="図 10">
            <a:extLst>
              <a:ext uri="{FF2B5EF4-FFF2-40B4-BE49-F238E27FC236}">
                <a16:creationId xmlns:a16="http://schemas.microsoft.com/office/drawing/2014/main" id="{6BDFC4D7-F0D9-2E3E-1090-732BDC6C377F}"/>
              </a:ext>
            </a:extLst>
          </p:cNvPr>
          <p:cNvPicPr>
            <a:picLocks noChangeAspect="1"/>
          </p:cNvPicPr>
          <p:nvPr/>
        </p:nvPicPr>
        <p:blipFill>
          <a:blip r:embed="rId3"/>
          <a:srcRect t="10897" b="12489"/>
          <a:stretch>
            <a:fillRect/>
          </a:stretch>
        </p:blipFill>
        <p:spPr>
          <a:xfrm>
            <a:off x="7745896" y="1317151"/>
            <a:ext cx="4092447" cy="4703013"/>
          </a:xfrm>
          <a:prstGeom prst="rect">
            <a:avLst/>
          </a:prstGeom>
        </p:spPr>
      </p:pic>
      <p:sp>
        <p:nvSpPr>
          <p:cNvPr id="7" name="正方形/長方形 6">
            <a:extLst>
              <a:ext uri="{FF2B5EF4-FFF2-40B4-BE49-F238E27FC236}">
                <a16:creationId xmlns:a16="http://schemas.microsoft.com/office/drawing/2014/main" id="{8445A0FD-A024-BA8E-8E56-1003D6FE42E8}"/>
              </a:ext>
            </a:extLst>
          </p:cNvPr>
          <p:cNvSpPr/>
          <p:nvPr/>
        </p:nvSpPr>
        <p:spPr>
          <a:xfrm>
            <a:off x="0" y="6600037"/>
            <a:ext cx="3213463" cy="223317"/>
          </a:xfrm>
          <a:prstGeom prst="rect">
            <a:avLst/>
          </a:prstGeom>
          <a:solidFill>
            <a:srgbClr val="323232"/>
          </a:solidFill>
          <a:ln w="12700" cap="flat" cmpd="sng" algn="ctr">
            <a:noFill/>
            <a:prstDash val="solid"/>
            <a:miter lim="800000"/>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1" lang="en-US" altLang="ja-JP"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rPr>
              <a:t>OpenSUSI-TR10</a:t>
            </a:r>
            <a:endParaRPr kumimoji="1" lang="ja-JP" altLang="en-US"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endParaRPr>
          </a:p>
        </p:txBody>
      </p:sp>
    </p:spTree>
    <p:extLst>
      <p:ext uri="{BB962C8B-B14F-4D97-AF65-F5344CB8AC3E}">
        <p14:creationId xmlns:p14="http://schemas.microsoft.com/office/powerpoint/2010/main" val="175738735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6E49C89-8686-3D53-8DB7-CD952A85F44E}"/>
              </a:ext>
            </a:extLst>
          </p:cNvPr>
          <p:cNvSpPr>
            <a:spLocks noGrp="1"/>
          </p:cNvSpPr>
          <p:nvPr>
            <p:ph type="title"/>
          </p:nvPr>
        </p:nvSpPr>
        <p:spPr/>
        <p:txBody>
          <a:bodyPr/>
          <a:lstStyle/>
          <a:p>
            <a:r>
              <a:rPr kumimoji="1" lang="en-US" altLang="ja-JP" dirty="0"/>
              <a:t>MPW</a:t>
            </a:r>
            <a:r>
              <a:rPr kumimoji="1" lang="ja-JP" altLang="en-US" dirty="0"/>
              <a:t>：今回の形態</a:t>
            </a:r>
          </a:p>
        </p:txBody>
      </p:sp>
      <p:sp>
        <p:nvSpPr>
          <p:cNvPr id="3" name="日付プレースホルダー 2">
            <a:extLst>
              <a:ext uri="{FF2B5EF4-FFF2-40B4-BE49-F238E27FC236}">
                <a16:creationId xmlns:a16="http://schemas.microsoft.com/office/drawing/2014/main" id="{2BF8F5BD-5E0A-2333-124C-414D72D7D3C8}"/>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F19F070D-2078-6681-FFF3-CFC38FCE3CDE}"/>
              </a:ext>
            </a:extLst>
          </p:cNvPr>
          <p:cNvSpPr>
            <a:spLocks noGrp="1"/>
          </p:cNvSpPr>
          <p:nvPr>
            <p:ph type="sldNum" sz="quarter" idx="12"/>
          </p:nvPr>
        </p:nvSpPr>
        <p:spPr/>
        <p:txBody>
          <a:bodyPr/>
          <a:lstStyle/>
          <a:p>
            <a:pPr rtl="0"/>
            <a:fld id="{9860EDB8-5305-433F-BE41-D7A86D811DB3}" type="slidenum">
              <a:rPr lang="en-US" altLang="ja-JP" noProof="0" smtClean="0"/>
              <a:pPr rtl="0"/>
              <a:t>129</a:t>
            </a:fld>
            <a:endParaRPr lang="ja-JP" altLang="en-US" noProof="0"/>
          </a:p>
        </p:txBody>
      </p:sp>
      <p:sp>
        <p:nvSpPr>
          <p:cNvPr id="5" name="コンテンツ プレースホルダー 4">
            <a:extLst>
              <a:ext uri="{FF2B5EF4-FFF2-40B4-BE49-F238E27FC236}">
                <a16:creationId xmlns:a16="http://schemas.microsoft.com/office/drawing/2014/main" id="{67DE6571-BABA-1A59-5890-DFEC7CDFCBF8}"/>
              </a:ext>
            </a:extLst>
          </p:cNvPr>
          <p:cNvSpPr>
            <a:spLocks noGrp="1"/>
          </p:cNvSpPr>
          <p:nvPr>
            <p:ph sz="quarter" idx="13"/>
          </p:nvPr>
        </p:nvSpPr>
        <p:spPr>
          <a:xfrm>
            <a:off x="444500" y="1463040"/>
            <a:ext cx="5695178" cy="4601748"/>
          </a:xfrm>
        </p:spPr>
        <p:txBody>
          <a:bodyPr/>
          <a:lstStyle/>
          <a:p>
            <a:pPr marL="285750" indent="-285750">
              <a:buFont typeface="Arial" panose="020B0604020202020204" pitchFamily="34" charset="0"/>
              <a:buChar char="•"/>
            </a:pPr>
            <a:r>
              <a:rPr kumimoji="1" lang="en-US" altLang="ja-JP" dirty="0"/>
              <a:t>MPW</a:t>
            </a:r>
            <a:r>
              <a:rPr kumimoji="1" lang="ja-JP" altLang="en-US" dirty="0"/>
              <a:t>（</a:t>
            </a:r>
            <a:r>
              <a:rPr kumimoji="1" lang="en-US" altLang="ja-JP" dirty="0"/>
              <a:t>Multi</a:t>
            </a:r>
            <a:r>
              <a:rPr kumimoji="1" lang="ja-JP" altLang="en-US" dirty="0"/>
              <a:t> </a:t>
            </a:r>
            <a:r>
              <a:rPr kumimoji="1" lang="en-US" altLang="ja-JP" dirty="0"/>
              <a:t>Person/Project Wafer</a:t>
            </a:r>
            <a:r>
              <a:rPr kumimoji="1" lang="ja-JP" altLang="en-US" dirty="0"/>
              <a:t>）という概念もある</a:t>
            </a:r>
            <a:endParaRPr kumimoji="1" lang="en-US" altLang="ja-JP" dirty="0"/>
          </a:p>
          <a:p>
            <a:pPr marL="569214" lvl="1" indent="-285750"/>
            <a:r>
              <a:rPr kumimoji="1" lang="en-US" altLang="ja-JP" dirty="0"/>
              <a:t>1</a:t>
            </a:r>
            <a:r>
              <a:rPr kumimoji="1" lang="ja-JP" altLang="en-US" dirty="0"/>
              <a:t>つの</a:t>
            </a:r>
            <a:r>
              <a:rPr lang="ja-JP" altLang="en-US" dirty="0"/>
              <a:t>フレーム</a:t>
            </a:r>
            <a:r>
              <a:rPr kumimoji="1" lang="ja-JP" altLang="en-US" dirty="0"/>
              <a:t>を複数人やプロジェクトでシェアする形態</a:t>
            </a:r>
            <a:endParaRPr lang="en-US" altLang="ja-JP" dirty="0"/>
          </a:p>
        </p:txBody>
      </p:sp>
      <p:sp>
        <p:nvSpPr>
          <p:cNvPr id="6" name="コンテンツ プレースホルダー 5">
            <a:extLst>
              <a:ext uri="{FF2B5EF4-FFF2-40B4-BE49-F238E27FC236}">
                <a16:creationId xmlns:a16="http://schemas.microsoft.com/office/drawing/2014/main" id="{51AFA8BB-CE13-0275-3956-C0145FD7FFAA}"/>
              </a:ext>
            </a:extLst>
          </p:cNvPr>
          <p:cNvSpPr>
            <a:spLocks noGrp="1"/>
          </p:cNvSpPr>
          <p:nvPr>
            <p:ph sz="quarter" idx="14"/>
          </p:nvPr>
        </p:nvSpPr>
        <p:spPr/>
        <p:txBody>
          <a:bodyPr/>
          <a:lstStyle/>
          <a:p>
            <a:pPr marL="569214" lvl="1" indent="-285750"/>
            <a:r>
              <a:rPr lang="ja-JP" altLang="en-US" dirty="0"/>
              <a:t>メリット：さらに安く作れる</a:t>
            </a:r>
            <a:endParaRPr lang="en-US" altLang="ja-JP" dirty="0"/>
          </a:p>
          <a:p>
            <a:pPr marL="569214" lvl="1" indent="-285750"/>
            <a:r>
              <a:rPr lang="ja-JP" altLang="en-US" dirty="0"/>
              <a:t>デメリット：パッド（ピン）やエリア（面積）、チップをシェアすることになるため、取り合いになることがある</a:t>
            </a:r>
          </a:p>
          <a:p>
            <a:endParaRPr lang="ja-JP" altLang="en-US" dirty="0"/>
          </a:p>
        </p:txBody>
      </p:sp>
      <p:pic>
        <p:nvPicPr>
          <p:cNvPr id="1026" name="Picture 2" descr="all_members_layout">
            <a:extLst>
              <a:ext uri="{FF2B5EF4-FFF2-40B4-BE49-F238E27FC236}">
                <a16:creationId xmlns:a16="http://schemas.microsoft.com/office/drawing/2014/main" id="{0E548B16-4732-DA3F-9180-877AC963ED2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74526" y="3220101"/>
            <a:ext cx="3338262" cy="3313716"/>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all_members_layout_using">
            <a:extLst>
              <a:ext uri="{FF2B5EF4-FFF2-40B4-BE49-F238E27FC236}">
                <a16:creationId xmlns:a16="http://schemas.microsoft.com/office/drawing/2014/main" id="{BE8FC21B-43FD-F8D6-4171-648315E38C6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923936" y="3220101"/>
            <a:ext cx="4475722" cy="3319333"/>
          </a:xfrm>
          <a:prstGeom prst="rect">
            <a:avLst/>
          </a:prstGeom>
          <a:noFill/>
          <a:extLst>
            <a:ext uri="{909E8E84-426E-40DD-AFC4-6F175D3DCCD1}">
              <a14:hiddenFill xmlns:a14="http://schemas.microsoft.com/office/drawing/2010/main">
                <a:solidFill>
                  <a:srgbClr val="FFFFFF"/>
                </a:solidFill>
              </a14:hiddenFill>
            </a:ext>
          </a:extLst>
        </p:spPr>
      </p:pic>
      <p:sp>
        <p:nvSpPr>
          <p:cNvPr id="8" name="正方形/長方形 7">
            <a:extLst>
              <a:ext uri="{FF2B5EF4-FFF2-40B4-BE49-F238E27FC236}">
                <a16:creationId xmlns:a16="http://schemas.microsoft.com/office/drawing/2014/main" id="{09C5A84A-D8F8-4D5E-32B0-F0E60D61F127}"/>
              </a:ext>
            </a:extLst>
          </p:cNvPr>
          <p:cNvSpPr/>
          <p:nvPr/>
        </p:nvSpPr>
        <p:spPr>
          <a:xfrm>
            <a:off x="0" y="6600037"/>
            <a:ext cx="3213463" cy="223317"/>
          </a:xfrm>
          <a:prstGeom prst="rect">
            <a:avLst/>
          </a:prstGeom>
          <a:solidFill>
            <a:srgbClr val="323232"/>
          </a:solidFill>
          <a:ln w="12700" cap="flat" cmpd="sng" algn="ctr">
            <a:noFill/>
            <a:prstDash val="solid"/>
            <a:miter lim="800000"/>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1" lang="en-US" altLang="ja-JP"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rPr>
              <a:t>OpenSUSI-TR10</a:t>
            </a:r>
            <a:endParaRPr kumimoji="1" lang="ja-JP" altLang="en-US"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endParaRPr>
          </a:p>
        </p:txBody>
      </p:sp>
    </p:spTree>
    <p:extLst>
      <p:ext uri="{BB962C8B-B14F-4D97-AF65-F5344CB8AC3E}">
        <p14:creationId xmlns:p14="http://schemas.microsoft.com/office/powerpoint/2010/main" val="2842122574"/>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タイトル 6">
            <a:extLst>
              <a:ext uri="{FF2B5EF4-FFF2-40B4-BE49-F238E27FC236}">
                <a16:creationId xmlns:a16="http://schemas.microsoft.com/office/drawing/2014/main" id="{EAB801BC-D04B-B863-13B1-E4248B99A5ED}"/>
              </a:ext>
            </a:extLst>
          </p:cNvPr>
          <p:cNvSpPr>
            <a:spLocks noGrp="1"/>
          </p:cNvSpPr>
          <p:nvPr>
            <p:ph type="title"/>
          </p:nvPr>
        </p:nvSpPr>
        <p:spPr/>
        <p:txBody>
          <a:bodyPr/>
          <a:lstStyle/>
          <a:p>
            <a:r>
              <a:rPr lang="ja-JP" altLang="en-US" dirty="0"/>
              <a:t>パッケージ</a:t>
            </a:r>
          </a:p>
        </p:txBody>
      </p:sp>
      <p:sp>
        <p:nvSpPr>
          <p:cNvPr id="3" name="日付プレースホルダー 2">
            <a:extLst>
              <a:ext uri="{FF2B5EF4-FFF2-40B4-BE49-F238E27FC236}">
                <a16:creationId xmlns:a16="http://schemas.microsoft.com/office/drawing/2014/main" id="{0A3B09B9-58B3-6F70-4191-97FCEE2DDB43}"/>
              </a:ext>
            </a:extLst>
          </p:cNvPr>
          <p:cNvSpPr>
            <a:spLocks noGrp="1"/>
          </p:cNvSpPr>
          <p:nvPr>
            <p:ph type="dt" sz="half" idx="10"/>
          </p:nvPr>
        </p:nvSpPr>
        <p:spPr/>
        <p:txBody>
          <a:bodyPr/>
          <a:lstStyle/>
          <a:p>
            <a:pPr rtl="0"/>
            <a:fld id="{0F1E2E95-C42D-4C36-B7CE-3A9BBBB31134}" type="datetime1">
              <a:rPr lang="ja-JP" altLang="en-US" noProof="0" smtClean="0"/>
              <a:t>2026/10/20</a:t>
            </a:fld>
            <a:endParaRPr lang="ja-JP" altLang="en-US" noProof="0" dirty="0"/>
          </a:p>
        </p:txBody>
      </p:sp>
      <p:sp>
        <p:nvSpPr>
          <p:cNvPr id="4" name="スライド番号プレースホルダー 3">
            <a:extLst>
              <a:ext uri="{FF2B5EF4-FFF2-40B4-BE49-F238E27FC236}">
                <a16:creationId xmlns:a16="http://schemas.microsoft.com/office/drawing/2014/main" id="{2BF5139F-ECB0-6B12-8381-A9EA99A601E8}"/>
              </a:ext>
            </a:extLst>
          </p:cNvPr>
          <p:cNvSpPr>
            <a:spLocks noGrp="1"/>
          </p:cNvSpPr>
          <p:nvPr>
            <p:ph type="sldNum" sz="quarter" idx="12"/>
          </p:nvPr>
        </p:nvSpPr>
        <p:spPr/>
        <p:txBody>
          <a:bodyPr/>
          <a:lstStyle/>
          <a:p>
            <a:pPr rtl="0"/>
            <a:fld id="{9860EDB8-5305-433F-BE41-D7A86D811DB3}" type="slidenum">
              <a:rPr lang="en-US" altLang="ja-JP" noProof="0" smtClean="0"/>
              <a:pPr rtl="0"/>
              <a:t>130</a:t>
            </a:fld>
            <a:endParaRPr lang="ja-JP" altLang="en-US" noProof="0"/>
          </a:p>
        </p:txBody>
      </p:sp>
      <p:sp>
        <p:nvSpPr>
          <p:cNvPr id="8" name="コンテンツ プレースホルダー 7">
            <a:extLst>
              <a:ext uri="{FF2B5EF4-FFF2-40B4-BE49-F238E27FC236}">
                <a16:creationId xmlns:a16="http://schemas.microsoft.com/office/drawing/2014/main" id="{F0057F6C-4833-7B3A-BD5B-1660001C89C0}"/>
              </a:ext>
            </a:extLst>
          </p:cNvPr>
          <p:cNvSpPr>
            <a:spLocks noGrp="1"/>
          </p:cNvSpPr>
          <p:nvPr>
            <p:ph sz="quarter" idx="13"/>
          </p:nvPr>
        </p:nvSpPr>
        <p:spPr>
          <a:xfrm>
            <a:off x="444500" y="1463039"/>
            <a:ext cx="11210543" cy="5100509"/>
          </a:xfrm>
        </p:spPr>
        <p:txBody>
          <a:bodyPr>
            <a:normAutofit fontScale="92500" lnSpcReduction="20000"/>
          </a:bodyPr>
          <a:lstStyle/>
          <a:p>
            <a:pPr marL="285750" indent="-285750">
              <a:buFont typeface="Arial" panose="020B0604020202020204" pitchFamily="34" charset="0"/>
              <a:buChar char="•"/>
            </a:pPr>
            <a:r>
              <a:rPr lang="ja-JP" altLang="en-US" sz="1800" dirty="0"/>
              <a:t>パッケージの方法</a:t>
            </a:r>
            <a:endParaRPr lang="en-US" altLang="ja-JP" sz="1800" dirty="0"/>
          </a:p>
          <a:p>
            <a:pPr marL="569214" lvl="1" indent="-285750"/>
            <a:r>
              <a:rPr lang="ja-JP" altLang="en-US" dirty="0"/>
              <a:t>チップ＋基板＋ワイヤリング＋封入で構成される</a:t>
            </a:r>
            <a:endParaRPr lang="en-US" altLang="ja-JP" dirty="0"/>
          </a:p>
          <a:p>
            <a:pPr marL="285750" indent="-285750">
              <a:buFont typeface="Arial" panose="020B0604020202020204" pitchFamily="34" charset="0"/>
              <a:buChar char="•"/>
            </a:pPr>
            <a:r>
              <a:rPr lang="ja-JP" altLang="en-US" dirty="0"/>
              <a:t>パッケージの分類</a:t>
            </a:r>
            <a:endParaRPr lang="en-US" altLang="ja-JP" dirty="0"/>
          </a:p>
          <a:p>
            <a:pPr marL="569214" lvl="1" indent="-285750"/>
            <a:r>
              <a:rPr lang="en-US" altLang="ja-JP" dirty="0"/>
              <a:t>QFN,</a:t>
            </a:r>
            <a:r>
              <a:rPr lang="ja-JP" altLang="en-US" dirty="0"/>
              <a:t> </a:t>
            </a:r>
            <a:r>
              <a:rPr lang="en-US" altLang="ja-JP" dirty="0"/>
              <a:t>BGA</a:t>
            </a:r>
            <a:r>
              <a:rPr lang="ja-JP" altLang="en-US" dirty="0"/>
              <a:t>など</a:t>
            </a:r>
            <a:endParaRPr lang="en-US" altLang="ja-JP" dirty="0"/>
          </a:p>
          <a:p>
            <a:pPr marL="971550" lvl="2" indent="-285750"/>
            <a:r>
              <a:rPr lang="ja-JP" altLang="en-US" dirty="0"/>
              <a:t>一般的な方式。側面や背面などにピン（足）を出す方式</a:t>
            </a:r>
            <a:endParaRPr lang="en-US" altLang="ja-JP" dirty="0"/>
          </a:p>
          <a:p>
            <a:pPr marL="569214" lvl="1" indent="-285750"/>
            <a:r>
              <a:rPr lang="en-US" altLang="ja-JP" dirty="0"/>
              <a:t>Chiplet, </a:t>
            </a:r>
            <a:r>
              <a:rPr lang="en-US" altLang="ja-JP" dirty="0" err="1"/>
              <a:t>SiP</a:t>
            </a:r>
            <a:r>
              <a:rPr lang="en-US" altLang="ja-JP" dirty="0"/>
              <a:t>(System in Package)</a:t>
            </a:r>
            <a:r>
              <a:rPr lang="ja-JP" altLang="en-US" dirty="0"/>
              <a:t>など</a:t>
            </a:r>
            <a:endParaRPr lang="en-US" altLang="ja-JP" dirty="0"/>
          </a:p>
          <a:p>
            <a:pPr marL="971550" lvl="2" indent="-285750"/>
            <a:r>
              <a:rPr lang="ja-JP" altLang="en-US" dirty="0"/>
              <a:t>複数のチップを</a:t>
            </a:r>
            <a:r>
              <a:rPr lang="en-US" altLang="ja-JP" dirty="0"/>
              <a:t>1</a:t>
            </a:r>
            <a:r>
              <a:rPr lang="ja-JP" altLang="en-US" dirty="0"/>
              <a:t>つのパッケージにまとめる方式。封入法が</a:t>
            </a:r>
            <a:r>
              <a:rPr lang="en-US" altLang="ja-JP" dirty="0"/>
              <a:t>QFN,</a:t>
            </a:r>
            <a:r>
              <a:rPr lang="ja-JP" altLang="en-US" dirty="0"/>
              <a:t> </a:t>
            </a:r>
            <a:r>
              <a:rPr lang="en-US" altLang="ja-JP" dirty="0"/>
              <a:t>BGA</a:t>
            </a:r>
            <a:r>
              <a:rPr lang="ja-JP" altLang="en-US" dirty="0"/>
              <a:t>などと同じであることが多い。</a:t>
            </a:r>
            <a:endParaRPr lang="en-US" altLang="ja-JP" dirty="0"/>
          </a:p>
          <a:p>
            <a:pPr marL="569214" lvl="1" indent="-285750"/>
            <a:r>
              <a:rPr lang="en-US" altLang="ja-JP" dirty="0"/>
              <a:t>WLP (Wafer Level Package)</a:t>
            </a:r>
          </a:p>
          <a:p>
            <a:pPr marL="971550" lvl="2" indent="-285750"/>
            <a:r>
              <a:rPr lang="ja-JP" altLang="en-US" dirty="0"/>
              <a:t>ウェハーのまま配線し、封入する方式</a:t>
            </a:r>
            <a:endParaRPr lang="en-US" altLang="ja-JP" dirty="0"/>
          </a:p>
          <a:p>
            <a:pPr marL="569214" lvl="1" indent="-285750"/>
            <a:r>
              <a:rPr lang="en-US" altLang="ja-JP" dirty="0" err="1"/>
              <a:t>CoB</a:t>
            </a:r>
            <a:r>
              <a:rPr lang="en-US" altLang="ja-JP" dirty="0"/>
              <a:t>(Chip on Board)</a:t>
            </a:r>
          </a:p>
          <a:p>
            <a:pPr marL="971550" lvl="2" indent="-285750"/>
            <a:r>
              <a:rPr lang="en-US" altLang="ja-JP" dirty="0"/>
              <a:t>PCB</a:t>
            </a:r>
            <a:r>
              <a:rPr lang="ja-JP" altLang="en-US" dirty="0"/>
              <a:t>基板に直接パッケージする方式</a:t>
            </a:r>
            <a:endParaRPr lang="en-US" altLang="ja-JP" dirty="0"/>
          </a:p>
        </p:txBody>
      </p:sp>
      <p:pic>
        <p:nvPicPr>
          <p:cNvPr id="10" name="図 9">
            <a:extLst>
              <a:ext uri="{FF2B5EF4-FFF2-40B4-BE49-F238E27FC236}">
                <a16:creationId xmlns:a16="http://schemas.microsoft.com/office/drawing/2014/main" id="{C4549266-34F4-9769-0EAE-1CADCB6EA8E1}"/>
              </a:ext>
            </a:extLst>
          </p:cNvPr>
          <p:cNvPicPr>
            <a:picLocks noChangeAspect="1"/>
          </p:cNvPicPr>
          <p:nvPr/>
        </p:nvPicPr>
        <p:blipFill>
          <a:blip r:embed="rId2"/>
          <a:srcRect l="24869" t="13817" r="25615" b="8546"/>
          <a:stretch>
            <a:fillRect/>
          </a:stretch>
        </p:blipFill>
        <p:spPr>
          <a:xfrm>
            <a:off x="9914023" y="4793528"/>
            <a:ext cx="1833478" cy="1618477"/>
          </a:xfrm>
          <a:prstGeom prst="rect">
            <a:avLst/>
          </a:prstGeom>
        </p:spPr>
      </p:pic>
      <p:pic>
        <p:nvPicPr>
          <p:cNvPr id="12" name="図 11">
            <a:extLst>
              <a:ext uri="{FF2B5EF4-FFF2-40B4-BE49-F238E27FC236}">
                <a16:creationId xmlns:a16="http://schemas.microsoft.com/office/drawing/2014/main" id="{9E7821EF-577E-DCF5-BF5C-473C6E381679}"/>
              </a:ext>
            </a:extLst>
          </p:cNvPr>
          <p:cNvPicPr>
            <a:picLocks noChangeAspect="1"/>
          </p:cNvPicPr>
          <p:nvPr/>
        </p:nvPicPr>
        <p:blipFill>
          <a:blip r:embed="rId3"/>
          <a:srcRect l="25553" t="24645" r="35952" b="14238"/>
          <a:stretch>
            <a:fillRect/>
          </a:stretch>
        </p:blipFill>
        <p:spPr>
          <a:xfrm>
            <a:off x="7890613" y="4792981"/>
            <a:ext cx="1798774" cy="1607843"/>
          </a:xfrm>
          <a:prstGeom prst="rect">
            <a:avLst/>
          </a:prstGeom>
        </p:spPr>
      </p:pic>
      <p:pic>
        <p:nvPicPr>
          <p:cNvPr id="14" name="図 13">
            <a:extLst>
              <a:ext uri="{FF2B5EF4-FFF2-40B4-BE49-F238E27FC236}">
                <a16:creationId xmlns:a16="http://schemas.microsoft.com/office/drawing/2014/main" id="{AB3767DE-14C2-766D-2224-AD06D464D30B}"/>
              </a:ext>
            </a:extLst>
          </p:cNvPr>
          <p:cNvPicPr>
            <a:picLocks noChangeAspect="1"/>
          </p:cNvPicPr>
          <p:nvPr/>
        </p:nvPicPr>
        <p:blipFill>
          <a:blip r:embed="rId4"/>
          <a:srcRect l="22688" r="23548"/>
          <a:stretch>
            <a:fillRect/>
          </a:stretch>
        </p:blipFill>
        <p:spPr>
          <a:xfrm>
            <a:off x="5996625" y="4808366"/>
            <a:ext cx="1546082" cy="1619025"/>
          </a:xfrm>
          <a:prstGeom prst="rect">
            <a:avLst/>
          </a:prstGeom>
        </p:spPr>
      </p:pic>
      <p:sp>
        <p:nvSpPr>
          <p:cNvPr id="18" name="コンテンツ プレースホルダー 5">
            <a:extLst>
              <a:ext uri="{FF2B5EF4-FFF2-40B4-BE49-F238E27FC236}">
                <a16:creationId xmlns:a16="http://schemas.microsoft.com/office/drawing/2014/main" id="{E94784AC-5497-A513-5224-7DE4B35B072E}"/>
              </a:ext>
            </a:extLst>
          </p:cNvPr>
          <p:cNvSpPr txBox="1">
            <a:spLocks/>
          </p:cNvSpPr>
          <p:nvPr/>
        </p:nvSpPr>
        <p:spPr>
          <a:xfrm>
            <a:off x="4907402" y="1424522"/>
            <a:ext cx="6354156" cy="1695796"/>
          </a:xfrm>
          <a:prstGeom prst="rect">
            <a:avLst/>
          </a:prstGeom>
        </p:spPr>
        <p:txBody>
          <a:bodyPr>
            <a:normAutofit/>
          </a:bodyPr>
          <a:lstStyle>
            <a:lvl1pPr marL="0" indent="0" algn="l" defTabSz="914400" rtl="0" eaLnBrk="1" latinLnBrk="0" hangingPunct="1">
              <a:lnSpc>
                <a:spcPct val="100000"/>
              </a:lnSpc>
              <a:spcBef>
                <a:spcPts val="1000"/>
              </a:spcBef>
              <a:spcAft>
                <a:spcPts val="1200"/>
              </a:spcAft>
              <a:buFontTx/>
              <a:buNone/>
              <a:defRPr kumimoji="1" lang="en-US" sz="1600" kern="1200" dirty="0">
                <a:solidFill>
                  <a:schemeClr val="bg2">
                    <a:lumMod val="25000"/>
                  </a:schemeClr>
                </a:solidFill>
                <a:latin typeface="Meiryo UI" panose="020B0604030504040204" pitchFamily="50" charset="-128"/>
                <a:ea typeface="Meiryo UI" panose="020B0604030504040204" pitchFamily="50" charset="-128"/>
                <a:cs typeface="+mn-cs"/>
              </a:defRPr>
            </a:lvl1pPr>
            <a:lvl2pPr marL="283464" indent="-283464" algn="l" defTabSz="914400" rtl="0" eaLnBrk="1" latinLnBrk="0" hangingPunct="1">
              <a:lnSpc>
                <a:spcPct val="100000"/>
              </a:lnSpc>
              <a:spcBef>
                <a:spcPts val="1000"/>
              </a:spcBef>
              <a:spcAft>
                <a:spcPts val="1200"/>
              </a:spcAft>
              <a:buFont typeface="Arial" panose="020B0604020202020204" pitchFamily="34" charset="0"/>
              <a:buChar char="•"/>
              <a:defRPr kumimoji="1" lang="en-US" sz="1600" kern="1200" dirty="0">
                <a:solidFill>
                  <a:schemeClr val="bg2">
                    <a:lumMod val="25000"/>
                  </a:schemeClr>
                </a:solidFill>
                <a:latin typeface="Meiryo UI" panose="020B0604030504040204" pitchFamily="50" charset="-128"/>
                <a:ea typeface="Meiryo UI" panose="020B0604030504040204" pitchFamily="50" charset="-128"/>
                <a:cs typeface="+mn-cs"/>
              </a:defRPr>
            </a:lvl2pPr>
            <a:lvl3pPr marL="685800" indent="-228600" algn="l" defTabSz="914400" rtl="0" eaLnBrk="1" latinLnBrk="0" hangingPunct="1">
              <a:lnSpc>
                <a:spcPct val="100000"/>
              </a:lnSpc>
              <a:spcBef>
                <a:spcPts val="1000"/>
              </a:spcBef>
              <a:spcAft>
                <a:spcPts val="1200"/>
              </a:spcAft>
              <a:buFont typeface="Arial" panose="020B0604020202020204" pitchFamily="34" charset="0"/>
              <a:buChar char="•"/>
              <a:defRPr kumimoji="1" lang="en-US" sz="1600" kern="1200" dirty="0">
                <a:solidFill>
                  <a:schemeClr val="bg2">
                    <a:lumMod val="25000"/>
                  </a:schemeClr>
                </a:solidFill>
                <a:latin typeface="Meiryo UI" panose="020B0604030504040204" pitchFamily="50" charset="-128"/>
                <a:ea typeface="Meiryo UI" panose="020B0604030504040204" pitchFamily="50" charset="-128"/>
                <a:cs typeface="+mn-cs"/>
              </a:defRPr>
            </a:lvl3pPr>
            <a:lvl4pPr marL="1143000" indent="-228600" algn="l" defTabSz="914400" rtl="0" eaLnBrk="1" latinLnBrk="0" hangingPunct="1">
              <a:lnSpc>
                <a:spcPct val="100000"/>
              </a:lnSpc>
              <a:spcBef>
                <a:spcPts val="1000"/>
              </a:spcBef>
              <a:spcAft>
                <a:spcPts val="1200"/>
              </a:spcAft>
              <a:buFont typeface="Arial" panose="020B0604020202020204" pitchFamily="34" charset="0"/>
              <a:buChar char="•"/>
              <a:defRPr kumimoji="1" lang="en-US" sz="1600" kern="1200" dirty="0" smtClean="0">
                <a:solidFill>
                  <a:schemeClr val="bg2">
                    <a:lumMod val="25000"/>
                  </a:schemeClr>
                </a:solidFill>
                <a:latin typeface="Meiryo UI" panose="020B0604030504040204" pitchFamily="50" charset="-128"/>
                <a:ea typeface="Meiryo UI" panose="020B0604030504040204" pitchFamily="50" charset="-128"/>
                <a:cs typeface="+mn-cs"/>
              </a:defRPr>
            </a:lvl4pPr>
            <a:lvl5pPr marL="1600200" indent="-228600" algn="l" defTabSz="914400" rtl="0" eaLnBrk="1" latinLnBrk="0" hangingPunct="1">
              <a:lnSpc>
                <a:spcPct val="100000"/>
              </a:lnSpc>
              <a:spcBef>
                <a:spcPts val="1000"/>
              </a:spcBef>
              <a:spcAft>
                <a:spcPts val="1200"/>
              </a:spcAft>
              <a:buFont typeface="Arial" panose="020B0604020202020204" pitchFamily="34" charset="0"/>
              <a:buChar char="•"/>
              <a:defRPr kumimoji="1" lang="en-US" sz="1600" kern="1200" dirty="0" smtClean="0">
                <a:solidFill>
                  <a:schemeClr val="bg2">
                    <a:lumMod val="25000"/>
                  </a:schemeClr>
                </a:solidFill>
                <a:latin typeface="Meiryo UI" panose="020B0604030504040204" pitchFamily="50" charset="-128"/>
                <a:ea typeface="Meiryo UI" panose="020B0604030504040204" pitchFamily="50" charset="-128"/>
                <a:cs typeface="+mn-cs"/>
              </a:defRPr>
            </a:lvl5pPr>
            <a:lvl6pPr marL="2057400" indent="-228600" algn="l" defTabSz="914400" rtl="0" eaLnBrk="1" latinLnBrk="0" hangingPunct="1">
              <a:lnSpc>
                <a:spcPct val="150000"/>
              </a:lnSpc>
              <a:spcBef>
                <a:spcPts val="1000"/>
              </a:spcBef>
              <a:spcAft>
                <a:spcPts val="1200"/>
              </a:spcAft>
              <a:buFont typeface="Arial" panose="020B0604020202020204" pitchFamily="34" charset="0"/>
              <a:buChar char="•"/>
              <a:defRPr kumimoji="1" lang="en-US" sz="1200" kern="1200" dirty="0" smtClean="0">
                <a:solidFill>
                  <a:schemeClr val="tx1"/>
                </a:solidFill>
                <a:latin typeface="+mn-lt"/>
                <a:ea typeface="+mn-ea"/>
                <a:cs typeface="+mn-cs"/>
              </a:defRPr>
            </a:lvl6pPr>
            <a:lvl7pPr marL="2514600" indent="-228600" algn="l" defTabSz="914400" rtl="0" eaLnBrk="1" latinLnBrk="0" hangingPunct="1">
              <a:lnSpc>
                <a:spcPct val="150000"/>
              </a:lnSpc>
              <a:spcBef>
                <a:spcPts val="1000"/>
              </a:spcBef>
              <a:spcAft>
                <a:spcPts val="1200"/>
              </a:spcAft>
              <a:buFont typeface="Arial" panose="020B0604020202020204" pitchFamily="34" charset="0"/>
              <a:buChar char="•"/>
              <a:defRPr kumimoji="1" lang="en-US" sz="1200" kern="1200" dirty="0" smtClean="0">
                <a:solidFill>
                  <a:schemeClr val="tx1"/>
                </a:solidFill>
                <a:latin typeface="+mn-lt"/>
                <a:ea typeface="+mn-ea"/>
                <a:cs typeface="+mn-cs"/>
              </a:defRPr>
            </a:lvl7pPr>
            <a:lvl8pPr marL="2971800" indent="-228600" algn="l" defTabSz="914400" rtl="0" eaLnBrk="1" latinLnBrk="0" hangingPunct="1">
              <a:lnSpc>
                <a:spcPct val="150000"/>
              </a:lnSpc>
              <a:spcBef>
                <a:spcPts val="1000"/>
              </a:spcBef>
              <a:spcAft>
                <a:spcPts val="1200"/>
              </a:spcAft>
              <a:buFont typeface="Arial" panose="020B0604020202020204" pitchFamily="34" charset="0"/>
              <a:buChar char="•"/>
              <a:defRPr kumimoji="1" lang="en-US" sz="1200" kern="1200" dirty="0" smtClean="0">
                <a:solidFill>
                  <a:schemeClr val="tx1"/>
                </a:solidFill>
                <a:latin typeface="+mn-lt"/>
                <a:ea typeface="+mn-ea"/>
                <a:cs typeface="+mn-cs"/>
              </a:defRPr>
            </a:lvl8pPr>
            <a:lvl9pPr marL="3429000" indent="-228600" algn="l" defTabSz="914400" rtl="0" eaLnBrk="1" latinLnBrk="0" hangingPunct="1">
              <a:lnSpc>
                <a:spcPct val="90000"/>
              </a:lnSpc>
              <a:spcBef>
                <a:spcPct val="30000"/>
              </a:spcBef>
              <a:buFont typeface="Arial" panose="020B0604020202020204" pitchFamily="34" charset="0"/>
              <a:buNone/>
              <a:defRPr kumimoji="1" sz="1200" kern="1200">
                <a:solidFill>
                  <a:schemeClr val="tx1"/>
                </a:solidFill>
                <a:latin typeface="+mn-lt"/>
                <a:ea typeface="+mn-ea"/>
                <a:cs typeface="+mn-cs"/>
              </a:defRPr>
            </a:lvl9pPr>
          </a:lstStyle>
          <a:p>
            <a:pPr marL="569214" lvl="1" indent="-285750"/>
            <a:r>
              <a:rPr lang="ja-JP" altLang="en-US" sz="1400" dirty="0"/>
              <a:t>基板：</a:t>
            </a:r>
            <a:r>
              <a:rPr lang="en-US" altLang="ja-JP" sz="1400" dirty="0"/>
              <a:t>PCB</a:t>
            </a:r>
            <a:r>
              <a:rPr lang="ja-JP" altLang="en-US" sz="1400" dirty="0"/>
              <a:t>基板やセラミック基板などを利用</a:t>
            </a:r>
          </a:p>
          <a:p>
            <a:pPr marL="569214" lvl="1" indent="-285750"/>
            <a:r>
              <a:rPr lang="ja-JP" altLang="en-US" sz="1400" dirty="0"/>
              <a:t>ワイヤリング：ワイヤボンディングやフリップチップを利用</a:t>
            </a:r>
          </a:p>
          <a:p>
            <a:pPr marL="569214" lvl="1" indent="-285750"/>
            <a:r>
              <a:rPr lang="ja-JP" altLang="en-US" sz="1400" dirty="0"/>
              <a:t>封入：樹脂やセラミックを利用</a:t>
            </a:r>
          </a:p>
        </p:txBody>
      </p:sp>
      <p:pic>
        <p:nvPicPr>
          <p:cNvPr id="19" name="図 18" descr="座る, コンピュータ, 電子レンジ, メーター が含まれている画像&#10;&#10;AI 生成コンテンツは誤りを含む可能性があります。">
            <a:extLst>
              <a:ext uri="{FF2B5EF4-FFF2-40B4-BE49-F238E27FC236}">
                <a16:creationId xmlns:a16="http://schemas.microsoft.com/office/drawing/2014/main" id="{76C2D761-03CB-4E77-20C8-E314149D7A9A}"/>
              </a:ext>
            </a:extLst>
          </p:cNvPr>
          <p:cNvPicPr>
            <a:picLocks noChangeAspect="1"/>
          </p:cNvPicPr>
          <p:nvPr/>
        </p:nvPicPr>
        <p:blipFill>
          <a:blip r:embed="rId5"/>
          <a:srcRect l="23282" t="17799" r="11534" b="14311"/>
          <a:stretch>
            <a:fillRect/>
          </a:stretch>
        </p:blipFill>
        <p:spPr>
          <a:xfrm rot="10800000">
            <a:off x="8651321" y="2288092"/>
            <a:ext cx="3361824" cy="1971225"/>
          </a:xfrm>
          <a:prstGeom prst="rect">
            <a:avLst/>
          </a:prstGeom>
        </p:spPr>
      </p:pic>
    </p:spTree>
    <p:extLst>
      <p:ext uri="{BB962C8B-B14F-4D97-AF65-F5344CB8AC3E}">
        <p14:creationId xmlns:p14="http://schemas.microsoft.com/office/powerpoint/2010/main" val="172659218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B280FD7-0C95-8B17-2DDE-14429FDA477D}"/>
              </a:ext>
            </a:extLst>
          </p:cNvPr>
          <p:cNvSpPr>
            <a:spLocks noGrp="1"/>
          </p:cNvSpPr>
          <p:nvPr>
            <p:ph type="title"/>
          </p:nvPr>
        </p:nvSpPr>
        <p:spPr/>
        <p:txBody>
          <a:bodyPr/>
          <a:lstStyle/>
          <a:p>
            <a:r>
              <a:rPr kumimoji="1" lang="ja-JP" altLang="en-US" dirty="0"/>
              <a:t>ファブの関係性：</a:t>
            </a:r>
            <a:r>
              <a:rPr kumimoji="1" lang="en-US" altLang="ja-JP" dirty="0"/>
              <a:t>PCB</a:t>
            </a:r>
            <a:r>
              <a:rPr kumimoji="1" lang="ja-JP" altLang="en-US" dirty="0"/>
              <a:t>基板との対比</a:t>
            </a:r>
          </a:p>
        </p:txBody>
      </p:sp>
      <p:sp>
        <p:nvSpPr>
          <p:cNvPr id="3" name="日付プレースホルダー 2">
            <a:extLst>
              <a:ext uri="{FF2B5EF4-FFF2-40B4-BE49-F238E27FC236}">
                <a16:creationId xmlns:a16="http://schemas.microsoft.com/office/drawing/2014/main" id="{4B329707-3301-AB69-29BF-B3EAD0750899}"/>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2B559BDB-D239-EC54-C256-1D91A377A328}"/>
              </a:ext>
            </a:extLst>
          </p:cNvPr>
          <p:cNvSpPr>
            <a:spLocks noGrp="1"/>
          </p:cNvSpPr>
          <p:nvPr>
            <p:ph type="sldNum" sz="quarter" idx="12"/>
          </p:nvPr>
        </p:nvSpPr>
        <p:spPr/>
        <p:txBody>
          <a:bodyPr/>
          <a:lstStyle/>
          <a:p>
            <a:pPr rtl="0"/>
            <a:fld id="{9860EDB8-5305-433F-BE41-D7A86D811DB3}" type="slidenum">
              <a:rPr lang="en-US" altLang="ja-JP" noProof="0" smtClean="0"/>
              <a:pPr rtl="0"/>
              <a:t>131</a:t>
            </a:fld>
            <a:endParaRPr lang="ja-JP" altLang="en-US" noProof="0"/>
          </a:p>
        </p:txBody>
      </p:sp>
      <p:sp>
        <p:nvSpPr>
          <p:cNvPr id="5" name="コンテンツ プレースホルダー 4">
            <a:extLst>
              <a:ext uri="{FF2B5EF4-FFF2-40B4-BE49-F238E27FC236}">
                <a16:creationId xmlns:a16="http://schemas.microsoft.com/office/drawing/2014/main" id="{BF78F966-D9ED-883F-DF50-54B60190B95A}"/>
              </a:ext>
            </a:extLst>
          </p:cNvPr>
          <p:cNvSpPr>
            <a:spLocks noGrp="1"/>
          </p:cNvSpPr>
          <p:nvPr>
            <p:ph sz="quarter" idx="13"/>
          </p:nvPr>
        </p:nvSpPr>
        <p:spPr/>
        <p:txBody>
          <a:bodyPr>
            <a:normAutofit/>
          </a:bodyPr>
          <a:lstStyle/>
          <a:p>
            <a:pPr marL="569214" lvl="1" indent="-285750"/>
            <a:r>
              <a:rPr lang="en-US" altLang="ja-JP" dirty="0"/>
              <a:t>EDA</a:t>
            </a:r>
            <a:r>
              <a:rPr lang="ja-JP" altLang="en-US" dirty="0"/>
              <a:t>ツール（設計ツール）</a:t>
            </a:r>
            <a:endParaRPr lang="en-US" altLang="ja-JP" dirty="0"/>
          </a:p>
          <a:p>
            <a:pPr marL="971550" lvl="2" indent="-285750"/>
            <a:r>
              <a:rPr lang="ja-JP" altLang="en-US" dirty="0"/>
              <a:t>回路図とレイアウト</a:t>
            </a:r>
            <a:endParaRPr lang="en-US" altLang="ja-JP" dirty="0"/>
          </a:p>
          <a:p>
            <a:pPr marL="1428750" lvl="3" indent="-285750"/>
            <a:r>
              <a:rPr lang="en-US" altLang="ja-JP" dirty="0" err="1"/>
              <a:t>KiCAD</a:t>
            </a:r>
            <a:r>
              <a:rPr lang="en-US" altLang="ja-JP" dirty="0"/>
              <a:t> -&gt; </a:t>
            </a:r>
            <a:r>
              <a:rPr lang="en-US" altLang="ja-JP" dirty="0" err="1"/>
              <a:t>XSchem</a:t>
            </a:r>
            <a:r>
              <a:rPr lang="en-US" altLang="ja-JP" dirty="0"/>
              <a:t> &amp; </a:t>
            </a:r>
            <a:r>
              <a:rPr lang="en-US" altLang="ja-JP" dirty="0" err="1"/>
              <a:t>Klayout</a:t>
            </a:r>
            <a:endParaRPr lang="en-US" altLang="ja-JP" dirty="0"/>
          </a:p>
          <a:p>
            <a:pPr marL="971550" lvl="2" indent="-285750"/>
            <a:r>
              <a:rPr lang="ja-JP" altLang="en-US" dirty="0"/>
              <a:t>シミュレーター</a:t>
            </a:r>
            <a:endParaRPr lang="en-US" altLang="ja-JP" dirty="0"/>
          </a:p>
          <a:p>
            <a:pPr marL="1428750" lvl="3" indent="-285750"/>
            <a:r>
              <a:rPr lang="en-US" altLang="ja-JP" dirty="0" err="1"/>
              <a:t>LTSpice</a:t>
            </a:r>
            <a:r>
              <a:rPr lang="en-US" altLang="ja-JP" dirty="0"/>
              <a:t> -&gt; </a:t>
            </a:r>
            <a:r>
              <a:rPr lang="en-US" altLang="ja-JP" dirty="0" err="1"/>
              <a:t>ngspice</a:t>
            </a:r>
            <a:endParaRPr lang="en-US" altLang="ja-JP" dirty="0"/>
          </a:p>
          <a:p>
            <a:pPr marL="569214" lvl="1" indent="-285750"/>
            <a:r>
              <a:rPr lang="ja-JP" altLang="en-US" dirty="0"/>
              <a:t>製造会社：代理店（ファブからウェハーを購入する）</a:t>
            </a:r>
            <a:endParaRPr lang="en-US" altLang="ja-JP" dirty="0"/>
          </a:p>
          <a:p>
            <a:pPr marL="971550" lvl="2" indent="-285750"/>
            <a:r>
              <a:rPr lang="ja-JP" altLang="en-US" dirty="0"/>
              <a:t>ユーザサポートを行う</a:t>
            </a:r>
            <a:endParaRPr lang="en-US" altLang="ja-JP" dirty="0"/>
          </a:p>
          <a:p>
            <a:pPr marL="971550" lvl="2" indent="-285750"/>
            <a:r>
              <a:rPr lang="ja-JP" altLang="en-US" dirty="0"/>
              <a:t>レチクルの中身やフレームを提供する</a:t>
            </a:r>
            <a:endParaRPr lang="en-US" altLang="ja-JP" dirty="0"/>
          </a:p>
          <a:p>
            <a:pPr marL="1428750" lvl="3" indent="-285750"/>
            <a:r>
              <a:rPr lang="en-US" altLang="ja-JP" dirty="0"/>
              <a:t>P</a:t>
            </a:r>
            <a:r>
              <a:rPr lang="ja-JP" altLang="en-US" dirty="0"/>
              <a:t>版</a:t>
            </a:r>
            <a:r>
              <a:rPr lang="en-US" altLang="ja-JP" dirty="0"/>
              <a:t>.com -&gt; </a:t>
            </a:r>
            <a:r>
              <a:rPr lang="en-US" altLang="ja-JP" dirty="0" err="1"/>
              <a:t>Wafer.Space</a:t>
            </a:r>
            <a:endParaRPr lang="ja-JP" altLang="en-US" dirty="0"/>
          </a:p>
        </p:txBody>
      </p:sp>
      <p:sp>
        <p:nvSpPr>
          <p:cNvPr id="6" name="コンテンツ プレースホルダー 5">
            <a:extLst>
              <a:ext uri="{FF2B5EF4-FFF2-40B4-BE49-F238E27FC236}">
                <a16:creationId xmlns:a16="http://schemas.microsoft.com/office/drawing/2014/main" id="{D69BE400-1273-CEB4-DE83-13504502555B}"/>
              </a:ext>
            </a:extLst>
          </p:cNvPr>
          <p:cNvSpPr>
            <a:spLocks noGrp="1"/>
          </p:cNvSpPr>
          <p:nvPr>
            <p:ph sz="quarter" idx="14"/>
          </p:nvPr>
        </p:nvSpPr>
        <p:spPr>
          <a:xfrm>
            <a:off x="6298690" y="1463040"/>
            <a:ext cx="5689138" cy="4601748"/>
          </a:xfrm>
        </p:spPr>
        <p:txBody>
          <a:bodyPr>
            <a:normAutofit/>
          </a:bodyPr>
          <a:lstStyle/>
          <a:p>
            <a:pPr marL="569214" lvl="1" indent="-285750"/>
            <a:r>
              <a:rPr lang="ja-JP" altLang="en-US" dirty="0"/>
              <a:t>製造会社：ファブ（前工程工場）</a:t>
            </a:r>
            <a:endParaRPr lang="en-US" altLang="ja-JP" dirty="0"/>
          </a:p>
          <a:p>
            <a:pPr marL="971550" lvl="2" indent="-285750"/>
            <a:r>
              <a:rPr lang="ja-JP" altLang="en-US" dirty="0"/>
              <a:t>ウェハーやレチクルのサイズなどの製造仕様の提供する</a:t>
            </a:r>
            <a:endParaRPr lang="en-US" altLang="ja-JP" dirty="0"/>
          </a:p>
          <a:p>
            <a:pPr marL="971550" lvl="2" indent="-285750"/>
            <a:r>
              <a:rPr lang="ja-JP" altLang="en-US" dirty="0"/>
              <a:t>テープアウト日を指定する（シャトルの場合）</a:t>
            </a:r>
            <a:endParaRPr lang="en-US" altLang="ja-JP" dirty="0"/>
          </a:p>
          <a:p>
            <a:pPr marL="1428750" lvl="3" indent="-285750"/>
            <a:r>
              <a:rPr lang="en-US" altLang="ja-JP" dirty="0"/>
              <a:t>PCB</a:t>
            </a:r>
            <a:r>
              <a:rPr lang="ja-JP" altLang="en-US" dirty="0"/>
              <a:t>基板と違い、年に数回しか製造チャンスがない</a:t>
            </a:r>
            <a:endParaRPr lang="en-US" altLang="ja-JP" dirty="0"/>
          </a:p>
          <a:p>
            <a:pPr marL="971550" lvl="2" indent="-285750"/>
            <a:r>
              <a:rPr lang="ja-JP" altLang="en-US" dirty="0"/>
              <a:t>実際の製造を行う</a:t>
            </a:r>
            <a:endParaRPr lang="en-US" altLang="ja-JP" dirty="0"/>
          </a:p>
          <a:p>
            <a:pPr marL="1428750" lvl="3" indent="-285750"/>
            <a:r>
              <a:rPr lang="en-US" altLang="ja-JP" dirty="0"/>
              <a:t>PCB</a:t>
            </a:r>
            <a:r>
              <a:rPr lang="ja-JP" altLang="en-US" dirty="0"/>
              <a:t>基板製造工場 </a:t>
            </a:r>
            <a:r>
              <a:rPr lang="en-US" altLang="ja-JP" dirty="0"/>
              <a:t>-&gt; GF</a:t>
            </a:r>
          </a:p>
          <a:p>
            <a:pPr marL="569214" lvl="1" indent="-285750"/>
            <a:r>
              <a:rPr lang="ja-JP" altLang="en-US" dirty="0"/>
              <a:t>製造会社：アセンブリ（後工程工場）</a:t>
            </a:r>
            <a:endParaRPr lang="en-US" altLang="ja-JP" dirty="0"/>
          </a:p>
          <a:p>
            <a:pPr marL="971550" lvl="2" indent="-285750"/>
            <a:r>
              <a:rPr lang="ja-JP" altLang="en-US" dirty="0"/>
              <a:t>パッケージングを行う</a:t>
            </a:r>
            <a:endParaRPr lang="en-US" altLang="ja-JP" dirty="0"/>
          </a:p>
          <a:p>
            <a:pPr marL="1428750" lvl="3" indent="-285750"/>
            <a:r>
              <a:rPr lang="en-US" altLang="ja-JP" dirty="0"/>
              <a:t>PCB</a:t>
            </a:r>
            <a:r>
              <a:rPr lang="ja-JP" altLang="en-US" dirty="0"/>
              <a:t>基板の部品実装工場 </a:t>
            </a:r>
            <a:r>
              <a:rPr lang="en-US" altLang="ja-JP" dirty="0"/>
              <a:t>-&gt; ODT</a:t>
            </a:r>
          </a:p>
        </p:txBody>
      </p:sp>
    </p:spTree>
    <p:extLst>
      <p:ext uri="{BB962C8B-B14F-4D97-AF65-F5344CB8AC3E}">
        <p14:creationId xmlns:p14="http://schemas.microsoft.com/office/powerpoint/2010/main" val="591745782"/>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ECF7DB1-FF7C-C7D8-91DB-9E85EE8E211A}"/>
              </a:ext>
            </a:extLst>
          </p:cNvPr>
          <p:cNvSpPr>
            <a:spLocks noGrp="1"/>
          </p:cNvSpPr>
          <p:nvPr>
            <p:ph type="title"/>
          </p:nvPr>
        </p:nvSpPr>
        <p:spPr/>
        <p:txBody>
          <a:bodyPr/>
          <a:lstStyle/>
          <a:p>
            <a:r>
              <a:rPr kumimoji="1" lang="ja-JP" altLang="en-US" dirty="0"/>
              <a:t>パッドと</a:t>
            </a:r>
            <a:r>
              <a:rPr kumimoji="1" lang="en-US" altLang="ja-JP" dirty="0"/>
              <a:t>ESD</a:t>
            </a:r>
            <a:endParaRPr kumimoji="1" lang="ja-JP" altLang="en-US" dirty="0"/>
          </a:p>
        </p:txBody>
      </p:sp>
      <p:sp>
        <p:nvSpPr>
          <p:cNvPr id="3" name="日付プレースホルダー 2">
            <a:extLst>
              <a:ext uri="{FF2B5EF4-FFF2-40B4-BE49-F238E27FC236}">
                <a16:creationId xmlns:a16="http://schemas.microsoft.com/office/drawing/2014/main" id="{0F584435-4FD1-064F-BB7F-B170479CF33E}"/>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2DB65428-DDF2-B867-2107-CF4AD5356A3E}"/>
              </a:ext>
            </a:extLst>
          </p:cNvPr>
          <p:cNvSpPr>
            <a:spLocks noGrp="1"/>
          </p:cNvSpPr>
          <p:nvPr>
            <p:ph type="sldNum" sz="quarter" idx="12"/>
          </p:nvPr>
        </p:nvSpPr>
        <p:spPr/>
        <p:txBody>
          <a:bodyPr/>
          <a:lstStyle/>
          <a:p>
            <a:pPr rtl="0"/>
            <a:fld id="{9860EDB8-5305-433F-BE41-D7A86D811DB3}" type="slidenum">
              <a:rPr lang="en-US" altLang="ja-JP" noProof="0" smtClean="0"/>
              <a:pPr rtl="0"/>
              <a:t>132</a:t>
            </a:fld>
            <a:endParaRPr lang="ja-JP" altLang="en-US" noProof="0"/>
          </a:p>
        </p:txBody>
      </p:sp>
      <p:sp>
        <p:nvSpPr>
          <p:cNvPr id="5" name="コンテンツ プレースホルダー 4">
            <a:extLst>
              <a:ext uri="{FF2B5EF4-FFF2-40B4-BE49-F238E27FC236}">
                <a16:creationId xmlns:a16="http://schemas.microsoft.com/office/drawing/2014/main" id="{9DE6ACFC-0849-40D3-173B-D37E2F7CC7A9}"/>
              </a:ext>
            </a:extLst>
          </p:cNvPr>
          <p:cNvSpPr>
            <a:spLocks noGrp="1"/>
          </p:cNvSpPr>
          <p:nvPr>
            <p:ph sz="quarter" idx="13"/>
          </p:nvPr>
        </p:nvSpPr>
        <p:spPr/>
        <p:txBody>
          <a:bodyPr/>
          <a:lstStyle/>
          <a:p>
            <a:pPr marL="285750" indent="-285750">
              <a:buFont typeface="Arial" panose="020B0604020202020204" pitchFamily="34" charset="0"/>
              <a:buChar char="•"/>
            </a:pPr>
            <a:r>
              <a:rPr lang="ja-JP" altLang="en-US" dirty="0"/>
              <a:t>パッドからゲートにつなげる場合は要注意</a:t>
            </a:r>
            <a:endParaRPr lang="en-US" altLang="ja-JP" dirty="0"/>
          </a:p>
          <a:p>
            <a:pPr marL="569214" lvl="1" indent="-285750"/>
            <a:r>
              <a:rPr lang="ja-JP" altLang="en-US" dirty="0"/>
              <a:t>ゲート酸化膜の厚さ＝</a:t>
            </a:r>
            <a:r>
              <a:rPr lang="en-US" altLang="ja-JP" dirty="0"/>
              <a:t>19.5nm</a:t>
            </a:r>
          </a:p>
          <a:p>
            <a:pPr marL="569214" lvl="1" indent="-285750"/>
            <a:r>
              <a:rPr kumimoji="1" lang="ja-JP" altLang="en-US" dirty="0"/>
              <a:t>酸化膜の耐圧：</a:t>
            </a:r>
            <a:r>
              <a:rPr lang="en-US" altLang="ja-JP" dirty="0"/>
              <a:t>6</a:t>
            </a:r>
            <a:r>
              <a:rPr lang="ja-JP" altLang="en-US" dirty="0"/>
              <a:t>～</a:t>
            </a:r>
            <a:r>
              <a:rPr lang="en-US" altLang="ja-JP" dirty="0"/>
              <a:t>10MV/cm</a:t>
            </a:r>
          </a:p>
          <a:p>
            <a:pPr marL="971550" lvl="2" indent="-285750"/>
            <a:r>
              <a:rPr lang="en-US" altLang="ja-JP" dirty="0"/>
              <a:t>19.5V</a:t>
            </a:r>
            <a:r>
              <a:rPr lang="ja-JP" altLang="en-US" dirty="0"/>
              <a:t>で破壊される</a:t>
            </a:r>
            <a:endParaRPr lang="en-US" altLang="ja-JP" dirty="0"/>
          </a:p>
        </p:txBody>
      </p:sp>
      <p:pic>
        <p:nvPicPr>
          <p:cNvPr id="9" name="図 8">
            <a:extLst>
              <a:ext uri="{FF2B5EF4-FFF2-40B4-BE49-F238E27FC236}">
                <a16:creationId xmlns:a16="http://schemas.microsoft.com/office/drawing/2014/main" id="{CFCAAE51-E292-072B-6E4D-EB516A8E1E0B}"/>
              </a:ext>
            </a:extLst>
          </p:cNvPr>
          <p:cNvPicPr>
            <a:picLocks noChangeAspect="1"/>
          </p:cNvPicPr>
          <p:nvPr/>
        </p:nvPicPr>
        <p:blipFill>
          <a:blip r:embed="rId2"/>
          <a:stretch>
            <a:fillRect/>
          </a:stretch>
        </p:blipFill>
        <p:spPr>
          <a:xfrm>
            <a:off x="2202076" y="3489090"/>
            <a:ext cx="3022794" cy="3030017"/>
          </a:xfrm>
          <a:prstGeom prst="rect">
            <a:avLst/>
          </a:prstGeom>
        </p:spPr>
      </p:pic>
      <p:pic>
        <p:nvPicPr>
          <p:cNvPr id="11" name="図 10">
            <a:extLst>
              <a:ext uri="{FF2B5EF4-FFF2-40B4-BE49-F238E27FC236}">
                <a16:creationId xmlns:a16="http://schemas.microsoft.com/office/drawing/2014/main" id="{037A3B1C-6EF6-C964-A36B-4D2D2028213E}"/>
              </a:ext>
            </a:extLst>
          </p:cNvPr>
          <p:cNvPicPr>
            <a:picLocks noChangeAspect="1"/>
          </p:cNvPicPr>
          <p:nvPr/>
        </p:nvPicPr>
        <p:blipFill>
          <a:blip r:embed="rId3"/>
          <a:stretch>
            <a:fillRect/>
          </a:stretch>
        </p:blipFill>
        <p:spPr>
          <a:xfrm>
            <a:off x="5232446" y="1286286"/>
            <a:ext cx="3784676" cy="5232821"/>
          </a:xfrm>
          <a:prstGeom prst="rect">
            <a:avLst/>
          </a:prstGeom>
        </p:spPr>
      </p:pic>
      <p:pic>
        <p:nvPicPr>
          <p:cNvPr id="15" name="図 14">
            <a:extLst>
              <a:ext uri="{FF2B5EF4-FFF2-40B4-BE49-F238E27FC236}">
                <a16:creationId xmlns:a16="http://schemas.microsoft.com/office/drawing/2014/main" id="{AC2859A9-F815-28E5-154D-9995FC62626C}"/>
              </a:ext>
            </a:extLst>
          </p:cNvPr>
          <p:cNvPicPr>
            <a:picLocks noChangeAspect="1"/>
          </p:cNvPicPr>
          <p:nvPr/>
        </p:nvPicPr>
        <p:blipFill>
          <a:blip r:embed="rId4"/>
          <a:stretch>
            <a:fillRect/>
          </a:stretch>
        </p:blipFill>
        <p:spPr>
          <a:xfrm>
            <a:off x="9018106" y="2320122"/>
            <a:ext cx="3173894" cy="3074837"/>
          </a:xfrm>
          <a:prstGeom prst="rect">
            <a:avLst/>
          </a:prstGeom>
        </p:spPr>
      </p:pic>
      <p:sp>
        <p:nvSpPr>
          <p:cNvPr id="7" name="正方形/長方形 6">
            <a:extLst>
              <a:ext uri="{FF2B5EF4-FFF2-40B4-BE49-F238E27FC236}">
                <a16:creationId xmlns:a16="http://schemas.microsoft.com/office/drawing/2014/main" id="{EEDE6E9C-ED92-BE2C-8A28-3ABE0078F1A7}"/>
              </a:ext>
            </a:extLst>
          </p:cNvPr>
          <p:cNvSpPr/>
          <p:nvPr/>
        </p:nvSpPr>
        <p:spPr>
          <a:xfrm>
            <a:off x="0" y="6600037"/>
            <a:ext cx="3213463" cy="223317"/>
          </a:xfrm>
          <a:prstGeom prst="rect">
            <a:avLst/>
          </a:prstGeom>
          <a:solidFill>
            <a:srgbClr val="323232"/>
          </a:solidFill>
          <a:ln w="12700" cap="flat" cmpd="sng" algn="ctr">
            <a:noFill/>
            <a:prstDash val="solid"/>
            <a:miter lim="800000"/>
          </a:ln>
          <a:effectLst/>
        </p:spPr>
        <p:txBody>
          <a:bodyPr rtlCol="0" anchor="ctr"/>
          <a:lstStyle/>
          <a:p>
            <a:pPr marL="0" marR="0" lvl="0" indent="0" algn="ctr" defTabSz="457200" eaLnBrk="1" fontAlgn="auto" latinLnBrk="0" hangingPunct="1">
              <a:lnSpc>
                <a:spcPct val="100000"/>
              </a:lnSpc>
              <a:spcBef>
                <a:spcPts val="0"/>
              </a:spcBef>
              <a:spcAft>
                <a:spcPts val="0"/>
              </a:spcAft>
              <a:buClrTx/>
              <a:buSzTx/>
              <a:buFontTx/>
              <a:buNone/>
              <a:tabLst/>
              <a:defRPr/>
            </a:pPr>
            <a:r>
              <a:rPr kumimoji="1" lang="en-US" altLang="ja-JP"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rPr>
              <a:t>OpenSUSI-TR10</a:t>
            </a:r>
            <a:endParaRPr kumimoji="1" lang="ja-JP" altLang="en-US" sz="1400" b="1" i="0" u="none" strike="noStrike" kern="0" cap="none" spc="0" normalizeH="0" baseline="0" noProof="0" dirty="0">
              <a:ln>
                <a:noFill/>
              </a:ln>
              <a:solidFill>
                <a:schemeClr val="accent6">
                  <a:lumMod val="60000"/>
                  <a:lumOff val="40000"/>
                </a:schemeClr>
              </a:solidFill>
              <a:effectLst/>
              <a:uLnTx/>
              <a:uFillTx/>
              <a:ea typeface="ＭＳ Ｐゴシック" panose="020B0600070205080204" pitchFamily="50" charset="-128"/>
              <a:cs typeface="+mn-cs"/>
            </a:endParaRPr>
          </a:p>
        </p:txBody>
      </p:sp>
    </p:spTree>
    <p:extLst>
      <p:ext uri="{BB962C8B-B14F-4D97-AF65-F5344CB8AC3E}">
        <p14:creationId xmlns:p14="http://schemas.microsoft.com/office/powerpoint/2010/main" val="3397497519"/>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342E647-FDFF-220D-4780-DDF48645187A}"/>
              </a:ext>
            </a:extLst>
          </p:cNvPr>
          <p:cNvSpPr>
            <a:spLocks noGrp="1"/>
          </p:cNvSpPr>
          <p:nvPr>
            <p:ph type="title"/>
          </p:nvPr>
        </p:nvSpPr>
        <p:spPr/>
        <p:txBody>
          <a:bodyPr/>
          <a:lstStyle/>
          <a:p>
            <a:r>
              <a:rPr kumimoji="1" lang="ja-JP" altLang="en-US" dirty="0"/>
              <a:t>ドライブ</a:t>
            </a:r>
            <a:r>
              <a:rPr lang="ja-JP" altLang="en-US" dirty="0"/>
              <a:t>能力</a:t>
            </a:r>
            <a:endParaRPr kumimoji="1" lang="ja-JP" altLang="en-US" dirty="0"/>
          </a:p>
        </p:txBody>
      </p:sp>
      <p:sp>
        <p:nvSpPr>
          <p:cNvPr id="3" name="日付プレースホルダー 2">
            <a:extLst>
              <a:ext uri="{FF2B5EF4-FFF2-40B4-BE49-F238E27FC236}">
                <a16:creationId xmlns:a16="http://schemas.microsoft.com/office/drawing/2014/main" id="{513C9D91-47EE-BC2F-76D0-EA3E947169C4}"/>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FDF4BA56-704D-685C-D224-6155D7313EA8}"/>
              </a:ext>
            </a:extLst>
          </p:cNvPr>
          <p:cNvSpPr>
            <a:spLocks noGrp="1"/>
          </p:cNvSpPr>
          <p:nvPr>
            <p:ph type="sldNum" sz="quarter" idx="12"/>
          </p:nvPr>
        </p:nvSpPr>
        <p:spPr/>
        <p:txBody>
          <a:bodyPr/>
          <a:lstStyle/>
          <a:p>
            <a:pPr rtl="0"/>
            <a:fld id="{9860EDB8-5305-433F-BE41-D7A86D811DB3}" type="slidenum">
              <a:rPr lang="en-US" altLang="ja-JP" noProof="0" smtClean="0"/>
              <a:pPr rtl="0"/>
              <a:t>133</a:t>
            </a:fld>
            <a:endParaRPr lang="ja-JP" altLang="en-US" noProof="0"/>
          </a:p>
        </p:txBody>
      </p:sp>
      <p:sp>
        <p:nvSpPr>
          <p:cNvPr id="5" name="コンテンツ プレースホルダー 4">
            <a:extLst>
              <a:ext uri="{FF2B5EF4-FFF2-40B4-BE49-F238E27FC236}">
                <a16:creationId xmlns:a16="http://schemas.microsoft.com/office/drawing/2014/main" id="{772DEC60-7F85-C9E7-1E1D-846419581FED}"/>
              </a:ext>
            </a:extLst>
          </p:cNvPr>
          <p:cNvSpPr>
            <a:spLocks noGrp="1"/>
          </p:cNvSpPr>
          <p:nvPr>
            <p:ph sz="quarter" idx="13"/>
          </p:nvPr>
        </p:nvSpPr>
        <p:spPr>
          <a:xfrm>
            <a:off x="444500" y="1463039"/>
            <a:ext cx="11616871" cy="4964351"/>
          </a:xfrm>
        </p:spPr>
        <p:txBody>
          <a:bodyPr>
            <a:normAutofit/>
          </a:bodyPr>
          <a:lstStyle/>
          <a:p>
            <a:pPr marL="285750" indent="-285750">
              <a:buFont typeface="Arial" panose="020B0604020202020204" pitchFamily="34" charset="0"/>
              <a:buChar char="•"/>
            </a:pPr>
            <a:r>
              <a:rPr kumimoji="1" lang="ja-JP" altLang="en-US" sz="2000" b="1" dirty="0">
                <a:solidFill>
                  <a:srgbClr val="FF0000"/>
                </a:solidFill>
              </a:rPr>
              <a:t>出力先がピンの外の場合は</a:t>
            </a:r>
            <a:r>
              <a:rPr kumimoji="1" lang="en-US" altLang="ja-JP" sz="2000" dirty="0"/>
              <a:t>IC</a:t>
            </a:r>
            <a:r>
              <a:rPr kumimoji="1" lang="ja-JP" altLang="en-US" sz="2000" dirty="0"/>
              <a:t>内</a:t>
            </a:r>
            <a:r>
              <a:rPr lang="ja-JP" altLang="en-US" sz="2000" dirty="0"/>
              <a:t>のロジックセル等の容量負荷よりも</a:t>
            </a:r>
            <a:r>
              <a:rPr kumimoji="1" lang="ja-JP" altLang="en-US" sz="2000" b="1" dirty="0">
                <a:solidFill>
                  <a:srgbClr val="FF0000"/>
                </a:solidFill>
              </a:rPr>
              <a:t>膨大な容量負荷がかかる</a:t>
            </a:r>
            <a:endParaRPr lang="en-US" altLang="ja-JP" sz="2000" dirty="0"/>
          </a:p>
          <a:p>
            <a:pPr marL="569214" lvl="1" indent="-285750"/>
            <a:r>
              <a:rPr kumimoji="1" lang="ja-JP" altLang="en-US" sz="2000" dirty="0"/>
              <a:t>どれぐらいの負荷容量がかかるかは</a:t>
            </a:r>
            <a:r>
              <a:rPr kumimoji="1" lang="en-US" altLang="ja-JP" sz="2000" dirty="0"/>
              <a:t>IC</a:t>
            </a:r>
            <a:r>
              <a:rPr kumimoji="1" lang="ja-JP" altLang="en-US" sz="2000" dirty="0"/>
              <a:t>の利用者に依存</a:t>
            </a:r>
            <a:endParaRPr lang="en-US" altLang="ja-JP" sz="2000" dirty="0"/>
          </a:p>
          <a:p>
            <a:pPr marL="626364" lvl="1" indent="-342900"/>
            <a:r>
              <a:rPr lang="ja-JP" altLang="en-US" sz="2000" dirty="0"/>
              <a:t>要因：</a:t>
            </a:r>
            <a:r>
              <a:rPr lang="en-US" altLang="ja-JP" sz="2000" dirty="0"/>
              <a:t>IC</a:t>
            </a:r>
            <a:r>
              <a:rPr lang="ja-JP" altLang="en-US" sz="2000" dirty="0"/>
              <a:t>パッケージ、（ソケット）、基板配線パターン、ケーブル　など</a:t>
            </a:r>
            <a:endParaRPr lang="en-US" altLang="ja-JP" sz="2000" dirty="0"/>
          </a:p>
          <a:p>
            <a:pPr marL="342900" indent="-342900">
              <a:buFont typeface="Arial" panose="020B0604020202020204" pitchFamily="34" charset="0"/>
              <a:buChar char="•"/>
            </a:pPr>
            <a:endParaRPr kumimoji="1" lang="en-US" altLang="ja-JP" sz="2000" dirty="0"/>
          </a:p>
          <a:p>
            <a:pPr marL="342900" indent="-342900">
              <a:buFont typeface="Arial" panose="020B0604020202020204" pitchFamily="34" charset="0"/>
              <a:buChar char="•"/>
            </a:pPr>
            <a:r>
              <a:rPr lang="ja-JP" altLang="en-US" sz="2000" dirty="0"/>
              <a:t>ターゲットの出力周波数を、想定した負荷容量で駆動できるサイズで設計する必要がある</a:t>
            </a:r>
            <a:endParaRPr kumimoji="1" lang="en-US" altLang="ja-JP" sz="2000" dirty="0"/>
          </a:p>
          <a:p>
            <a:pPr marL="626364" lvl="1" indent="-342900"/>
            <a:r>
              <a:rPr kumimoji="1" lang="ja-JP" altLang="en-US" sz="2000" dirty="0"/>
              <a:t>今回は外界の負荷容量を </a:t>
            </a:r>
            <a:r>
              <a:rPr kumimoji="1" lang="en-US" altLang="ja-JP" sz="2000" dirty="0"/>
              <a:t>4</a:t>
            </a:r>
            <a:r>
              <a:rPr lang="en-US" altLang="ja-JP" sz="2000" dirty="0"/>
              <a:t>0</a:t>
            </a:r>
            <a:r>
              <a:rPr lang="ja-JP" altLang="en-US" sz="2000" dirty="0"/>
              <a:t> </a:t>
            </a:r>
            <a:r>
              <a:rPr lang="en-US" altLang="ja-JP" sz="2000" dirty="0"/>
              <a:t>pF </a:t>
            </a:r>
            <a:r>
              <a:rPr lang="ja-JP" altLang="en-US" sz="2000" dirty="0"/>
              <a:t>に設定してシミュレーションを行う</a:t>
            </a:r>
            <a:endParaRPr lang="en-US" altLang="ja-JP" sz="2000" dirty="0"/>
          </a:p>
          <a:p>
            <a:pPr marL="342900" indent="-342900"/>
            <a:endParaRPr lang="en-US" altLang="ja-JP" sz="2000" dirty="0"/>
          </a:p>
          <a:p>
            <a:pPr marL="342900" indent="-342900"/>
            <a:r>
              <a:rPr lang="ja-JP" altLang="en-US" sz="2000" dirty="0"/>
              <a:t>参考：一般的な</a:t>
            </a:r>
            <a:r>
              <a:rPr lang="en-US" altLang="ja-JP" sz="2000" dirty="0"/>
              <a:t>IC + </a:t>
            </a:r>
            <a:r>
              <a:rPr lang="ja-JP" altLang="en-US" sz="2000" dirty="0"/>
              <a:t>ソケット </a:t>
            </a:r>
            <a:r>
              <a:rPr lang="en-US" altLang="ja-JP" sz="2000" dirty="0"/>
              <a:t>+ 30cm </a:t>
            </a:r>
            <a:r>
              <a:rPr lang="ja-JP" altLang="en-US" sz="2000" dirty="0"/>
              <a:t>ケーブル </a:t>
            </a:r>
            <a:r>
              <a:rPr lang="en-US" altLang="ja-JP" sz="2000" dirty="0"/>
              <a:t>+ </a:t>
            </a:r>
            <a:r>
              <a:rPr lang="ja-JP" altLang="en-US" sz="2000" dirty="0"/>
              <a:t>パッシブプローブの容量を測った時は</a:t>
            </a:r>
            <a:r>
              <a:rPr lang="en-US" altLang="ja-JP" sz="2000" dirty="0"/>
              <a:t>28pF</a:t>
            </a:r>
            <a:r>
              <a:rPr lang="ja-JP" altLang="en-US" sz="2000" dirty="0"/>
              <a:t>でした</a:t>
            </a:r>
            <a:endParaRPr lang="en-US" altLang="ja-JP" sz="2000" dirty="0"/>
          </a:p>
          <a:p>
            <a:pPr marL="342900" indent="-342900">
              <a:buFont typeface="Arial" panose="020B0604020202020204" pitchFamily="34" charset="0"/>
              <a:buChar char="•"/>
            </a:pPr>
            <a:endParaRPr kumimoji="1" lang="en-US" altLang="ja-JP" sz="2000" dirty="0"/>
          </a:p>
          <a:p>
            <a:pPr marL="342900" indent="-342900">
              <a:buFont typeface="Arial" panose="020B0604020202020204" pitchFamily="34" charset="0"/>
              <a:buChar char="•"/>
            </a:pPr>
            <a:endParaRPr kumimoji="1" lang="en-US" altLang="ja-JP" sz="2000" dirty="0"/>
          </a:p>
        </p:txBody>
      </p:sp>
    </p:spTree>
    <p:extLst>
      <p:ext uri="{BB962C8B-B14F-4D97-AF65-F5344CB8AC3E}">
        <p14:creationId xmlns:p14="http://schemas.microsoft.com/office/powerpoint/2010/main" val="4043394673"/>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72471B0-A052-EEB0-500D-A381440E40F5}"/>
              </a:ext>
            </a:extLst>
          </p:cNvPr>
          <p:cNvSpPr>
            <a:spLocks noGrp="1"/>
          </p:cNvSpPr>
          <p:nvPr>
            <p:ph type="title"/>
          </p:nvPr>
        </p:nvSpPr>
        <p:spPr/>
        <p:txBody>
          <a:bodyPr/>
          <a:lstStyle/>
          <a:p>
            <a:r>
              <a:rPr lang="en-US" altLang="ja-JP" dirty="0" err="1">
                <a:solidFill>
                  <a:srgbClr val="E7E6E6">
                    <a:lumMod val="25000"/>
                  </a:srgbClr>
                </a:solidFill>
              </a:rPr>
              <a:t>ngspice</a:t>
            </a:r>
            <a:r>
              <a:rPr lang="ja-JP" altLang="en-US" dirty="0">
                <a:solidFill>
                  <a:srgbClr val="E7E6E6">
                    <a:lumMod val="25000"/>
                  </a:srgbClr>
                </a:solidFill>
              </a:rPr>
              <a:t>：過渡解析ベンチマークの</a:t>
            </a:r>
            <a:r>
              <a:rPr kumimoji="1" lang="en-US" altLang="ja-JP" dirty="0" err="1"/>
              <a:t>Cload</a:t>
            </a:r>
            <a:r>
              <a:rPr kumimoji="1" lang="en-US" altLang="ja-JP" dirty="0"/>
              <a:t>=40pF</a:t>
            </a:r>
            <a:r>
              <a:rPr kumimoji="1" lang="ja-JP" altLang="en-US" dirty="0"/>
              <a:t>にした例</a:t>
            </a:r>
          </a:p>
        </p:txBody>
      </p:sp>
      <p:sp>
        <p:nvSpPr>
          <p:cNvPr id="3" name="日付プレースホルダー 2">
            <a:extLst>
              <a:ext uri="{FF2B5EF4-FFF2-40B4-BE49-F238E27FC236}">
                <a16:creationId xmlns:a16="http://schemas.microsoft.com/office/drawing/2014/main" id="{85E11E35-EF38-631F-9A5B-225835EA6F48}"/>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68998B07-DF75-FED7-BD2D-A3B24957CFE5}"/>
              </a:ext>
            </a:extLst>
          </p:cNvPr>
          <p:cNvSpPr>
            <a:spLocks noGrp="1"/>
          </p:cNvSpPr>
          <p:nvPr>
            <p:ph type="sldNum" sz="quarter" idx="12"/>
          </p:nvPr>
        </p:nvSpPr>
        <p:spPr/>
        <p:txBody>
          <a:bodyPr/>
          <a:lstStyle/>
          <a:p>
            <a:pPr rtl="0"/>
            <a:fld id="{9860EDB8-5305-433F-BE41-D7A86D811DB3}" type="slidenum">
              <a:rPr lang="en-US" altLang="ja-JP" noProof="0" smtClean="0"/>
              <a:pPr rtl="0"/>
              <a:t>134</a:t>
            </a:fld>
            <a:endParaRPr lang="ja-JP" altLang="en-US" noProof="0"/>
          </a:p>
        </p:txBody>
      </p:sp>
      <p:sp>
        <p:nvSpPr>
          <p:cNvPr id="5" name="コンテンツ プレースホルダー 4">
            <a:extLst>
              <a:ext uri="{FF2B5EF4-FFF2-40B4-BE49-F238E27FC236}">
                <a16:creationId xmlns:a16="http://schemas.microsoft.com/office/drawing/2014/main" id="{481D9047-9701-5012-686E-0AE61C87DE48}"/>
              </a:ext>
            </a:extLst>
          </p:cNvPr>
          <p:cNvSpPr>
            <a:spLocks noGrp="1"/>
          </p:cNvSpPr>
          <p:nvPr>
            <p:ph sz="quarter" idx="13"/>
          </p:nvPr>
        </p:nvSpPr>
        <p:spPr>
          <a:xfrm>
            <a:off x="4386287" y="1463040"/>
            <a:ext cx="7268756" cy="4601748"/>
          </a:xfrm>
        </p:spPr>
        <p:txBody>
          <a:bodyPr/>
          <a:lstStyle/>
          <a:p>
            <a:pPr marL="285750" indent="-285750">
              <a:buFont typeface="Arial" panose="020B0604020202020204" pitchFamily="34" charset="0"/>
              <a:buChar char="•"/>
            </a:pPr>
            <a:r>
              <a:rPr lang="en-US" altLang="ja-JP" dirty="0"/>
              <a:t>PMOS</a:t>
            </a:r>
            <a:r>
              <a:rPr lang="ja-JP" altLang="en-US" dirty="0"/>
              <a:t>と</a:t>
            </a:r>
            <a:r>
              <a:rPr lang="en-US" altLang="ja-JP" dirty="0"/>
              <a:t>NMOS</a:t>
            </a:r>
            <a:r>
              <a:rPr lang="ja-JP" altLang="en-US" dirty="0"/>
              <a:t>の性能を上げる</a:t>
            </a:r>
            <a:endParaRPr lang="en-US" altLang="ja-JP" dirty="0"/>
          </a:p>
          <a:p>
            <a:pPr marL="569214" lvl="1" indent="-285750"/>
            <a:r>
              <a:rPr lang="en-US" altLang="ja-JP" dirty="0"/>
              <a:t>PMOS</a:t>
            </a:r>
            <a:r>
              <a:rPr lang="ja-JP" altLang="en-US" dirty="0"/>
              <a:t>と</a:t>
            </a:r>
            <a:r>
              <a:rPr lang="en-US" altLang="ja-JP" dirty="0"/>
              <a:t>NMOS</a:t>
            </a:r>
            <a:r>
              <a:rPr lang="ja-JP" altLang="en-US" dirty="0"/>
              <a:t>の</a:t>
            </a:r>
            <a:r>
              <a:rPr lang="en-US" altLang="ja-JP" dirty="0"/>
              <a:t>W</a:t>
            </a:r>
            <a:r>
              <a:rPr lang="ja-JP" altLang="en-US" dirty="0"/>
              <a:t>を大きくする</a:t>
            </a:r>
            <a:endParaRPr lang="en-US" altLang="ja-JP" dirty="0"/>
          </a:p>
          <a:p>
            <a:pPr marL="569214" lvl="1" indent="-285750"/>
            <a:r>
              <a:rPr lang="en-US" altLang="ja-JP" dirty="0"/>
              <a:t>PMOS</a:t>
            </a:r>
            <a:r>
              <a:rPr lang="ja-JP" altLang="en-US" dirty="0"/>
              <a:t>と</a:t>
            </a:r>
            <a:r>
              <a:rPr lang="en-US" altLang="ja-JP" dirty="0"/>
              <a:t>NMOS</a:t>
            </a:r>
            <a:r>
              <a:rPr lang="ja-JP" altLang="en-US" dirty="0"/>
              <a:t>の</a:t>
            </a:r>
            <a:r>
              <a:rPr lang="en-US" altLang="ja-JP" dirty="0"/>
              <a:t>L</a:t>
            </a:r>
            <a:r>
              <a:rPr lang="ja-JP" altLang="en-US" dirty="0"/>
              <a:t>を小さくする</a:t>
            </a:r>
            <a:endParaRPr lang="en-US" altLang="ja-JP" dirty="0"/>
          </a:p>
          <a:p>
            <a:pPr marL="971550" lvl="2" indent="-285750"/>
            <a:r>
              <a:rPr lang="en-US" altLang="ja-JP" dirty="0"/>
              <a:t>W/L</a:t>
            </a:r>
            <a:r>
              <a:rPr lang="ja-JP" altLang="en-US" dirty="0"/>
              <a:t>の比が同じ場合、</a:t>
            </a:r>
            <a:r>
              <a:rPr lang="en-US" altLang="ja-JP" dirty="0"/>
              <a:t>PMOS</a:t>
            </a:r>
            <a:r>
              <a:rPr lang="ja-JP" altLang="en-US" dirty="0"/>
              <a:t>と</a:t>
            </a:r>
            <a:r>
              <a:rPr lang="en-US" altLang="ja-JP" dirty="0"/>
              <a:t>NMOS</a:t>
            </a:r>
            <a:r>
              <a:rPr lang="ja-JP" altLang="en-US" dirty="0"/>
              <a:t>の性能バランスは保たれる</a:t>
            </a:r>
            <a:endParaRPr lang="en-US" altLang="ja-JP" dirty="0"/>
          </a:p>
        </p:txBody>
      </p:sp>
      <p:pic>
        <p:nvPicPr>
          <p:cNvPr id="8" name="図 7">
            <a:extLst>
              <a:ext uri="{FF2B5EF4-FFF2-40B4-BE49-F238E27FC236}">
                <a16:creationId xmlns:a16="http://schemas.microsoft.com/office/drawing/2014/main" id="{7FD69F50-6C08-4DCC-97F6-AD81E5F8475A}"/>
              </a:ext>
            </a:extLst>
          </p:cNvPr>
          <p:cNvPicPr>
            <a:picLocks noChangeAspect="1"/>
          </p:cNvPicPr>
          <p:nvPr/>
        </p:nvPicPr>
        <p:blipFill>
          <a:blip r:embed="rId2"/>
          <a:stretch>
            <a:fillRect/>
          </a:stretch>
        </p:blipFill>
        <p:spPr>
          <a:xfrm>
            <a:off x="207272" y="1131548"/>
            <a:ext cx="4172854" cy="5407887"/>
          </a:xfrm>
          <a:prstGeom prst="rect">
            <a:avLst/>
          </a:prstGeom>
        </p:spPr>
      </p:pic>
      <p:sp>
        <p:nvSpPr>
          <p:cNvPr id="10" name="吹き出し: 角を丸めた四角形 9">
            <a:extLst>
              <a:ext uri="{FF2B5EF4-FFF2-40B4-BE49-F238E27FC236}">
                <a16:creationId xmlns:a16="http://schemas.microsoft.com/office/drawing/2014/main" id="{73BF4C1D-C096-625B-8FEF-9CEAA83DE808}"/>
              </a:ext>
            </a:extLst>
          </p:cNvPr>
          <p:cNvSpPr/>
          <p:nvPr/>
        </p:nvSpPr>
        <p:spPr>
          <a:xfrm>
            <a:off x="4217826" y="4427621"/>
            <a:ext cx="1751128" cy="691268"/>
          </a:xfrm>
          <a:prstGeom prst="wedgeRoundRectCallout">
            <a:avLst>
              <a:gd name="adj1" fmla="val -60186"/>
              <a:gd name="adj2" fmla="val 82976"/>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t>これを変える</a:t>
            </a:r>
          </a:p>
        </p:txBody>
      </p:sp>
      <p:pic>
        <p:nvPicPr>
          <p:cNvPr id="12" name="図 11">
            <a:extLst>
              <a:ext uri="{FF2B5EF4-FFF2-40B4-BE49-F238E27FC236}">
                <a16:creationId xmlns:a16="http://schemas.microsoft.com/office/drawing/2014/main" id="{4E7E0D96-E1F6-4986-E4CF-0DF383B59EAD}"/>
              </a:ext>
            </a:extLst>
          </p:cNvPr>
          <p:cNvPicPr>
            <a:picLocks noChangeAspect="1"/>
          </p:cNvPicPr>
          <p:nvPr/>
        </p:nvPicPr>
        <p:blipFill>
          <a:blip r:embed="rId3"/>
          <a:stretch>
            <a:fillRect/>
          </a:stretch>
        </p:blipFill>
        <p:spPr>
          <a:xfrm>
            <a:off x="6477900" y="3388417"/>
            <a:ext cx="4247765" cy="3176975"/>
          </a:xfrm>
          <a:prstGeom prst="rect">
            <a:avLst/>
          </a:prstGeom>
        </p:spPr>
      </p:pic>
    </p:spTree>
    <p:extLst>
      <p:ext uri="{BB962C8B-B14F-4D97-AF65-F5344CB8AC3E}">
        <p14:creationId xmlns:p14="http://schemas.microsoft.com/office/powerpoint/2010/main" val="1653650000"/>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5B0A3EB-FD8D-9C83-EBE7-5028050F3620}"/>
              </a:ext>
            </a:extLst>
          </p:cNvPr>
          <p:cNvSpPr>
            <a:spLocks noGrp="1"/>
          </p:cNvSpPr>
          <p:nvPr>
            <p:ph type="title"/>
          </p:nvPr>
        </p:nvSpPr>
        <p:spPr/>
        <p:txBody>
          <a:bodyPr/>
          <a:lstStyle/>
          <a:p>
            <a:r>
              <a:rPr kumimoji="1" lang="ja-JP" altLang="en-US" dirty="0"/>
              <a:t>自分でフレームに載せる場合</a:t>
            </a:r>
          </a:p>
        </p:txBody>
      </p:sp>
      <p:sp>
        <p:nvSpPr>
          <p:cNvPr id="3" name="日付プレースホルダー 2">
            <a:extLst>
              <a:ext uri="{FF2B5EF4-FFF2-40B4-BE49-F238E27FC236}">
                <a16:creationId xmlns:a16="http://schemas.microsoft.com/office/drawing/2014/main" id="{8E7BF559-2BC4-5BC9-ADCA-CAC69C391EA2}"/>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B5CDDE80-B01F-2FD3-9216-D55AD2974B02}"/>
              </a:ext>
            </a:extLst>
          </p:cNvPr>
          <p:cNvSpPr>
            <a:spLocks noGrp="1"/>
          </p:cNvSpPr>
          <p:nvPr>
            <p:ph type="sldNum" sz="quarter" idx="12"/>
          </p:nvPr>
        </p:nvSpPr>
        <p:spPr/>
        <p:txBody>
          <a:bodyPr/>
          <a:lstStyle/>
          <a:p>
            <a:pPr rtl="0"/>
            <a:fld id="{9860EDB8-5305-433F-BE41-D7A86D811DB3}" type="slidenum">
              <a:rPr lang="en-US" altLang="ja-JP" noProof="0" smtClean="0"/>
              <a:pPr rtl="0"/>
              <a:t>135</a:t>
            </a:fld>
            <a:endParaRPr lang="ja-JP" altLang="en-US" noProof="0"/>
          </a:p>
        </p:txBody>
      </p:sp>
      <p:sp>
        <p:nvSpPr>
          <p:cNvPr id="5" name="コンテンツ プレースホルダー 4">
            <a:extLst>
              <a:ext uri="{FF2B5EF4-FFF2-40B4-BE49-F238E27FC236}">
                <a16:creationId xmlns:a16="http://schemas.microsoft.com/office/drawing/2014/main" id="{772F231C-5EAC-E9AD-0EF0-6428646A7770}"/>
              </a:ext>
            </a:extLst>
          </p:cNvPr>
          <p:cNvSpPr>
            <a:spLocks noGrp="1"/>
          </p:cNvSpPr>
          <p:nvPr>
            <p:ph sz="quarter" idx="13"/>
          </p:nvPr>
        </p:nvSpPr>
        <p:spPr/>
        <p:txBody>
          <a:bodyPr/>
          <a:lstStyle/>
          <a:p>
            <a:pPr marL="342900" indent="-342900">
              <a:buFont typeface="+mj-lt"/>
              <a:buAutoNum type="arabicPeriod"/>
            </a:pPr>
            <a:r>
              <a:rPr lang="ja-JP" altLang="en-US" dirty="0"/>
              <a:t>フレームを</a:t>
            </a:r>
            <a:r>
              <a:rPr lang="en-US" altLang="ja-JP" dirty="0" err="1"/>
              <a:t>Klayout</a:t>
            </a:r>
            <a:r>
              <a:rPr lang="ja-JP" altLang="en-US" dirty="0"/>
              <a:t>で読み込む</a:t>
            </a:r>
            <a:endParaRPr lang="en-US" altLang="ja-JP" dirty="0"/>
          </a:p>
          <a:p>
            <a:pPr marL="626364" lvl="1" indent="-342900">
              <a:buFont typeface="+mj-lt"/>
              <a:buAutoNum type="arabicPeriod"/>
            </a:pPr>
            <a:r>
              <a:rPr lang="en-US" altLang="ja-JP" dirty="0"/>
              <a:t>~/</a:t>
            </a:r>
            <a:r>
              <a:rPr lang="en-US" altLang="ja-JP" dirty="0" err="1"/>
              <a:t>OpenEDA-PDK_SetupScript</a:t>
            </a:r>
            <a:r>
              <a:rPr lang="en-US" altLang="ja-JP" dirty="0"/>
              <a:t>/GDS/GF180/</a:t>
            </a:r>
            <a:r>
              <a:rPr lang="en-US" altLang="ja-JP" dirty="0" err="1"/>
              <a:t>top_frame.gds</a:t>
            </a:r>
            <a:endParaRPr lang="en-US" altLang="ja-JP" dirty="0"/>
          </a:p>
          <a:p>
            <a:pPr marL="342900" indent="-342900">
              <a:buFont typeface="+mj-lt"/>
              <a:buAutoNum type="arabicPeriod"/>
            </a:pPr>
            <a:r>
              <a:rPr lang="ja-JP" altLang="en-US" dirty="0"/>
              <a:t>インバータ回路の</a:t>
            </a:r>
            <a:r>
              <a:rPr lang="en-US" altLang="ja-JP" dirty="0"/>
              <a:t>GDS</a:t>
            </a:r>
            <a:r>
              <a:rPr lang="ja-JP" altLang="en-US" dirty="0"/>
              <a:t>ファイルをインポートする</a:t>
            </a:r>
            <a:endParaRPr lang="en-US" altLang="ja-JP" dirty="0"/>
          </a:p>
          <a:p>
            <a:pPr marL="626364" lvl="1" indent="-342900">
              <a:buFont typeface="+mj-lt"/>
              <a:buAutoNum type="arabicPeriod"/>
            </a:pPr>
            <a:r>
              <a:rPr lang="en-US" altLang="ja-JP" dirty="0"/>
              <a:t>File -&gt; Import -&gt; Other Files Into Current</a:t>
            </a:r>
          </a:p>
          <a:p>
            <a:pPr marL="626364" lvl="1" indent="-342900">
              <a:buFont typeface="+mj-lt"/>
              <a:buAutoNum type="arabicPeriod"/>
            </a:pPr>
            <a:r>
              <a:rPr lang="ja-JP" altLang="en-US" dirty="0"/>
              <a:t>右図に合わせて自作のインバータ回路の</a:t>
            </a:r>
            <a:r>
              <a:rPr lang="en-US" altLang="ja-JP" dirty="0"/>
              <a:t>GDS</a:t>
            </a:r>
            <a:r>
              <a:rPr lang="ja-JP" altLang="en-US" dirty="0"/>
              <a:t>ファイルを読み込む</a:t>
            </a:r>
          </a:p>
          <a:p>
            <a:pPr marL="342900" indent="-342900">
              <a:buFont typeface="+mj-lt"/>
              <a:buAutoNum type="arabicPeriod"/>
            </a:pPr>
            <a:r>
              <a:rPr lang="ja-JP" altLang="en-US" dirty="0"/>
              <a:t>指定の場所にインバータ回路のレイアウトを配置する</a:t>
            </a:r>
            <a:endParaRPr lang="en-US" altLang="ja-JP" dirty="0"/>
          </a:p>
          <a:p>
            <a:pPr marL="626364" lvl="1" indent="-342900">
              <a:buFont typeface="+mj-lt"/>
              <a:buAutoNum type="arabicPeriod"/>
            </a:pPr>
            <a:r>
              <a:rPr lang="ja-JP" altLang="en-US" dirty="0"/>
              <a:t>こちらで指定します</a:t>
            </a:r>
            <a:endParaRPr lang="en-US" altLang="ja-JP" dirty="0"/>
          </a:p>
          <a:p>
            <a:pPr marL="342900" indent="-342900">
              <a:buFont typeface="+mj-lt"/>
              <a:buAutoNum type="arabicPeriod"/>
            </a:pPr>
            <a:r>
              <a:rPr lang="ja-JP" altLang="en-US" dirty="0"/>
              <a:t>指定のパッドに</a:t>
            </a:r>
            <a:r>
              <a:rPr lang="en-US" altLang="ja-JP" dirty="0"/>
              <a:t>VDD,VSS,OUT</a:t>
            </a:r>
            <a:r>
              <a:rPr lang="ja-JP" altLang="en-US" dirty="0"/>
              <a:t>ピンを接続する</a:t>
            </a:r>
          </a:p>
          <a:p>
            <a:pPr marL="626364" lvl="1" indent="-342900">
              <a:buFont typeface="+mj-lt"/>
              <a:buAutoNum type="arabicPeriod"/>
            </a:pPr>
            <a:r>
              <a:rPr kumimoji="1" lang="ja-JP" altLang="en-US" dirty="0"/>
              <a:t>こちらで指定します</a:t>
            </a:r>
          </a:p>
        </p:txBody>
      </p:sp>
      <p:pic>
        <p:nvPicPr>
          <p:cNvPr id="7" name="図 6">
            <a:extLst>
              <a:ext uri="{FF2B5EF4-FFF2-40B4-BE49-F238E27FC236}">
                <a16:creationId xmlns:a16="http://schemas.microsoft.com/office/drawing/2014/main" id="{E349F458-7E8F-22B8-3D24-545F629E0441}"/>
              </a:ext>
            </a:extLst>
          </p:cNvPr>
          <p:cNvPicPr>
            <a:picLocks noChangeAspect="1"/>
          </p:cNvPicPr>
          <p:nvPr/>
        </p:nvPicPr>
        <p:blipFill>
          <a:blip r:embed="rId2"/>
          <a:stretch>
            <a:fillRect/>
          </a:stretch>
        </p:blipFill>
        <p:spPr>
          <a:xfrm>
            <a:off x="7113945" y="2443925"/>
            <a:ext cx="4852311" cy="4032923"/>
          </a:xfrm>
          <a:prstGeom prst="rect">
            <a:avLst/>
          </a:prstGeom>
        </p:spPr>
      </p:pic>
      <p:sp>
        <p:nvSpPr>
          <p:cNvPr id="8" name="楕円 7">
            <a:extLst>
              <a:ext uri="{FF2B5EF4-FFF2-40B4-BE49-F238E27FC236}">
                <a16:creationId xmlns:a16="http://schemas.microsoft.com/office/drawing/2014/main" id="{F598CA83-C6DC-ADCD-0D51-48ACC04AC008}"/>
              </a:ext>
            </a:extLst>
          </p:cNvPr>
          <p:cNvSpPr/>
          <p:nvPr/>
        </p:nvSpPr>
        <p:spPr>
          <a:xfrm>
            <a:off x="7214573" y="3102359"/>
            <a:ext cx="4108237" cy="446262"/>
          </a:xfrm>
          <a:prstGeom prst="ellipse">
            <a:avLst/>
          </a:prstGeom>
          <a:noFill/>
          <a:ln>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楕円 8">
            <a:extLst>
              <a:ext uri="{FF2B5EF4-FFF2-40B4-BE49-F238E27FC236}">
                <a16:creationId xmlns:a16="http://schemas.microsoft.com/office/drawing/2014/main" id="{0F409505-28DC-C723-856D-03298D4C1032}"/>
              </a:ext>
            </a:extLst>
          </p:cNvPr>
          <p:cNvSpPr/>
          <p:nvPr/>
        </p:nvSpPr>
        <p:spPr>
          <a:xfrm>
            <a:off x="7113946" y="4738254"/>
            <a:ext cx="2848202" cy="265899"/>
          </a:xfrm>
          <a:prstGeom prst="ellipse">
            <a:avLst/>
          </a:prstGeom>
          <a:noFill/>
          <a:ln>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楕円 9">
            <a:extLst>
              <a:ext uri="{FF2B5EF4-FFF2-40B4-BE49-F238E27FC236}">
                <a16:creationId xmlns:a16="http://schemas.microsoft.com/office/drawing/2014/main" id="{C04CC37A-1953-4A23-58F7-5E96FBD89177}"/>
              </a:ext>
            </a:extLst>
          </p:cNvPr>
          <p:cNvSpPr/>
          <p:nvPr/>
        </p:nvSpPr>
        <p:spPr>
          <a:xfrm>
            <a:off x="10775921" y="6184240"/>
            <a:ext cx="620538" cy="292608"/>
          </a:xfrm>
          <a:prstGeom prst="ellipse">
            <a:avLst/>
          </a:prstGeom>
          <a:noFill/>
          <a:ln>
            <a:solidFill>
              <a:srgbClr val="FF006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71588003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1CBD92A-AE92-842B-1821-8DC7CE18C600}"/>
              </a:ext>
            </a:extLst>
          </p:cNvPr>
          <p:cNvSpPr>
            <a:spLocks noGrp="1"/>
          </p:cNvSpPr>
          <p:nvPr>
            <p:ph type="title"/>
          </p:nvPr>
        </p:nvSpPr>
        <p:spPr/>
        <p:txBody>
          <a:bodyPr/>
          <a:lstStyle/>
          <a:p>
            <a:r>
              <a:rPr kumimoji="1" lang="ja-JP" altLang="en-US" dirty="0"/>
              <a:t>シリコンアート</a:t>
            </a:r>
          </a:p>
        </p:txBody>
      </p:sp>
      <p:sp>
        <p:nvSpPr>
          <p:cNvPr id="3" name="日付プレースホルダー 2">
            <a:extLst>
              <a:ext uri="{FF2B5EF4-FFF2-40B4-BE49-F238E27FC236}">
                <a16:creationId xmlns:a16="http://schemas.microsoft.com/office/drawing/2014/main" id="{F51C1296-A4E9-CF4C-DBFB-CB482D97BBEC}"/>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28040E6B-3068-C1D1-0772-D7D040CD9AFB}"/>
              </a:ext>
            </a:extLst>
          </p:cNvPr>
          <p:cNvSpPr>
            <a:spLocks noGrp="1"/>
          </p:cNvSpPr>
          <p:nvPr>
            <p:ph type="sldNum" sz="quarter" idx="12"/>
          </p:nvPr>
        </p:nvSpPr>
        <p:spPr/>
        <p:txBody>
          <a:bodyPr/>
          <a:lstStyle/>
          <a:p>
            <a:pPr rtl="0"/>
            <a:fld id="{9860EDB8-5305-433F-BE41-D7A86D811DB3}" type="slidenum">
              <a:rPr lang="en-US" altLang="ja-JP" noProof="0" smtClean="0"/>
              <a:pPr rtl="0"/>
              <a:t>136</a:t>
            </a:fld>
            <a:endParaRPr lang="ja-JP" altLang="en-US" noProof="0"/>
          </a:p>
        </p:txBody>
      </p:sp>
      <p:sp>
        <p:nvSpPr>
          <p:cNvPr id="5" name="コンテンツ プレースホルダー 4">
            <a:extLst>
              <a:ext uri="{FF2B5EF4-FFF2-40B4-BE49-F238E27FC236}">
                <a16:creationId xmlns:a16="http://schemas.microsoft.com/office/drawing/2014/main" id="{6C559880-BC30-EF19-A9AC-54A268E49C40}"/>
              </a:ext>
            </a:extLst>
          </p:cNvPr>
          <p:cNvSpPr>
            <a:spLocks noGrp="1"/>
          </p:cNvSpPr>
          <p:nvPr>
            <p:ph sz="quarter" idx="13"/>
          </p:nvPr>
        </p:nvSpPr>
        <p:spPr>
          <a:xfrm>
            <a:off x="444501" y="1463040"/>
            <a:ext cx="3094972" cy="4601748"/>
          </a:xfrm>
        </p:spPr>
        <p:txBody>
          <a:bodyPr/>
          <a:lstStyle/>
          <a:p>
            <a:pPr marL="285750" indent="-285750">
              <a:buFont typeface="Arial" panose="020B0604020202020204" pitchFamily="34" charset="0"/>
              <a:buChar char="•"/>
            </a:pPr>
            <a:r>
              <a:rPr kumimoji="1" lang="ja-JP" altLang="en-US" dirty="0"/>
              <a:t>サイズ制限</a:t>
            </a:r>
            <a:endParaRPr kumimoji="1" lang="en-US" altLang="ja-JP" dirty="0"/>
          </a:p>
          <a:p>
            <a:pPr marL="569214" lvl="1" indent="-285750"/>
            <a:r>
              <a:rPr lang="ja-JP" altLang="en-US" dirty="0"/>
              <a:t>指定エリア内</a:t>
            </a:r>
            <a:endParaRPr lang="en-US" altLang="ja-JP" dirty="0"/>
          </a:p>
          <a:p>
            <a:pPr marL="285750" indent="-285750">
              <a:buFont typeface="Arial" panose="020B0604020202020204" pitchFamily="34" charset="0"/>
              <a:buChar char="•"/>
            </a:pPr>
            <a:r>
              <a:rPr lang="ja-JP" altLang="en-US" dirty="0"/>
              <a:t>利用可能レイヤー</a:t>
            </a:r>
            <a:endParaRPr lang="en-US" altLang="ja-JP" dirty="0"/>
          </a:p>
          <a:p>
            <a:pPr marL="569214" lvl="1" indent="-285750"/>
            <a:r>
              <a:rPr lang="en-US" altLang="ja-JP" dirty="0"/>
              <a:t>Metal1</a:t>
            </a:r>
            <a:r>
              <a:rPr lang="ja-JP" altLang="en-US" dirty="0"/>
              <a:t>～</a:t>
            </a:r>
            <a:r>
              <a:rPr lang="en-US" altLang="ja-JP" dirty="0"/>
              <a:t>Metal5</a:t>
            </a:r>
          </a:p>
          <a:p>
            <a:pPr marL="569214" lvl="1" indent="-285750"/>
            <a:r>
              <a:rPr lang="en-US" altLang="ja-JP" dirty="0"/>
              <a:t>Pad</a:t>
            </a:r>
          </a:p>
          <a:p>
            <a:pPr marL="285750" indent="-285750">
              <a:buFont typeface="Arial" panose="020B0604020202020204" pitchFamily="34" charset="0"/>
              <a:buChar char="•"/>
            </a:pPr>
            <a:r>
              <a:rPr lang="ja-JP" altLang="en-US" dirty="0"/>
              <a:t>備考</a:t>
            </a:r>
            <a:endParaRPr lang="en-US" altLang="ja-JP" dirty="0"/>
          </a:p>
          <a:p>
            <a:pPr marL="569214" lvl="1" indent="-285750"/>
            <a:r>
              <a:rPr lang="en-US" altLang="ja-JP" dirty="0"/>
              <a:t>DRC</a:t>
            </a:r>
            <a:r>
              <a:rPr lang="ja-JP" altLang="en-US" dirty="0"/>
              <a:t>チェックをしてください</a:t>
            </a:r>
            <a:endParaRPr lang="en-US" altLang="ja-JP" dirty="0"/>
          </a:p>
          <a:p>
            <a:pPr marL="569214" lvl="1" indent="-285750"/>
            <a:r>
              <a:rPr lang="ja-JP" altLang="en-US" dirty="0"/>
              <a:t>状況により削除する可能性あります</a:t>
            </a:r>
            <a:endParaRPr lang="en-US" altLang="ja-JP" dirty="0"/>
          </a:p>
          <a:p>
            <a:pPr marL="285750" indent="-285750"/>
            <a:endParaRPr lang="en-US" altLang="ja-JP" dirty="0"/>
          </a:p>
          <a:p>
            <a:pPr marL="285750" indent="-285750"/>
            <a:endParaRPr lang="en-US" altLang="ja-JP" dirty="0"/>
          </a:p>
        </p:txBody>
      </p:sp>
      <p:pic>
        <p:nvPicPr>
          <p:cNvPr id="12" name="図 11">
            <a:extLst>
              <a:ext uri="{FF2B5EF4-FFF2-40B4-BE49-F238E27FC236}">
                <a16:creationId xmlns:a16="http://schemas.microsoft.com/office/drawing/2014/main" id="{90FEEF05-8582-E877-310C-E26896205D34}"/>
              </a:ext>
            </a:extLst>
          </p:cNvPr>
          <p:cNvPicPr>
            <a:picLocks noChangeAspect="1"/>
          </p:cNvPicPr>
          <p:nvPr/>
        </p:nvPicPr>
        <p:blipFill>
          <a:blip r:embed="rId2"/>
          <a:stretch>
            <a:fillRect/>
          </a:stretch>
        </p:blipFill>
        <p:spPr>
          <a:xfrm>
            <a:off x="3858345" y="1639870"/>
            <a:ext cx="7952982" cy="4248087"/>
          </a:xfrm>
          <a:prstGeom prst="rect">
            <a:avLst/>
          </a:prstGeom>
        </p:spPr>
      </p:pic>
      <p:sp>
        <p:nvSpPr>
          <p:cNvPr id="8" name="吹き出し: 角を丸めた四角形 7">
            <a:extLst>
              <a:ext uri="{FF2B5EF4-FFF2-40B4-BE49-F238E27FC236}">
                <a16:creationId xmlns:a16="http://schemas.microsoft.com/office/drawing/2014/main" id="{5BB87C15-520B-CA44-109F-0D3DC2053F5F}"/>
              </a:ext>
            </a:extLst>
          </p:cNvPr>
          <p:cNvSpPr/>
          <p:nvPr/>
        </p:nvSpPr>
        <p:spPr>
          <a:xfrm>
            <a:off x="4882633" y="709501"/>
            <a:ext cx="3311966" cy="638036"/>
          </a:xfrm>
          <a:prstGeom prst="wedgeRoundRectCallout">
            <a:avLst>
              <a:gd name="adj1" fmla="val -46338"/>
              <a:gd name="adj2" fmla="val 119323"/>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kumimoji="1" lang="en-US" altLang="ja-JP" dirty="0"/>
              <a:t>Ruler</a:t>
            </a:r>
            <a:r>
              <a:rPr kumimoji="1" lang="ja-JP" altLang="en-US" dirty="0"/>
              <a:t>で長さチェック可能</a:t>
            </a:r>
          </a:p>
        </p:txBody>
      </p:sp>
      <p:sp>
        <p:nvSpPr>
          <p:cNvPr id="9" name="吹き出し: 角を丸めた四角形 8">
            <a:extLst>
              <a:ext uri="{FF2B5EF4-FFF2-40B4-BE49-F238E27FC236}">
                <a16:creationId xmlns:a16="http://schemas.microsoft.com/office/drawing/2014/main" id="{DEA8E672-AD23-3D80-9FF0-E7426C6CE540}"/>
              </a:ext>
            </a:extLst>
          </p:cNvPr>
          <p:cNvSpPr/>
          <p:nvPr/>
        </p:nvSpPr>
        <p:spPr>
          <a:xfrm>
            <a:off x="4882633" y="700487"/>
            <a:ext cx="3311966" cy="638036"/>
          </a:xfrm>
          <a:prstGeom prst="wedgeRoundRectCallout">
            <a:avLst>
              <a:gd name="adj1" fmla="val 124368"/>
              <a:gd name="adj2" fmla="val 225209"/>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kumimoji="1" lang="en-US" altLang="ja-JP" dirty="0"/>
              <a:t>Ruler</a:t>
            </a:r>
            <a:r>
              <a:rPr kumimoji="1" lang="ja-JP" altLang="en-US" dirty="0"/>
              <a:t>で長さチェック可能</a:t>
            </a:r>
          </a:p>
        </p:txBody>
      </p:sp>
    </p:spTree>
    <p:extLst>
      <p:ext uri="{BB962C8B-B14F-4D97-AF65-F5344CB8AC3E}">
        <p14:creationId xmlns:p14="http://schemas.microsoft.com/office/powerpoint/2010/main" val="261456173"/>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FAF1C97-4A63-D5F7-21BA-ECE12AA95A25}"/>
              </a:ext>
            </a:extLst>
          </p:cNvPr>
          <p:cNvSpPr>
            <a:spLocks noGrp="1"/>
          </p:cNvSpPr>
          <p:nvPr>
            <p:ph type="title"/>
          </p:nvPr>
        </p:nvSpPr>
        <p:spPr/>
        <p:txBody>
          <a:bodyPr/>
          <a:lstStyle/>
          <a:p>
            <a:r>
              <a:rPr kumimoji="1" lang="ja-JP" altLang="en-US" dirty="0"/>
              <a:t>提出</a:t>
            </a:r>
          </a:p>
        </p:txBody>
      </p:sp>
      <p:sp>
        <p:nvSpPr>
          <p:cNvPr id="3" name="日付プレースホルダー 2">
            <a:extLst>
              <a:ext uri="{FF2B5EF4-FFF2-40B4-BE49-F238E27FC236}">
                <a16:creationId xmlns:a16="http://schemas.microsoft.com/office/drawing/2014/main" id="{597652BF-4B00-4368-0192-0175150F33CA}"/>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DD3D631A-AB75-A7DE-EAFD-7FB86E795333}"/>
              </a:ext>
            </a:extLst>
          </p:cNvPr>
          <p:cNvSpPr>
            <a:spLocks noGrp="1"/>
          </p:cNvSpPr>
          <p:nvPr>
            <p:ph type="sldNum" sz="quarter" idx="12"/>
          </p:nvPr>
        </p:nvSpPr>
        <p:spPr/>
        <p:txBody>
          <a:bodyPr/>
          <a:lstStyle/>
          <a:p>
            <a:pPr rtl="0"/>
            <a:fld id="{9860EDB8-5305-433F-BE41-D7A86D811DB3}" type="slidenum">
              <a:rPr lang="en-US" altLang="ja-JP" noProof="0" smtClean="0"/>
              <a:pPr rtl="0"/>
              <a:t>137</a:t>
            </a:fld>
            <a:endParaRPr lang="ja-JP" altLang="en-US" noProof="0"/>
          </a:p>
        </p:txBody>
      </p:sp>
      <p:sp>
        <p:nvSpPr>
          <p:cNvPr id="5" name="コンテンツ プレースホルダー 4">
            <a:extLst>
              <a:ext uri="{FF2B5EF4-FFF2-40B4-BE49-F238E27FC236}">
                <a16:creationId xmlns:a16="http://schemas.microsoft.com/office/drawing/2014/main" id="{8D7548D8-62A5-AB2B-BDDE-C9DB31B7055D}"/>
              </a:ext>
            </a:extLst>
          </p:cNvPr>
          <p:cNvSpPr>
            <a:spLocks noGrp="1"/>
          </p:cNvSpPr>
          <p:nvPr>
            <p:ph sz="quarter" idx="13"/>
          </p:nvPr>
        </p:nvSpPr>
        <p:spPr/>
        <p:txBody>
          <a:bodyPr>
            <a:normAutofit fontScale="62500" lnSpcReduction="20000"/>
          </a:bodyPr>
          <a:lstStyle/>
          <a:p>
            <a:pPr marL="285750" indent="-285750">
              <a:buFont typeface="Arial" panose="020B0604020202020204" pitchFamily="34" charset="0"/>
              <a:buChar char="•"/>
            </a:pPr>
            <a:r>
              <a:rPr lang="ja-JP" altLang="en-US" sz="2400" dirty="0"/>
              <a:t>本日</a:t>
            </a:r>
            <a:endParaRPr lang="en-US" altLang="ja-JP" sz="2400" dirty="0"/>
          </a:p>
          <a:p>
            <a:pPr marL="569214" lvl="1" indent="-285750"/>
            <a:r>
              <a:rPr lang="ja-JP" altLang="en-US" sz="2400" dirty="0"/>
              <a:t>提出物：回路図、レイアウト、</a:t>
            </a:r>
            <a:r>
              <a:rPr lang="en-US" altLang="ja-JP" sz="2400" dirty="0" err="1"/>
              <a:t>github</a:t>
            </a:r>
            <a:r>
              <a:rPr lang="ja-JP" altLang="en-US" sz="2400" dirty="0"/>
              <a:t>のアカウント、連絡先（チップ送付先）</a:t>
            </a:r>
            <a:endParaRPr lang="en-US" altLang="ja-JP" sz="2400" dirty="0"/>
          </a:p>
          <a:p>
            <a:pPr marL="971550" lvl="2" indent="-285750"/>
            <a:r>
              <a:rPr lang="ja-JP" altLang="en-US" sz="2400" dirty="0"/>
              <a:t>１，自分の</a:t>
            </a:r>
            <a:r>
              <a:rPr lang="en-US" altLang="ja-JP" sz="2400" dirty="0" err="1"/>
              <a:t>Github</a:t>
            </a:r>
            <a:r>
              <a:rPr lang="ja-JP" altLang="en-US" sz="2400" dirty="0"/>
              <a:t>上にリポジトリを作ってもらって、</a:t>
            </a:r>
            <a:r>
              <a:rPr lang="en-US" altLang="ja-JP" sz="2400" dirty="0"/>
              <a:t>sch</a:t>
            </a:r>
            <a:r>
              <a:rPr lang="ja-JP" altLang="en-US" sz="2400" dirty="0"/>
              <a:t>ファイルと</a:t>
            </a:r>
            <a:r>
              <a:rPr lang="en-US" altLang="ja-JP" sz="2400" dirty="0" err="1"/>
              <a:t>gds</a:t>
            </a:r>
            <a:r>
              <a:rPr lang="ja-JP" altLang="en-US" sz="2400" dirty="0"/>
              <a:t>ファイルをアップロードする</a:t>
            </a:r>
            <a:endParaRPr lang="en-US" altLang="ja-JP" sz="2400" dirty="0"/>
          </a:p>
          <a:p>
            <a:pPr marL="971550" lvl="2" indent="-285750"/>
            <a:r>
              <a:rPr lang="ja-JP" altLang="en-US" sz="2400" dirty="0"/>
              <a:t>２，</a:t>
            </a:r>
            <a:r>
              <a:rPr lang="en-US" altLang="ja-JP" sz="2400" dirty="0"/>
              <a:t>README</a:t>
            </a:r>
            <a:r>
              <a:rPr lang="ja-JP" altLang="en-US" sz="2400" dirty="0"/>
              <a:t>に感想などを記述する</a:t>
            </a:r>
            <a:endParaRPr lang="en-US" altLang="ja-JP" sz="2400" dirty="0"/>
          </a:p>
          <a:p>
            <a:pPr marL="971550" lvl="2" indent="-285750"/>
            <a:r>
              <a:rPr lang="ja-JP" altLang="en-US" sz="2400" dirty="0"/>
              <a:t>３，</a:t>
            </a:r>
            <a:r>
              <a:rPr lang="en-US" altLang="ja-JP" sz="2400" dirty="0"/>
              <a:t>Discord</a:t>
            </a:r>
            <a:r>
              <a:rPr lang="ja-JP" altLang="en-US" sz="2400" dirty="0"/>
              <a:t>で</a:t>
            </a:r>
            <a:r>
              <a:rPr lang="en-US" altLang="ja-JP" sz="2400" dirty="0" err="1"/>
              <a:t>github</a:t>
            </a:r>
            <a:r>
              <a:rPr lang="ja-JP" altLang="en-US" sz="2400" dirty="0"/>
              <a:t>の</a:t>
            </a:r>
            <a:r>
              <a:rPr lang="en-US" altLang="ja-JP" sz="2400" dirty="0"/>
              <a:t>URL</a:t>
            </a:r>
            <a:r>
              <a:rPr lang="ja-JP" altLang="en-US" sz="2400" dirty="0"/>
              <a:t>を告知する</a:t>
            </a:r>
            <a:endParaRPr lang="en-US" altLang="ja-JP" sz="2400" dirty="0"/>
          </a:p>
          <a:p>
            <a:pPr marL="971550" lvl="2" indent="-285750"/>
            <a:r>
              <a:rPr lang="ja-JP" altLang="en-US" sz="2400" dirty="0"/>
              <a:t>４，</a:t>
            </a:r>
            <a:r>
              <a:rPr lang="en-US" altLang="ja-JP" sz="2400" dirty="0" err="1"/>
              <a:t>Connpass</a:t>
            </a:r>
            <a:r>
              <a:rPr lang="ja-JP" altLang="en-US" sz="2400" dirty="0"/>
              <a:t>の</a:t>
            </a:r>
            <a:r>
              <a:rPr lang="en-US" altLang="ja-JP" sz="2400" dirty="0"/>
              <a:t>ID</a:t>
            </a:r>
            <a:r>
              <a:rPr lang="ja-JP" altLang="en-US" sz="2400" dirty="0"/>
              <a:t>もお願いします。</a:t>
            </a:r>
            <a:endParaRPr lang="en-US" altLang="ja-JP" sz="2400" dirty="0"/>
          </a:p>
          <a:p>
            <a:pPr marL="285750" indent="-285750">
              <a:buFont typeface="Arial" panose="020B0604020202020204" pitchFamily="34" charset="0"/>
              <a:buChar char="•"/>
            </a:pPr>
            <a:r>
              <a:rPr kumimoji="1" lang="ja-JP" altLang="en-US" sz="2400" dirty="0"/>
              <a:t>数日中</a:t>
            </a:r>
            <a:endParaRPr kumimoji="1" lang="en-US" altLang="ja-JP" sz="2400" dirty="0"/>
          </a:p>
          <a:p>
            <a:pPr marL="569214" lvl="1" indent="-285750"/>
            <a:r>
              <a:rPr kumimoji="1" lang="ja-JP" altLang="en-US" sz="2400" dirty="0"/>
              <a:t>提出物：公開用の一言など</a:t>
            </a:r>
            <a:endParaRPr kumimoji="1" lang="en-US" altLang="ja-JP" sz="2400" dirty="0"/>
          </a:p>
          <a:p>
            <a:pPr marL="285750" indent="-285750">
              <a:buFont typeface="Arial" panose="020B0604020202020204" pitchFamily="34" charset="0"/>
              <a:buChar char="•"/>
            </a:pPr>
            <a:r>
              <a:rPr lang="ja-JP" altLang="en-US" sz="2400" dirty="0"/>
              <a:t>半年後</a:t>
            </a:r>
            <a:endParaRPr lang="en-US" altLang="ja-JP" sz="2400" dirty="0"/>
          </a:p>
          <a:p>
            <a:pPr marL="569214" lvl="1" indent="-285750"/>
            <a:r>
              <a:rPr kumimoji="1" lang="ja-JP" altLang="en-US" sz="2400" dirty="0"/>
              <a:t>イベント：チップが届きますので、お渡し会を兼ねたチップ測定会を開催します</a:t>
            </a:r>
            <a:endParaRPr kumimoji="1" lang="en-US" altLang="ja-JP" sz="2400" dirty="0"/>
          </a:p>
        </p:txBody>
      </p:sp>
    </p:spTree>
    <p:extLst>
      <p:ext uri="{BB962C8B-B14F-4D97-AF65-F5344CB8AC3E}">
        <p14:creationId xmlns:p14="http://schemas.microsoft.com/office/powerpoint/2010/main" val="678399955"/>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 name="Rectangle 59">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4" descr="2 進数の数字が表示された CPU と青写真">
            <a:extLst>
              <a:ext uri="{FF2B5EF4-FFF2-40B4-BE49-F238E27FC236}">
                <a16:creationId xmlns:a16="http://schemas.microsoft.com/office/drawing/2014/main" id="{273EEEF4-5448-6621-ACCF-9FC5FC7106A0}"/>
              </a:ext>
            </a:extLst>
          </p:cNvPr>
          <p:cNvPicPr>
            <a:picLocks noChangeAspect="1"/>
          </p:cNvPicPr>
          <p:nvPr/>
        </p:nvPicPr>
        <p:blipFill rotWithShape="1">
          <a:blip r:embed="rId2">
            <a:alphaModFix amt="50000"/>
          </a:blip>
          <a:srcRect l="25"/>
          <a:stretch/>
        </p:blipFill>
        <p:spPr>
          <a:xfrm>
            <a:off x="20" y="10"/>
            <a:ext cx="12188930" cy="6857990"/>
          </a:xfrm>
          <a:prstGeom prst="rect">
            <a:avLst/>
          </a:prstGeom>
        </p:spPr>
      </p:pic>
      <p:sp>
        <p:nvSpPr>
          <p:cNvPr id="2" name="タイトル 1">
            <a:extLst>
              <a:ext uri="{FF2B5EF4-FFF2-40B4-BE49-F238E27FC236}">
                <a16:creationId xmlns:a16="http://schemas.microsoft.com/office/drawing/2014/main" id="{F985B9EF-5891-44BD-296C-D3F4FB4314FA}"/>
              </a:ext>
            </a:extLst>
          </p:cNvPr>
          <p:cNvSpPr>
            <a:spLocks noGrp="1"/>
          </p:cNvSpPr>
          <p:nvPr>
            <p:ph type="ctrTitle"/>
          </p:nvPr>
        </p:nvSpPr>
        <p:spPr>
          <a:xfrm>
            <a:off x="461394" y="1122363"/>
            <a:ext cx="11442583" cy="2489952"/>
          </a:xfrm>
        </p:spPr>
        <p:txBody>
          <a:bodyPr>
            <a:noAutofit/>
          </a:bodyPr>
          <a:lstStyle/>
          <a:p>
            <a:r>
              <a:rPr lang="en-US" altLang="ja-JP" sz="8000" dirty="0">
                <a:solidFill>
                  <a:schemeClr val="bg1"/>
                </a:solidFill>
              </a:rPr>
              <a:t>1bit-CPU</a:t>
            </a:r>
            <a:r>
              <a:rPr kumimoji="1" lang="ja-JP" altLang="en-US" sz="8000" dirty="0">
                <a:solidFill>
                  <a:schemeClr val="bg1"/>
                </a:solidFill>
              </a:rPr>
              <a:t>設計（</a:t>
            </a:r>
            <a:r>
              <a:rPr lang="en-US" altLang="ja-JP" sz="8000" dirty="0">
                <a:solidFill>
                  <a:schemeClr val="bg1"/>
                </a:solidFill>
              </a:rPr>
              <a:t>TR10</a:t>
            </a:r>
            <a:r>
              <a:rPr kumimoji="1" lang="ja-JP" altLang="en-US" sz="8000" dirty="0">
                <a:solidFill>
                  <a:schemeClr val="bg1"/>
                </a:solidFill>
              </a:rPr>
              <a:t>）</a:t>
            </a:r>
          </a:p>
        </p:txBody>
      </p:sp>
      <p:sp>
        <p:nvSpPr>
          <p:cNvPr id="3" name="字幕 2">
            <a:extLst>
              <a:ext uri="{FF2B5EF4-FFF2-40B4-BE49-F238E27FC236}">
                <a16:creationId xmlns:a16="http://schemas.microsoft.com/office/drawing/2014/main" id="{65EA143C-6BCF-C6CB-42E7-691F52B0855A}"/>
              </a:ext>
            </a:extLst>
          </p:cNvPr>
          <p:cNvSpPr>
            <a:spLocks noGrp="1"/>
          </p:cNvSpPr>
          <p:nvPr>
            <p:ph type="subTitle" idx="1"/>
          </p:nvPr>
        </p:nvSpPr>
        <p:spPr>
          <a:xfrm>
            <a:off x="1527048" y="4599432"/>
            <a:ext cx="9144000" cy="1959248"/>
          </a:xfrm>
        </p:spPr>
        <p:txBody>
          <a:bodyPr>
            <a:normAutofit/>
          </a:bodyPr>
          <a:lstStyle/>
          <a:p>
            <a:r>
              <a:rPr lang="en-US" altLang="zh-TW">
                <a:solidFill>
                  <a:schemeClr val="bg1"/>
                </a:solidFill>
              </a:rPr>
              <a:t>ISHI</a:t>
            </a:r>
            <a:r>
              <a:rPr lang="zh-TW" altLang="en-US">
                <a:solidFill>
                  <a:schemeClr val="bg1"/>
                </a:solidFill>
              </a:rPr>
              <a:t>会</a:t>
            </a:r>
            <a:endParaRPr lang="en-US" altLang="zh-TW">
              <a:solidFill>
                <a:schemeClr val="bg1"/>
              </a:solidFill>
            </a:endParaRPr>
          </a:p>
          <a:p>
            <a:r>
              <a:rPr lang="en-US" altLang="zh-TW">
                <a:solidFill>
                  <a:schemeClr val="bg1"/>
                </a:solidFill>
                <a:hlinkClick r:id="rId3"/>
              </a:rPr>
              <a:t>https://ishi-kai.org/</a:t>
            </a:r>
            <a:endParaRPr lang="en-US" altLang="zh-TW">
              <a:solidFill>
                <a:schemeClr val="bg1"/>
              </a:solidFill>
            </a:endParaRPr>
          </a:p>
          <a:p>
            <a:r>
              <a:rPr lang="en-US" altLang="zh-TW">
                <a:solidFill>
                  <a:schemeClr val="bg1"/>
                </a:solidFill>
              </a:rPr>
              <a:t>Mail: </a:t>
            </a:r>
            <a:r>
              <a:rPr lang="en-US" altLang="zh-TW" err="1">
                <a:solidFill>
                  <a:schemeClr val="bg1"/>
                </a:solidFill>
              </a:rPr>
              <a:t>info@ishi-kai.org</a:t>
            </a:r>
            <a:endParaRPr lang="en-US" altLang="zh-TW">
              <a:solidFill>
                <a:schemeClr val="bg1"/>
              </a:solidFill>
            </a:endParaRPr>
          </a:p>
        </p:txBody>
      </p:sp>
      <p:sp>
        <p:nvSpPr>
          <p:cNvPr id="62"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sX0" fmla="*/ 0 w 4243589"/>
              <a:gd name="csY0" fmla="*/ 0 h 18288"/>
              <a:gd name="csX1" fmla="*/ 478919 w 4243589"/>
              <a:gd name="csY1" fmla="*/ 0 h 18288"/>
              <a:gd name="csX2" fmla="*/ 957839 w 4243589"/>
              <a:gd name="csY2" fmla="*/ 0 h 18288"/>
              <a:gd name="csX3" fmla="*/ 1521630 w 4243589"/>
              <a:gd name="csY3" fmla="*/ 0 h 18288"/>
              <a:gd name="csX4" fmla="*/ 2212729 w 4243589"/>
              <a:gd name="csY4" fmla="*/ 0 h 18288"/>
              <a:gd name="csX5" fmla="*/ 2734084 w 4243589"/>
              <a:gd name="csY5" fmla="*/ 0 h 18288"/>
              <a:gd name="csX6" fmla="*/ 3255439 w 4243589"/>
              <a:gd name="csY6" fmla="*/ 0 h 18288"/>
              <a:gd name="csX7" fmla="*/ 4243589 w 4243589"/>
              <a:gd name="csY7" fmla="*/ 0 h 18288"/>
              <a:gd name="csX8" fmla="*/ 4243589 w 4243589"/>
              <a:gd name="csY8" fmla="*/ 18288 h 18288"/>
              <a:gd name="csX9" fmla="*/ 3594926 w 4243589"/>
              <a:gd name="csY9" fmla="*/ 18288 h 18288"/>
              <a:gd name="csX10" fmla="*/ 3073571 w 4243589"/>
              <a:gd name="csY10" fmla="*/ 18288 h 18288"/>
              <a:gd name="csX11" fmla="*/ 2552216 w 4243589"/>
              <a:gd name="csY11" fmla="*/ 18288 h 18288"/>
              <a:gd name="csX12" fmla="*/ 1903553 w 4243589"/>
              <a:gd name="csY12" fmla="*/ 18288 h 18288"/>
              <a:gd name="csX13" fmla="*/ 1212454 w 4243589"/>
              <a:gd name="csY13" fmla="*/ 18288 h 18288"/>
              <a:gd name="csX14" fmla="*/ 733535 w 4243589"/>
              <a:gd name="csY14" fmla="*/ 18288 h 18288"/>
              <a:gd name="csX15" fmla="*/ 0 w 4243589"/>
              <a:gd name="csY15" fmla="*/ 18288 h 18288"/>
              <a:gd name="csX16" fmla="*/ 0 w 4243589"/>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chemeClr val="bg1">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81645389"/>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F0A604E4-7307-451C-93BE-F1F7E1BF3B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200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 name="Rectangle 1032">
            <a:extLst>
              <a:ext uri="{FF2B5EF4-FFF2-40B4-BE49-F238E27FC236}">
                <a16:creationId xmlns:a16="http://schemas.microsoft.com/office/drawing/2014/main" id="{F7F3A0AA-35E5-4085-942B-7378390306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82344"/>
            <a:ext cx="12191998" cy="1590742"/>
          </a:xfrm>
          <a:prstGeom prst="rect">
            <a:avLst/>
          </a:prstGeom>
          <a:gradFill>
            <a:gsLst>
              <a:gs pos="34000">
                <a:srgbClr val="000000">
                  <a:alpha val="96000"/>
                </a:srgbClr>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5" name="Rectangle 1034">
            <a:extLst>
              <a:ext uri="{FF2B5EF4-FFF2-40B4-BE49-F238E27FC236}">
                <a16:creationId xmlns:a16="http://schemas.microsoft.com/office/drawing/2014/main" id="{402F5C38-C747-4173-ABBF-656E39E821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 y="5282344"/>
            <a:ext cx="8115300" cy="1590742"/>
          </a:xfrm>
          <a:prstGeom prst="rect">
            <a:avLst/>
          </a:prstGeom>
          <a:gradFill>
            <a:gsLst>
              <a:gs pos="28000">
                <a:schemeClr val="accent1">
                  <a:lumMod val="75000"/>
                  <a:alpha val="59000"/>
                </a:schemeClr>
              </a:gs>
              <a:gs pos="100000">
                <a:srgbClr val="000000">
                  <a:alpha val="70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7" name="Rectangle 1036">
            <a:extLst>
              <a:ext uri="{FF2B5EF4-FFF2-40B4-BE49-F238E27FC236}">
                <a16:creationId xmlns:a16="http://schemas.microsoft.com/office/drawing/2014/main" id="{E37EECFC-A684-4391-AE85-4CDAF5565F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 y="5282344"/>
            <a:ext cx="12191998" cy="1590742"/>
          </a:xfrm>
          <a:prstGeom prst="rect">
            <a:avLst/>
          </a:prstGeom>
          <a:gradFill>
            <a:gsLst>
              <a:gs pos="0">
                <a:srgbClr val="000000">
                  <a:alpha val="71765"/>
                </a:srgbClr>
              </a:gs>
              <a:gs pos="100000">
                <a:schemeClr val="accent1">
                  <a:alpha val="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3CC0FA4-62F7-21FF-E582-690E2DB8B885}"/>
              </a:ext>
            </a:extLst>
          </p:cNvPr>
          <p:cNvSpPr>
            <a:spLocks noGrp="1"/>
          </p:cNvSpPr>
          <p:nvPr>
            <p:ph type="title"/>
          </p:nvPr>
        </p:nvSpPr>
        <p:spPr>
          <a:xfrm>
            <a:off x="699714" y="5490971"/>
            <a:ext cx="6962072" cy="1159200"/>
          </a:xfrm>
        </p:spPr>
        <p:txBody>
          <a:bodyPr vert="horz" lIns="91440" tIns="45720" rIns="91440" bIns="45720" rtlCol="0" anchor="ctr">
            <a:normAutofit/>
          </a:bodyPr>
          <a:lstStyle/>
          <a:p>
            <a:r>
              <a:rPr kumimoji="1" lang="ja-JP" altLang="en-US" sz="4000" kern="1200">
                <a:solidFill>
                  <a:srgbClr val="FFFFFF"/>
                </a:solidFill>
                <a:latin typeface="+mj-lt"/>
                <a:ea typeface="+mj-ea"/>
                <a:cs typeface="+mj-cs"/>
              </a:rPr>
              <a:t>論理合成</a:t>
            </a:r>
          </a:p>
        </p:txBody>
      </p:sp>
      <p:sp>
        <p:nvSpPr>
          <p:cNvPr id="3" name="コンテンツ プレースホルダー 2">
            <a:extLst>
              <a:ext uri="{FF2B5EF4-FFF2-40B4-BE49-F238E27FC236}">
                <a16:creationId xmlns:a16="http://schemas.microsoft.com/office/drawing/2014/main" id="{20269FBB-BA28-C2D7-DC4D-A13CE92754C8}"/>
              </a:ext>
            </a:extLst>
          </p:cNvPr>
          <p:cNvSpPr>
            <a:spLocks noGrp="1"/>
          </p:cNvSpPr>
          <p:nvPr>
            <p:ph idx="1"/>
          </p:nvPr>
        </p:nvSpPr>
        <p:spPr>
          <a:xfrm>
            <a:off x="8361501" y="5633765"/>
            <a:ext cx="3661165" cy="873612"/>
          </a:xfrm>
        </p:spPr>
        <p:txBody>
          <a:bodyPr vert="horz" lIns="91440" tIns="45720" rIns="91440" bIns="45720" rtlCol="0" anchor="ctr">
            <a:normAutofit lnSpcReduction="10000"/>
          </a:bodyPr>
          <a:lstStyle/>
          <a:p>
            <a:pPr marL="0" indent="0">
              <a:buNone/>
            </a:pPr>
            <a:r>
              <a:rPr kumimoji="1" lang="en-US" altLang="ja-JP" sz="1700" kern="1200" dirty="0">
                <a:solidFill>
                  <a:srgbClr val="FFFFFF"/>
                </a:solidFill>
                <a:latin typeface="+mn-lt"/>
                <a:ea typeface="+mn-ea"/>
                <a:cs typeface="+mn-cs"/>
              </a:rPr>
              <a:t>HDL</a:t>
            </a:r>
            <a:r>
              <a:rPr kumimoji="1" lang="ja-JP" altLang="en-US" sz="1700" kern="1200">
                <a:solidFill>
                  <a:srgbClr val="FFFFFF"/>
                </a:solidFill>
                <a:latin typeface="+mn-lt"/>
                <a:ea typeface="+mn-ea"/>
                <a:cs typeface="+mn-cs"/>
              </a:rPr>
              <a:t>（</a:t>
            </a:r>
            <a:r>
              <a:rPr lang="ja-JP" altLang="en-US" sz="1700" kern="1200">
                <a:solidFill>
                  <a:srgbClr val="FFFFFF"/>
                </a:solidFill>
                <a:latin typeface="+mn-lt"/>
                <a:ea typeface="+mn-ea"/>
                <a:cs typeface="+mn-cs"/>
              </a:rPr>
              <a:t>ハードウェア記述言語</a:t>
            </a:r>
            <a:r>
              <a:rPr kumimoji="1" lang="ja-JP" altLang="en-US" sz="1700" kern="1200">
                <a:solidFill>
                  <a:srgbClr val="FFFFFF"/>
                </a:solidFill>
                <a:latin typeface="+mn-lt"/>
                <a:ea typeface="+mn-ea"/>
                <a:cs typeface="+mn-cs"/>
              </a:rPr>
              <a:t>）で</a:t>
            </a:r>
            <a:endParaRPr kumimoji="1" lang="en-US" altLang="ja-JP" sz="1700" kern="1200" dirty="0">
              <a:solidFill>
                <a:srgbClr val="FFFFFF"/>
              </a:solidFill>
              <a:latin typeface="+mn-lt"/>
              <a:ea typeface="+mn-ea"/>
              <a:cs typeface="+mn-cs"/>
            </a:endParaRPr>
          </a:p>
          <a:p>
            <a:pPr marL="0" indent="0">
              <a:buNone/>
            </a:pPr>
            <a:r>
              <a:rPr kumimoji="1" lang="ja-JP" altLang="en-US" sz="1700" kern="1200">
                <a:solidFill>
                  <a:srgbClr val="FFFFFF"/>
                </a:solidFill>
                <a:latin typeface="+mn-lt"/>
                <a:ea typeface="+mn-ea"/>
                <a:cs typeface="+mn-cs"/>
              </a:rPr>
              <a:t>記述して、論理回路（</a:t>
            </a:r>
            <a:r>
              <a:rPr kumimoji="1" lang="en-US" altLang="ja-JP" sz="1700" kern="1200" dirty="0">
                <a:solidFill>
                  <a:srgbClr val="FFFFFF"/>
                </a:solidFill>
                <a:latin typeface="+mn-lt"/>
                <a:ea typeface="+mn-ea"/>
                <a:cs typeface="+mn-cs"/>
              </a:rPr>
              <a:t>RTL</a:t>
            </a:r>
            <a:r>
              <a:rPr kumimoji="1" lang="ja-JP" altLang="en-US" sz="1700" kern="1200">
                <a:solidFill>
                  <a:srgbClr val="FFFFFF"/>
                </a:solidFill>
                <a:latin typeface="+mn-lt"/>
                <a:ea typeface="+mn-ea"/>
                <a:cs typeface="+mn-cs"/>
              </a:rPr>
              <a:t>）にする</a:t>
            </a:r>
          </a:p>
        </p:txBody>
      </p:sp>
      <p:pic>
        <p:nvPicPr>
          <p:cNvPr id="1026" name="Picture 2">
            <a:extLst>
              <a:ext uri="{FF2B5EF4-FFF2-40B4-BE49-F238E27FC236}">
                <a16:creationId xmlns:a16="http://schemas.microsoft.com/office/drawing/2014/main" id="{2429B17B-B5DB-9E87-7EED-26CD40B502F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478535" y="399039"/>
            <a:ext cx="11327549" cy="45027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70716156"/>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8D90AA-98EE-C40A-484B-AAA94404C2B5}"/>
            </a:ext>
          </a:extLst>
        </p:cNvPr>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1575955"/>
          </a:xfrm>
          <a:prstGeom prst="rect">
            <a:avLst/>
          </a:prstGeom>
          <a:gradFill>
            <a:gsLst>
              <a:gs pos="0">
                <a:srgbClr val="000000">
                  <a:alpha val="96000"/>
                </a:srgbClr>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8857" y="0"/>
            <a:ext cx="4063143" cy="1576412"/>
          </a:xfrm>
          <a:prstGeom prst="rect">
            <a:avLst/>
          </a:prstGeom>
          <a:gradFill>
            <a:gsLst>
              <a:gs pos="19000">
                <a:schemeClr val="accent1">
                  <a:lumMod val="50000"/>
                  <a:alpha val="68000"/>
                </a:schemeClr>
              </a:gs>
              <a:gs pos="100000">
                <a:schemeClr val="accent1">
                  <a:alpha val="79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307777" y="-5307778"/>
            <a:ext cx="1576446" cy="12192002"/>
          </a:xfrm>
          <a:prstGeom prst="rect">
            <a:avLst/>
          </a:prstGeom>
          <a:gradFill>
            <a:gsLst>
              <a:gs pos="23000">
                <a:schemeClr val="accent1">
                  <a:alpha val="0"/>
                </a:schemeClr>
              </a:gs>
              <a:gs pos="99000">
                <a:srgbClr val="000000">
                  <a:alpha val="74000"/>
                </a:srgbClr>
              </a:gs>
            </a:gsLst>
            <a:lin ang="20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タイトル 1">
            <a:extLst>
              <a:ext uri="{FF2B5EF4-FFF2-40B4-BE49-F238E27FC236}">
                <a16:creationId xmlns:a16="http://schemas.microsoft.com/office/drawing/2014/main" id="{02A77670-5182-AA40-F39B-B19ED067A82D}"/>
              </a:ext>
            </a:extLst>
          </p:cNvPr>
          <p:cNvSpPr>
            <a:spLocks noGrp="1"/>
          </p:cNvSpPr>
          <p:nvPr>
            <p:ph type="title"/>
          </p:nvPr>
        </p:nvSpPr>
        <p:spPr>
          <a:xfrm>
            <a:off x="1371597" y="348865"/>
            <a:ext cx="10044023" cy="877729"/>
          </a:xfrm>
        </p:spPr>
        <p:txBody>
          <a:bodyPr anchor="ctr">
            <a:normAutofit/>
          </a:bodyPr>
          <a:lstStyle/>
          <a:p>
            <a:r>
              <a:rPr kumimoji="1" lang="en-US" altLang="ja-JP" sz="4000" dirty="0" err="1">
                <a:solidFill>
                  <a:srgbClr val="FFFFFF"/>
                </a:solidFill>
              </a:rPr>
              <a:t>OpenLANE</a:t>
            </a:r>
            <a:r>
              <a:rPr kumimoji="1" lang="ja-JP" altLang="en-US" sz="4000">
                <a:solidFill>
                  <a:srgbClr val="FFFFFF"/>
                </a:solidFill>
              </a:rPr>
              <a:t>による生成フロー</a:t>
            </a:r>
          </a:p>
        </p:txBody>
      </p:sp>
      <p:grpSp>
        <p:nvGrpSpPr>
          <p:cNvPr id="6" name="グループ化 5">
            <a:extLst>
              <a:ext uri="{FF2B5EF4-FFF2-40B4-BE49-F238E27FC236}">
                <a16:creationId xmlns:a16="http://schemas.microsoft.com/office/drawing/2014/main" id="{04B67EC9-AD8C-D201-34A6-FA7094ABDC1E}"/>
              </a:ext>
            </a:extLst>
          </p:cNvPr>
          <p:cNvGrpSpPr/>
          <p:nvPr/>
        </p:nvGrpSpPr>
        <p:grpSpPr>
          <a:xfrm>
            <a:off x="3027506" y="2112579"/>
            <a:ext cx="6160929" cy="4211975"/>
            <a:chOff x="1254125" y="0"/>
            <a:chExt cx="9468364" cy="6736122"/>
          </a:xfrm>
        </p:grpSpPr>
        <p:pic>
          <p:nvPicPr>
            <p:cNvPr id="4" name="Picture 2" descr="A diagram showing the general stages of the OpenLane flow as a series of blocks">
              <a:extLst>
                <a:ext uri="{FF2B5EF4-FFF2-40B4-BE49-F238E27FC236}">
                  <a16:creationId xmlns:a16="http://schemas.microsoft.com/office/drawing/2014/main" id="{8364A213-C96A-5C12-1AD4-5BA9B99A28B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254125" y="0"/>
              <a:ext cx="9468364" cy="6705464"/>
            </a:xfrm>
            <a:prstGeom prst="rect">
              <a:avLst/>
            </a:prstGeom>
            <a:noFill/>
            <a:extLst>
              <a:ext uri="{909E8E84-426E-40DD-AFC4-6F175D3DCCD1}">
                <a14:hiddenFill xmlns:a14="http://schemas.microsoft.com/office/drawing/2010/main">
                  <a:solidFill>
                    <a:srgbClr val="FFFFFF"/>
                  </a:solidFill>
                </a14:hiddenFill>
              </a:ext>
            </a:extLst>
          </p:spPr>
        </p:pic>
        <p:sp>
          <p:nvSpPr>
            <p:cNvPr id="5" name="テキスト ボックス 4">
              <a:extLst>
                <a:ext uri="{FF2B5EF4-FFF2-40B4-BE49-F238E27FC236}">
                  <a16:creationId xmlns:a16="http://schemas.microsoft.com/office/drawing/2014/main" id="{C12F2AA1-841D-E04C-4CCA-0E343D027D87}"/>
                </a:ext>
              </a:extLst>
            </p:cNvPr>
            <p:cNvSpPr txBox="1"/>
            <p:nvPr/>
          </p:nvSpPr>
          <p:spPr>
            <a:xfrm>
              <a:off x="1542169" y="6349215"/>
              <a:ext cx="7238313" cy="386907"/>
            </a:xfrm>
            <a:prstGeom prst="rect">
              <a:avLst/>
            </a:prstGeom>
            <a:ln>
              <a:noFill/>
            </a:ln>
          </p:spPr>
          <p:style>
            <a:lnRef idx="2">
              <a:schemeClr val="dk1"/>
            </a:lnRef>
            <a:fillRef idx="1">
              <a:schemeClr val="lt1"/>
            </a:fillRef>
            <a:effectRef idx="0">
              <a:schemeClr val="dk1"/>
            </a:effectRef>
            <a:fontRef idx="minor">
              <a:schemeClr val="dk1"/>
            </a:fontRef>
          </p:style>
          <p:txBody>
            <a:bodyPr wrap="square" rtlCol="0">
              <a:spAutoFit/>
            </a:bodyPr>
            <a:lstStyle/>
            <a:p>
              <a:pPr defTabSz="740664">
                <a:spcAft>
                  <a:spcPts val="600"/>
                </a:spcAft>
              </a:pPr>
              <a:r>
                <a:rPr kumimoji="1" lang="ja-JP" altLang="en-US" sz="972" kern="1200">
                  <a:solidFill>
                    <a:schemeClr val="dk1"/>
                  </a:solidFill>
                  <a:latin typeface="+mn-lt"/>
                  <a:ea typeface="+mn-ea"/>
                  <a:cs typeface="+mn-cs"/>
                </a:rPr>
                <a:t>出典：</a:t>
              </a:r>
              <a:r>
                <a:rPr kumimoji="1" lang="en" altLang="ja-JP" sz="972" kern="1200" dirty="0">
                  <a:solidFill>
                    <a:schemeClr val="dk1"/>
                  </a:solidFill>
                  <a:latin typeface="+mn-lt"/>
                  <a:ea typeface="+mn-ea"/>
                  <a:cs typeface="+mn-cs"/>
                </a:rPr>
                <a:t>https://</a:t>
              </a:r>
              <a:r>
                <a:rPr kumimoji="1" lang="en" altLang="ja-JP" sz="972" kern="1200" dirty="0" err="1">
                  <a:solidFill>
                    <a:schemeClr val="dk1"/>
                  </a:solidFill>
                  <a:latin typeface="+mn-lt"/>
                  <a:ea typeface="+mn-ea"/>
                  <a:cs typeface="+mn-cs"/>
                </a:rPr>
                <a:t>openlane.readthedocs.io</a:t>
              </a:r>
              <a:r>
                <a:rPr kumimoji="1" lang="en" altLang="ja-JP" sz="972" kern="1200" dirty="0">
                  <a:solidFill>
                    <a:schemeClr val="dk1"/>
                  </a:solidFill>
                  <a:latin typeface="+mn-lt"/>
                  <a:ea typeface="+mn-ea"/>
                  <a:cs typeface="+mn-cs"/>
                </a:rPr>
                <a:t>/</a:t>
              </a:r>
              <a:r>
                <a:rPr kumimoji="1" lang="en" altLang="ja-JP" sz="972" kern="1200" dirty="0" err="1">
                  <a:solidFill>
                    <a:schemeClr val="dk1"/>
                  </a:solidFill>
                  <a:latin typeface="+mn-lt"/>
                  <a:ea typeface="+mn-ea"/>
                  <a:cs typeface="+mn-cs"/>
                </a:rPr>
                <a:t>en</a:t>
              </a:r>
              <a:r>
                <a:rPr kumimoji="1" lang="en" altLang="ja-JP" sz="972" kern="1200" dirty="0">
                  <a:solidFill>
                    <a:schemeClr val="dk1"/>
                  </a:solidFill>
                  <a:latin typeface="+mn-lt"/>
                  <a:ea typeface="+mn-ea"/>
                  <a:cs typeface="+mn-cs"/>
                </a:rPr>
                <a:t>/latest/</a:t>
              </a:r>
              <a:r>
                <a:rPr kumimoji="1" lang="en" altLang="ja-JP" sz="972" kern="1200" dirty="0" err="1">
                  <a:solidFill>
                    <a:schemeClr val="dk1"/>
                  </a:solidFill>
                  <a:latin typeface="+mn-lt"/>
                  <a:ea typeface="+mn-ea"/>
                  <a:cs typeface="+mn-cs"/>
                </a:rPr>
                <a:t>flow_overview.html</a:t>
              </a:r>
              <a:endParaRPr kumimoji="1" lang="ja-JP" altLang="en-US" sz="1200"/>
            </a:p>
          </p:txBody>
        </p:sp>
      </p:grpSp>
    </p:spTree>
    <p:extLst>
      <p:ext uri="{BB962C8B-B14F-4D97-AF65-F5344CB8AC3E}">
        <p14:creationId xmlns:p14="http://schemas.microsoft.com/office/powerpoint/2010/main" val="3745273991"/>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EDD35AE-7E22-6A31-F15F-4CA21DC31909}"/>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kumimoji="1" lang="ja-JP" altLang="en-US" sz="4000" kern="1200">
                <a:solidFill>
                  <a:srgbClr val="FFFFFF"/>
                </a:solidFill>
                <a:latin typeface="+mj-lt"/>
                <a:ea typeface="+mj-ea"/>
                <a:cs typeface="+mj-cs"/>
              </a:rPr>
              <a:t>生成フロー詳細</a:t>
            </a:r>
          </a:p>
        </p:txBody>
      </p:sp>
      <p:pic>
        <p:nvPicPr>
          <p:cNvPr id="4" name="図 3">
            <a:extLst>
              <a:ext uri="{FF2B5EF4-FFF2-40B4-BE49-F238E27FC236}">
                <a16:creationId xmlns:a16="http://schemas.microsoft.com/office/drawing/2014/main" id="{DCD821C5-E243-B1B4-30AB-0284B8190C91}"/>
              </a:ext>
            </a:extLst>
          </p:cNvPr>
          <p:cNvPicPr>
            <a:picLocks noChangeAspect="1"/>
          </p:cNvPicPr>
          <p:nvPr/>
        </p:nvPicPr>
        <p:blipFill>
          <a:blip r:embed="rId2"/>
          <a:stretch>
            <a:fillRect/>
          </a:stretch>
        </p:blipFill>
        <p:spPr>
          <a:xfrm>
            <a:off x="432225" y="2634835"/>
            <a:ext cx="11327549" cy="3115075"/>
          </a:xfrm>
          <a:prstGeom prst="rect">
            <a:avLst/>
          </a:prstGeom>
        </p:spPr>
      </p:pic>
    </p:spTree>
    <p:extLst>
      <p:ext uri="{BB962C8B-B14F-4D97-AF65-F5344CB8AC3E}">
        <p14:creationId xmlns:p14="http://schemas.microsoft.com/office/powerpoint/2010/main" val="2473012486"/>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151139A-886F-4B97-8815-729AD3831B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000"/>
          </a:p>
        </p:txBody>
      </p:sp>
      <p:sp>
        <p:nvSpPr>
          <p:cNvPr id="12" name="Rectangle 11">
            <a:extLst>
              <a:ext uri="{FF2B5EF4-FFF2-40B4-BE49-F238E27FC236}">
                <a16:creationId xmlns:a16="http://schemas.microsoft.com/office/drawing/2014/main" id="{AB5E08C4-8CDD-4623-A5B8-E998C6DEE3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1500"/>
            <a:ext cx="12191998" cy="6858000"/>
          </a:xfrm>
          <a:prstGeom prst="rect">
            <a:avLst/>
          </a:prstGeom>
          <a:gradFill>
            <a:gsLst>
              <a:gs pos="34000">
                <a:srgbClr val="000000">
                  <a:alpha val="96000"/>
                </a:srgbClr>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AFFC87AC-C919-4FE5-BAC3-39509E0011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635" y="-1500"/>
            <a:ext cx="8119933" cy="6858001"/>
          </a:xfrm>
          <a:prstGeom prst="rect">
            <a:avLst/>
          </a:prstGeom>
          <a:gradFill>
            <a:gsLst>
              <a:gs pos="28000">
                <a:schemeClr val="accent1">
                  <a:lumMod val="75000"/>
                  <a:alpha val="59000"/>
                </a:schemeClr>
              </a:gs>
              <a:gs pos="100000">
                <a:srgbClr val="000000">
                  <a:alpha val="70000"/>
                </a:srgb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7D0659F6-0853-468D-B1B2-44FDBE98B8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9272" y="-3000"/>
            <a:ext cx="12201265" cy="6859501"/>
          </a:xfrm>
          <a:prstGeom prst="rect">
            <a:avLst/>
          </a:prstGeom>
          <a:gradFill>
            <a:gsLst>
              <a:gs pos="0">
                <a:srgbClr val="000000">
                  <a:alpha val="71765"/>
                </a:srgbClr>
              </a:gs>
              <a:gs pos="100000">
                <a:schemeClr val="accent1">
                  <a:alpha val="24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15F33878-D502-4FFA-8ACE-F2AECDB2A23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78536" y="0"/>
            <a:ext cx="11718098" cy="6858000"/>
          </a:xfrm>
          <a:prstGeom prst="rect">
            <a:avLst/>
          </a:prstGeom>
          <a:gradFill>
            <a:gsLst>
              <a:gs pos="19000">
                <a:srgbClr val="000000">
                  <a:alpha val="62000"/>
                </a:srgbClr>
              </a:gs>
              <a:gs pos="100000">
                <a:schemeClr val="accent1">
                  <a:lumMod val="75000"/>
                  <a:alpha val="44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E2A0A38-C38D-1CEC-BD29-19267013A68D}"/>
              </a:ext>
            </a:extLst>
          </p:cNvPr>
          <p:cNvSpPr>
            <a:spLocks noGrp="1"/>
          </p:cNvSpPr>
          <p:nvPr>
            <p:ph type="title"/>
          </p:nvPr>
        </p:nvSpPr>
        <p:spPr>
          <a:xfrm>
            <a:off x="1142639" y="561203"/>
            <a:ext cx="9932691" cy="1165996"/>
          </a:xfrm>
        </p:spPr>
        <p:txBody>
          <a:bodyPr vert="horz" lIns="91440" tIns="45720" rIns="91440" bIns="45720" rtlCol="0" anchor="b">
            <a:normAutofit/>
          </a:bodyPr>
          <a:lstStyle/>
          <a:p>
            <a:pPr algn="ctr"/>
            <a:r>
              <a:rPr kumimoji="1" lang="ja-JP" altLang="en-US" sz="4800">
                <a:solidFill>
                  <a:srgbClr val="FFFFFF"/>
                </a:solidFill>
              </a:rPr>
              <a:t>論理回路の正体</a:t>
            </a:r>
          </a:p>
        </p:txBody>
      </p:sp>
      <p:sp>
        <p:nvSpPr>
          <p:cNvPr id="20" name="Rectangle 19">
            <a:extLst>
              <a:ext uri="{FF2B5EF4-FFF2-40B4-BE49-F238E27FC236}">
                <a16:creationId xmlns:a16="http://schemas.microsoft.com/office/drawing/2014/main" id="{977ACDD7-882D-4B81-A213-84C82B96B0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4" y="2888341"/>
            <a:ext cx="12203819" cy="3968158"/>
          </a:xfrm>
          <a:prstGeom prst="rect">
            <a:avLst/>
          </a:prstGeom>
          <a:gradFill>
            <a:gsLst>
              <a:gs pos="0">
                <a:srgbClr val="000000">
                  <a:alpha val="0"/>
                </a:srgbClr>
              </a:gs>
              <a:gs pos="99000">
                <a:schemeClr val="accent1">
                  <a:lumMod val="50000"/>
                  <a:alpha val="55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48B5E49-DD54-33C6-E327-176439E6F59C}"/>
              </a:ext>
            </a:extLst>
          </p:cNvPr>
          <p:cNvSpPr>
            <a:spLocks noGrp="1"/>
          </p:cNvSpPr>
          <p:nvPr>
            <p:ph idx="1"/>
          </p:nvPr>
        </p:nvSpPr>
        <p:spPr>
          <a:xfrm>
            <a:off x="1127570" y="5791201"/>
            <a:ext cx="9932690" cy="508000"/>
          </a:xfrm>
        </p:spPr>
        <p:txBody>
          <a:bodyPr vert="horz" lIns="91440" tIns="45720" rIns="91440" bIns="45720" rtlCol="0" anchor="t">
            <a:normAutofit/>
          </a:bodyPr>
          <a:lstStyle/>
          <a:p>
            <a:pPr marL="0" indent="0" algn="ctr">
              <a:buNone/>
            </a:pPr>
            <a:r>
              <a:rPr kumimoji="1" lang="ja-JP" altLang="en-US" sz="2400" dirty="0">
                <a:solidFill>
                  <a:srgbClr val="FFFFFF"/>
                </a:solidFill>
              </a:rPr>
              <a:t>中身は</a:t>
            </a:r>
            <a:r>
              <a:rPr kumimoji="1" lang="en-US" altLang="ja-JP" sz="2400" dirty="0">
                <a:solidFill>
                  <a:srgbClr val="FFFFFF"/>
                </a:solidFill>
              </a:rPr>
              <a:t>PMOS</a:t>
            </a:r>
            <a:r>
              <a:rPr kumimoji="1" lang="ja-JP" altLang="en-US" sz="2400" dirty="0">
                <a:solidFill>
                  <a:srgbClr val="FFFFFF"/>
                </a:solidFill>
              </a:rPr>
              <a:t>と</a:t>
            </a:r>
            <a:r>
              <a:rPr kumimoji="1" lang="en-US" altLang="ja-JP" sz="2400" dirty="0">
                <a:solidFill>
                  <a:srgbClr val="FFFFFF"/>
                </a:solidFill>
              </a:rPr>
              <a:t>NMOS</a:t>
            </a:r>
          </a:p>
        </p:txBody>
      </p:sp>
      <p:pic>
        <p:nvPicPr>
          <p:cNvPr id="4" name="図 3">
            <a:extLst>
              <a:ext uri="{FF2B5EF4-FFF2-40B4-BE49-F238E27FC236}">
                <a16:creationId xmlns:a16="http://schemas.microsoft.com/office/drawing/2014/main" id="{2F000BF8-B979-5889-88FA-61CABD0EFEEB}"/>
              </a:ext>
            </a:extLst>
          </p:cNvPr>
          <p:cNvPicPr>
            <a:picLocks noChangeAspect="1"/>
          </p:cNvPicPr>
          <p:nvPr/>
        </p:nvPicPr>
        <p:blipFill>
          <a:blip r:embed="rId2"/>
          <a:srcRect b="58946"/>
          <a:stretch>
            <a:fillRect/>
          </a:stretch>
        </p:blipFill>
        <p:spPr>
          <a:xfrm>
            <a:off x="1603221" y="2133758"/>
            <a:ext cx="4039294" cy="3235692"/>
          </a:xfrm>
          <a:prstGeom prst="rect">
            <a:avLst/>
          </a:prstGeom>
        </p:spPr>
      </p:pic>
      <p:pic>
        <p:nvPicPr>
          <p:cNvPr id="5" name="図 4">
            <a:extLst>
              <a:ext uri="{FF2B5EF4-FFF2-40B4-BE49-F238E27FC236}">
                <a16:creationId xmlns:a16="http://schemas.microsoft.com/office/drawing/2014/main" id="{73233099-7B57-48D5-FA60-51180A3FB056}"/>
              </a:ext>
            </a:extLst>
          </p:cNvPr>
          <p:cNvPicPr>
            <a:picLocks noChangeAspect="1"/>
          </p:cNvPicPr>
          <p:nvPr/>
        </p:nvPicPr>
        <p:blipFill>
          <a:blip r:embed="rId3"/>
          <a:stretch>
            <a:fillRect/>
          </a:stretch>
        </p:blipFill>
        <p:spPr>
          <a:xfrm>
            <a:off x="6996132" y="2133600"/>
            <a:ext cx="3195399" cy="3235849"/>
          </a:xfrm>
          <a:prstGeom prst="rect">
            <a:avLst/>
          </a:prstGeom>
        </p:spPr>
      </p:pic>
    </p:spTree>
    <p:extLst>
      <p:ext uri="{BB962C8B-B14F-4D97-AF65-F5344CB8AC3E}">
        <p14:creationId xmlns:p14="http://schemas.microsoft.com/office/powerpoint/2010/main" val="2231793769"/>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EDC07B27-4E3C-4BCF-ABDB-6AA72857C05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1500"/>
            <a:ext cx="12191998" cy="6858000"/>
          </a:xfrm>
          <a:prstGeom prst="rect">
            <a:avLst/>
          </a:prstGeom>
          <a:gradFill>
            <a:gsLst>
              <a:gs pos="19000">
                <a:srgbClr val="000000">
                  <a:alpha val="96000"/>
                </a:srgbClr>
              </a:gs>
              <a:gs pos="100000">
                <a:schemeClr val="accent1"/>
              </a:gs>
            </a:gsLst>
            <a:lin ang="9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83D11BE6-2A04-4DBB-842D-88602B5EC7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78536" y="12437"/>
            <a:ext cx="11713464" cy="6844063"/>
          </a:xfrm>
          <a:prstGeom prst="rect">
            <a:avLst/>
          </a:prstGeom>
          <a:gradFill>
            <a:gsLst>
              <a:gs pos="0">
                <a:srgbClr val="000000">
                  <a:alpha val="71765"/>
                </a:srgbClr>
              </a:gs>
              <a:gs pos="100000">
                <a:schemeClr val="accent1">
                  <a:alpha val="20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2A05E02A-9AA9-45EC-B87B-B46F043F3F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9" y="2724072"/>
            <a:ext cx="12192008" cy="4114801"/>
          </a:xfrm>
          <a:prstGeom prst="rect">
            <a:avLst/>
          </a:prstGeom>
          <a:gradFill>
            <a:gsLst>
              <a:gs pos="30000">
                <a:schemeClr val="accent1">
                  <a:lumMod val="75000"/>
                  <a:alpha val="19000"/>
                </a:schemeClr>
              </a:gs>
              <a:gs pos="100000">
                <a:schemeClr val="accent1">
                  <a:alpha val="24000"/>
                </a:schemeClr>
              </a:gs>
            </a:gsLst>
            <a:lin ang="21594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0E91EDBA-E8E0-4575-8147-B700345215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709672" y="1716338"/>
            <a:ext cx="6858003" cy="3422328"/>
          </a:xfrm>
          <a:prstGeom prst="rect">
            <a:avLst/>
          </a:prstGeom>
          <a:gradFill>
            <a:gsLst>
              <a:gs pos="0">
                <a:schemeClr val="accent1">
                  <a:alpha val="52000"/>
                </a:schemeClr>
              </a:gs>
              <a:gs pos="76000">
                <a:schemeClr val="accent1">
                  <a:lumMod val="75000"/>
                  <a:alpha val="0"/>
                </a:schemeClr>
              </a:gs>
            </a:gsLst>
            <a:lin ang="4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A7D9547-E259-1BDB-63BB-D2DC57427287}"/>
              </a:ext>
            </a:extLst>
          </p:cNvPr>
          <p:cNvSpPr>
            <a:spLocks noGrp="1"/>
          </p:cNvSpPr>
          <p:nvPr>
            <p:ph type="title"/>
          </p:nvPr>
        </p:nvSpPr>
        <p:spPr>
          <a:xfrm>
            <a:off x="35638" y="51706"/>
            <a:ext cx="9867331" cy="1167495"/>
          </a:xfrm>
        </p:spPr>
        <p:txBody>
          <a:bodyPr vert="horz" lIns="91440" tIns="45720" rIns="91440" bIns="45720" rtlCol="0" anchor="b">
            <a:normAutofit/>
          </a:bodyPr>
          <a:lstStyle/>
          <a:p>
            <a:pPr algn="ctr"/>
            <a:r>
              <a:rPr kumimoji="1" lang="ja-JP" altLang="en-US" sz="4800">
                <a:solidFill>
                  <a:srgbClr val="FFFFFF"/>
                </a:solidFill>
              </a:rPr>
              <a:t>スタンダードセル</a:t>
            </a:r>
          </a:p>
        </p:txBody>
      </p:sp>
      <p:sp>
        <p:nvSpPr>
          <p:cNvPr id="32" name="Rectangle 31">
            <a:extLst>
              <a:ext uri="{FF2B5EF4-FFF2-40B4-BE49-F238E27FC236}">
                <a16:creationId xmlns:a16="http://schemas.microsoft.com/office/drawing/2014/main" id="{DFEE4473-A122-4E96-8C31-B4C5AAA274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123" y="2706446"/>
            <a:ext cx="12191997" cy="3711900"/>
          </a:xfrm>
          <a:prstGeom prst="rect">
            <a:avLst/>
          </a:prstGeom>
          <a:gradFill>
            <a:gsLst>
              <a:gs pos="0">
                <a:srgbClr val="000000">
                  <a:alpha val="50000"/>
                </a:srgbClr>
              </a:gs>
              <a:gs pos="92000">
                <a:schemeClr val="accent1">
                  <a:lumMod val="75000"/>
                  <a:alpha val="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78B4FF61-A676-C029-1EFF-6C41C52F33DD}"/>
              </a:ext>
            </a:extLst>
          </p:cNvPr>
          <p:cNvPicPr>
            <a:picLocks noChangeAspect="1"/>
          </p:cNvPicPr>
          <p:nvPr/>
        </p:nvPicPr>
        <p:blipFill>
          <a:blip r:embed="rId2"/>
          <a:stretch>
            <a:fillRect/>
          </a:stretch>
        </p:blipFill>
        <p:spPr>
          <a:xfrm>
            <a:off x="3658463" y="1741135"/>
            <a:ext cx="4880644" cy="4942427"/>
          </a:xfrm>
          <a:prstGeom prst="rect">
            <a:avLst/>
          </a:prstGeom>
        </p:spPr>
      </p:pic>
      <p:pic>
        <p:nvPicPr>
          <p:cNvPr id="6" name="図 5">
            <a:extLst>
              <a:ext uri="{FF2B5EF4-FFF2-40B4-BE49-F238E27FC236}">
                <a16:creationId xmlns:a16="http://schemas.microsoft.com/office/drawing/2014/main" id="{BBA4F234-A337-A124-1630-143A272FEAD9}"/>
              </a:ext>
            </a:extLst>
          </p:cNvPr>
          <p:cNvPicPr>
            <a:picLocks noChangeAspect="1"/>
          </p:cNvPicPr>
          <p:nvPr/>
        </p:nvPicPr>
        <p:blipFill>
          <a:blip r:embed="rId3"/>
          <a:srcRect r="54579"/>
          <a:stretch>
            <a:fillRect/>
          </a:stretch>
        </p:blipFill>
        <p:spPr>
          <a:xfrm>
            <a:off x="8812306" y="-5113"/>
            <a:ext cx="3359506" cy="6858005"/>
          </a:xfrm>
          <a:prstGeom prst="rect">
            <a:avLst/>
          </a:prstGeom>
        </p:spPr>
      </p:pic>
      <p:pic>
        <p:nvPicPr>
          <p:cNvPr id="4" name="図 3">
            <a:extLst>
              <a:ext uri="{FF2B5EF4-FFF2-40B4-BE49-F238E27FC236}">
                <a16:creationId xmlns:a16="http://schemas.microsoft.com/office/drawing/2014/main" id="{8C46182D-E64E-D182-18AD-3A84F4CC12BC}"/>
              </a:ext>
            </a:extLst>
          </p:cNvPr>
          <p:cNvPicPr>
            <a:picLocks noChangeAspect="1"/>
          </p:cNvPicPr>
          <p:nvPr/>
        </p:nvPicPr>
        <p:blipFill>
          <a:blip r:embed="rId4"/>
          <a:srcRect b="58946"/>
          <a:stretch>
            <a:fillRect/>
          </a:stretch>
        </p:blipFill>
        <p:spPr>
          <a:xfrm>
            <a:off x="129365" y="2435294"/>
            <a:ext cx="3422329" cy="2741469"/>
          </a:xfrm>
          <a:prstGeom prst="rect">
            <a:avLst/>
          </a:prstGeom>
        </p:spPr>
      </p:pic>
    </p:spTree>
    <p:extLst>
      <p:ext uri="{BB962C8B-B14F-4D97-AF65-F5344CB8AC3E}">
        <p14:creationId xmlns:p14="http://schemas.microsoft.com/office/powerpoint/2010/main" val="2234809108"/>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616E6E-2686-4459-13E2-79794CFF8FC7}"/>
            </a:ext>
          </a:extLst>
        </p:cNvPr>
        <p:cNvGrpSpPr/>
        <p:nvPr/>
      </p:nvGrpSpPr>
      <p:grpSpPr>
        <a:xfrm>
          <a:off x="0" y="0"/>
          <a:ext cx="0" cy="0"/>
          <a:chOff x="0" y="0"/>
          <a:chExt cx="0" cy="0"/>
        </a:xfrm>
      </p:grpSpPr>
      <p:pic>
        <p:nvPicPr>
          <p:cNvPr id="4" name="図 3">
            <a:extLst>
              <a:ext uri="{FF2B5EF4-FFF2-40B4-BE49-F238E27FC236}">
                <a16:creationId xmlns:a16="http://schemas.microsoft.com/office/drawing/2014/main" id="{5F94AF90-3A44-6261-DBED-37FF9BB75AB1}"/>
              </a:ext>
            </a:extLst>
          </p:cNvPr>
          <p:cNvPicPr>
            <a:picLocks noChangeAspect="1"/>
          </p:cNvPicPr>
          <p:nvPr/>
        </p:nvPicPr>
        <p:blipFill>
          <a:blip r:embed="rId2"/>
          <a:srcRect t="1903" r="1" b="7757"/>
          <a:stretch>
            <a:fillRect/>
          </a:stretch>
        </p:blipFill>
        <p:spPr>
          <a:xfrm>
            <a:off x="20" y="10"/>
            <a:ext cx="12191979" cy="6857989"/>
          </a:xfrm>
          <a:prstGeom prst="rect">
            <a:avLst/>
          </a:prstGeom>
        </p:spPr>
      </p:pic>
      <p:sp useBgFill="1">
        <p:nvSpPr>
          <p:cNvPr id="12" name="Freeform: Shape 11">
            <a:extLst>
              <a:ext uri="{FF2B5EF4-FFF2-40B4-BE49-F238E27FC236}">
                <a16:creationId xmlns:a16="http://schemas.microsoft.com/office/drawing/2014/main" id="{1BF4DD63-CE83-4A2A-994E-8598C22E6F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7089" y="1498601"/>
            <a:ext cx="5260975" cy="4707593"/>
          </a:xfrm>
          <a:custGeom>
            <a:avLst/>
            <a:gdLst>
              <a:gd name="connsiteX0" fmla="*/ 0 w 5260975"/>
              <a:gd name="connsiteY0" fmla="*/ 0 h 4707593"/>
              <a:gd name="connsiteX1" fmla="*/ 5260975 w 5260975"/>
              <a:gd name="connsiteY1" fmla="*/ 0 h 4707593"/>
              <a:gd name="connsiteX2" fmla="*/ 5260975 w 5260975"/>
              <a:gd name="connsiteY2" fmla="*/ 3296937 h 4707593"/>
              <a:gd name="connsiteX3" fmla="*/ 5260975 w 5260975"/>
              <a:gd name="connsiteY3" fmla="*/ 3518571 h 4707593"/>
              <a:gd name="connsiteX4" fmla="*/ 5226504 w 5260975"/>
              <a:gd name="connsiteY4" fmla="*/ 3534000 h 4707593"/>
              <a:gd name="connsiteX5" fmla="*/ 5206341 w 5260975"/>
              <a:gd name="connsiteY5" fmla="*/ 3542065 h 4707593"/>
              <a:gd name="connsiteX6" fmla="*/ 5123287 w 5260975"/>
              <a:gd name="connsiteY6" fmla="*/ 3594010 h 4707593"/>
              <a:gd name="connsiteX7" fmla="*/ 5048107 w 5260975"/>
              <a:gd name="connsiteY7" fmla="*/ 3658244 h 4707593"/>
              <a:gd name="connsiteX8" fmla="*/ 4992899 w 5260975"/>
              <a:gd name="connsiteY8" fmla="*/ 3734479 h 4707593"/>
              <a:gd name="connsiteX9" fmla="*/ 4977440 w 5260975"/>
              <a:gd name="connsiteY9" fmla="*/ 3752627 h 4707593"/>
              <a:gd name="connsiteX10" fmla="*/ 4935194 w 5260975"/>
              <a:gd name="connsiteY10" fmla="*/ 3775382 h 4707593"/>
              <a:gd name="connsiteX11" fmla="*/ 4897844 w 5260975"/>
              <a:gd name="connsiteY11" fmla="*/ 3792472 h 4707593"/>
              <a:gd name="connsiteX12" fmla="*/ 4870767 w 5260975"/>
              <a:gd name="connsiteY12" fmla="*/ 3811388 h 4707593"/>
              <a:gd name="connsiteX13" fmla="*/ 4847917 w 5260975"/>
              <a:gd name="connsiteY13" fmla="*/ 3828767 h 4707593"/>
              <a:gd name="connsiteX14" fmla="*/ 4796163 w 5260975"/>
              <a:gd name="connsiteY14" fmla="*/ 3873702 h 4707593"/>
              <a:gd name="connsiteX15" fmla="*/ 4738843 w 5260975"/>
              <a:gd name="connsiteY15" fmla="*/ 3911628 h 4707593"/>
              <a:gd name="connsiteX16" fmla="*/ 4692755 w 5260975"/>
              <a:gd name="connsiteY16" fmla="*/ 3958099 h 4707593"/>
              <a:gd name="connsiteX17" fmla="*/ 4673744 w 5260975"/>
              <a:gd name="connsiteY17" fmla="*/ 3983255 h 4707593"/>
              <a:gd name="connsiteX18" fmla="*/ 4633801 w 5260975"/>
              <a:gd name="connsiteY18" fmla="*/ 4000442 h 4707593"/>
              <a:gd name="connsiteX19" fmla="*/ 4590499 w 5260975"/>
              <a:gd name="connsiteY19" fmla="*/ 4027326 h 4707593"/>
              <a:gd name="connsiteX20" fmla="*/ 4559773 w 5260975"/>
              <a:gd name="connsiteY20" fmla="*/ 4054018 h 4707593"/>
              <a:gd name="connsiteX21" fmla="*/ 4536059 w 5260975"/>
              <a:gd name="connsiteY21" fmla="*/ 4071877 h 4707593"/>
              <a:gd name="connsiteX22" fmla="*/ 4502550 w 5260975"/>
              <a:gd name="connsiteY22" fmla="*/ 4089832 h 4707593"/>
              <a:gd name="connsiteX23" fmla="*/ 4468944 w 5260975"/>
              <a:gd name="connsiteY23" fmla="*/ 4113356 h 4707593"/>
              <a:gd name="connsiteX24" fmla="*/ 4452623 w 5260975"/>
              <a:gd name="connsiteY24" fmla="*/ 4127854 h 4707593"/>
              <a:gd name="connsiteX25" fmla="*/ 4421032 w 5260975"/>
              <a:gd name="connsiteY25" fmla="*/ 4151953 h 4707593"/>
              <a:gd name="connsiteX26" fmla="*/ 4388483 w 5260975"/>
              <a:gd name="connsiteY26" fmla="*/ 4174421 h 4707593"/>
              <a:gd name="connsiteX27" fmla="*/ 4327321 w 5260975"/>
              <a:gd name="connsiteY27" fmla="*/ 4200153 h 4707593"/>
              <a:gd name="connsiteX28" fmla="*/ 4271633 w 5260975"/>
              <a:gd name="connsiteY28" fmla="*/ 4237983 h 4707593"/>
              <a:gd name="connsiteX29" fmla="*/ 4227465 w 5260975"/>
              <a:gd name="connsiteY29" fmla="*/ 4265635 h 4707593"/>
              <a:gd name="connsiteX30" fmla="*/ 4201733 w 5260975"/>
              <a:gd name="connsiteY30" fmla="*/ 4283783 h 4707593"/>
              <a:gd name="connsiteX31" fmla="*/ 4154494 w 5260975"/>
              <a:gd name="connsiteY31" fmla="*/ 4324301 h 4707593"/>
              <a:gd name="connsiteX32" fmla="*/ 4081234 w 5260975"/>
              <a:gd name="connsiteY32" fmla="*/ 4366931 h 4707593"/>
              <a:gd name="connsiteX33" fmla="*/ 4036971 w 5260975"/>
              <a:gd name="connsiteY33" fmla="*/ 4389975 h 4707593"/>
              <a:gd name="connsiteX34" fmla="*/ 3941725 w 5260975"/>
              <a:gd name="connsiteY34" fmla="*/ 4424733 h 4707593"/>
              <a:gd name="connsiteX35" fmla="*/ 3910999 w 5260975"/>
              <a:gd name="connsiteY35" fmla="*/ 4437119 h 4707593"/>
              <a:gd name="connsiteX36" fmla="*/ 3875859 w 5260975"/>
              <a:gd name="connsiteY36" fmla="*/ 4445280 h 4707593"/>
              <a:gd name="connsiteX37" fmla="*/ 3819401 w 5260975"/>
              <a:gd name="connsiteY37" fmla="*/ 4464579 h 4707593"/>
              <a:gd name="connsiteX38" fmla="*/ 3709176 w 5260975"/>
              <a:gd name="connsiteY38" fmla="*/ 4497800 h 4707593"/>
              <a:gd name="connsiteX39" fmla="*/ 3684981 w 5260975"/>
              <a:gd name="connsiteY39" fmla="*/ 4502889 h 4707593"/>
              <a:gd name="connsiteX40" fmla="*/ 3623338 w 5260975"/>
              <a:gd name="connsiteY40" fmla="*/ 4524300 h 4707593"/>
              <a:gd name="connsiteX41" fmla="*/ 3586373 w 5260975"/>
              <a:gd name="connsiteY41" fmla="*/ 4538702 h 4707593"/>
              <a:gd name="connsiteX42" fmla="*/ 3555743 w 5260975"/>
              <a:gd name="connsiteY42" fmla="*/ 4546960 h 4707593"/>
              <a:gd name="connsiteX43" fmla="*/ 3528667 w 5260975"/>
              <a:gd name="connsiteY43" fmla="*/ 4550801 h 4707593"/>
              <a:gd name="connsiteX44" fmla="*/ 3457424 w 5260975"/>
              <a:gd name="connsiteY44" fmla="*/ 4569811 h 4707593"/>
              <a:gd name="connsiteX45" fmla="*/ 3429003 w 5260975"/>
              <a:gd name="connsiteY45" fmla="*/ 4577301 h 4707593"/>
              <a:gd name="connsiteX46" fmla="*/ 3355264 w 5260975"/>
              <a:gd name="connsiteY46" fmla="*/ 4603033 h 4707593"/>
              <a:gd name="connsiteX47" fmla="*/ 3292757 w 5260975"/>
              <a:gd name="connsiteY47" fmla="*/ 4620027 h 4707593"/>
              <a:gd name="connsiteX48" fmla="*/ 3266643 w 5260975"/>
              <a:gd name="connsiteY48" fmla="*/ 4628188 h 4707593"/>
              <a:gd name="connsiteX49" fmla="*/ 3206921 w 5260975"/>
              <a:gd name="connsiteY49" fmla="*/ 4641823 h 4707593"/>
              <a:gd name="connsiteX50" fmla="*/ 3173123 w 5260975"/>
              <a:gd name="connsiteY50" fmla="*/ 4651425 h 4707593"/>
              <a:gd name="connsiteX51" fmla="*/ 3090646 w 5260975"/>
              <a:gd name="connsiteY51" fmla="*/ 4662274 h 4707593"/>
              <a:gd name="connsiteX52" fmla="*/ 3005480 w 5260975"/>
              <a:gd name="connsiteY52" fmla="*/ 4672739 h 4707593"/>
              <a:gd name="connsiteX53" fmla="*/ 2958721 w 5260975"/>
              <a:gd name="connsiteY53" fmla="*/ 4676196 h 4707593"/>
              <a:gd name="connsiteX54" fmla="*/ 2917915 w 5260975"/>
              <a:gd name="connsiteY54" fmla="*/ 4681670 h 4707593"/>
              <a:gd name="connsiteX55" fmla="*/ 2882389 w 5260975"/>
              <a:gd name="connsiteY55" fmla="*/ 4685126 h 4707593"/>
              <a:gd name="connsiteX56" fmla="*/ 2825837 w 5260975"/>
              <a:gd name="connsiteY56" fmla="*/ 4692135 h 4707593"/>
              <a:gd name="connsiteX57" fmla="*/ 2802313 w 5260975"/>
              <a:gd name="connsiteY57" fmla="*/ 4693960 h 4707593"/>
              <a:gd name="connsiteX58" fmla="*/ 2746816 w 5260975"/>
              <a:gd name="connsiteY58" fmla="*/ 4693863 h 4707593"/>
              <a:gd name="connsiteX59" fmla="*/ 2727517 w 5260975"/>
              <a:gd name="connsiteY59" fmla="*/ 4692903 h 4707593"/>
              <a:gd name="connsiteX60" fmla="*/ 2690359 w 5260975"/>
              <a:gd name="connsiteY60" fmla="*/ 4680997 h 4707593"/>
              <a:gd name="connsiteX61" fmla="*/ 2685943 w 5260975"/>
              <a:gd name="connsiteY61" fmla="*/ 4680133 h 4707593"/>
              <a:gd name="connsiteX62" fmla="*/ 2661554 w 5260975"/>
              <a:gd name="connsiteY62" fmla="*/ 4675428 h 4707593"/>
              <a:gd name="connsiteX63" fmla="*/ 2648208 w 5260975"/>
              <a:gd name="connsiteY63" fmla="*/ 4673892 h 4707593"/>
              <a:gd name="connsiteX64" fmla="*/ 2597512 w 5260975"/>
              <a:gd name="connsiteY64" fmla="*/ 4664099 h 4707593"/>
              <a:gd name="connsiteX65" fmla="*/ 2568324 w 5260975"/>
              <a:gd name="connsiteY65" fmla="*/ 4659490 h 4707593"/>
              <a:gd name="connsiteX66" fmla="*/ 2544704 w 5260975"/>
              <a:gd name="connsiteY66" fmla="*/ 4660162 h 4707593"/>
              <a:gd name="connsiteX67" fmla="*/ 2503225 w 5260975"/>
              <a:gd name="connsiteY67" fmla="*/ 4661026 h 4707593"/>
              <a:gd name="connsiteX68" fmla="*/ 2489975 w 5260975"/>
              <a:gd name="connsiteY68" fmla="*/ 4663235 h 4707593"/>
              <a:gd name="connsiteX69" fmla="*/ 2430061 w 5260975"/>
              <a:gd name="connsiteY69" fmla="*/ 4656897 h 4707593"/>
              <a:gd name="connsiteX70" fmla="*/ 2395880 w 5260975"/>
              <a:gd name="connsiteY70" fmla="*/ 4656417 h 4707593"/>
              <a:gd name="connsiteX71" fmla="*/ 2357378 w 5260975"/>
              <a:gd name="connsiteY71" fmla="*/ 4648544 h 4707593"/>
              <a:gd name="connsiteX72" fmla="*/ 2346145 w 5260975"/>
              <a:gd name="connsiteY72" fmla="*/ 4648928 h 4707593"/>
              <a:gd name="connsiteX73" fmla="*/ 2333567 w 5260975"/>
              <a:gd name="connsiteY73" fmla="*/ 4649600 h 4707593"/>
              <a:gd name="connsiteX74" fmla="*/ 2294968 w 5260975"/>
              <a:gd name="connsiteY74" fmla="*/ 4650177 h 4707593"/>
              <a:gd name="connsiteX75" fmla="*/ 2271540 w 5260975"/>
              <a:gd name="connsiteY75" fmla="*/ 4653057 h 4707593"/>
              <a:gd name="connsiteX76" fmla="*/ 2226895 w 5260975"/>
              <a:gd name="connsiteY76" fmla="*/ 4651329 h 4707593"/>
              <a:gd name="connsiteX77" fmla="*/ 2210379 w 5260975"/>
              <a:gd name="connsiteY77" fmla="*/ 4653825 h 4707593"/>
              <a:gd name="connsiteX78" fmla="*/ 2168613 w 5260975"/>
              <a:gd name="connsiteY78" fmla="*/ 4654113 h 4707593"/>
              <a:gd name="connsiteX79" fmla="*/ 2131167 w 5260975"/>
              <a:gd name="connsiteY79" fmla="*/ 4652673 h 4707593"/>
              <a:gd name="connsiteX80" fmla="*/ 2095065 w 5260975"/>
              <a:gd name="connsiteY80" fmla="*/ 4653441 h 4707593"/>
              <a:gd name="connsiteX81" fmla="*/ 2069237 w 5260975"/>
              <a:gd name="connsiteY81" fmla="*/ 4656609 h 4707593"/>
              <a:gd name="connsiteX82" fmla="*/ 2041201 w 5260975"/>
              <a:gd name="connsiteY82" fmla="*/ 4658529 h 4707593"/>
              <a:gd name="connsiteX83" fmla="*/ 1963909 w 5260975"/>
              <a:gd name="connsiteY83" fmla="*/ 4669955 h 4707593"/>
              <a:gd name="connsiteX84" fmla="*/ 1949603 w 5260975"/>
              <a:gd name="connsiteY84" fmla="*/ 4667171 h 4707593"/>
              <a:gd name="connsiteX85" fmla="*/ 1868373 w 5260975"/>
              <a:gd name="connsiteY85" fmla="*/ 4664578 h 4707593"/>
              <a:gd name="connsiteX86" fmla="*/ 1850707 w 5260975"/>
              <a:gd name="connsiteY86" fmla="*/ 4664771 h 4707593"/>
              <a:gd name="connsiteX87" fmla="*/ 1803275 w 5260975"/>
              <a:gd name="connsiteY87" fmla="*/ 4653441 h 4707593"/>
              <a:gd name="connsiteX88" fmla="*/ 1730112 w 5260975"/>
              <a:gd name="connsiteY88" fmla="*/ 4671396 h 4707593"/>
              <a:gd name="connsiteX89" fmla="*/ 1661652 w 5260975"/>
              <a:gd name="connsiteY89" fmla="*/ 4693863 h 4707593"/>
              <a:gd name="connsiteX90" fmla="*/ 1653011 w 5260975"/>
              <a:gd name="connsiteY90" fmla="*/ 4696744 h 4707593"/>
              <a:gd name="connsiteX91" fmla="*/ 1628431 w 5260975"/>
              <a:gd name="connsiteY91" fmla="*/ 4701641 h 4707593"/>
              <a:gd name="connsiteX92" fmla="*/ 1597995 w 5260975"/>
              <a:gd name="connsiteY92" fmla="*/ 4703369 h 4707593"/>
              <a:gd name="connsiteX93" fmla="*/ 1559396 w 5260975"/>
              <a:gd name="connsiteY93" fmla="*/ 4707593 h 4707593"/>
              <a:gd name="connsiteX94" fmla="*/ 1528480 w 5260975"/>
              <a:gd name="connsiteY94" fmla="*/ 4702312 h 4707593"/>
              <a:gd name="connsiteX95" fmla="*/ 1485272 w 5260975"/>
              <a:gd name="connsiteY95" fmla="*/ 4694439 h 4707593"/>
              <a:gd name="connsiteX96" fmla="*/ 1444562 w 5260975"/>
              <a:gd name="connsiteY96" fmla="*/ 4686950 h 4707593"/>
              <a:gd name="connsiteX97" fmla="*/ 1431696 w 5260975"/>
              <a:gd name="connsiteY97" fmla="*/ 4695783 h 4707593"/>
              <a:gd name="connsiteX98" fmla="*/ 1411821 w 5260975"/>
              <a:gd name="connsiteY98" fmla="*/ 4703464 h 4707593"/>
              <a:gd name="connsiteX99" fmla="*/ 1389738 w 5260975"/>
              <a:gd name="connsiteY99" fmla="*/ 4694247 h 4707593"/>
              <a:gd name="connsiteX100" fmla="*/ 1338081 w 5260975"/>
              <a:gd name="connsiteY100" fmla="*/ 4675141 h 4707593"/>
              <a:gd name="connsiteX101" fmla="*/ 1305436 w 5260975"/>
              <a:gd name="connsiteY101" fmla="*/ 4674276 h 4707593"/>
              <a:gd name="connsiteX102" fmla="*/ 1234481 w 5260975"/>
              <a:gd name="connsiteY102" fmla="*/ 4666115 h 4707593"/>
              <a:gd name="connsiteX103" fmla="*/ 1188106 w 5260975"/>
              <a:gd name="connsiteY103" fmla="*/ 4654497 h 4707593"/>
              <a:gd name="connsiteX104" fmla="*/ 1154790 w 5260975"/>
              <a:gd name="connsiteY104" fmla="*/ 4641343 h 4707593"/>
              <a:gd name="connsiteX105" fmla="*/ 1107069 w 5260975"/>
              <a:gd name="connsiteY105" fmla="*/ 4624156 h 4707593"/>
              <a:gd name="connsiteX106" fmla="*/ 1059158 w 5260975"/>
              <a:gd name="connsiteY106" fmla="*/ 4615227 h 4707593"/>
              <a:gd name="connsiteX107" fmla="*/ 1024496 w 5260975"/>
              <a:gd name="connsiteY107" fmla="*/ 4603993 h 4707593"/>
              <a:gd name="connsiteX108" fmla="*/ 982153 w 5260975"/>
              <a:gd name="connsiteY108" fmla="*/ 4596311 h 4707593"/>
              <a:gd name="connsiteX109" fmla="*/ 946628 w 5260975"/>
              <a:gd name="connsiteY109" fmla="*/ 4596024 h 4707593"/>
              <a:gd name="connsiteX110" fmla="*/ 890939 w 5260975"/>
              <a:gd name="connsiteY110" fmla="*/ 4597368 h 4707593"/>
              <a:gd name="connsiteX111" fmla="*/ 822769 w 5260975"/>
              <a:gd name="connsiteY111" fmla="*/ 4574133 h 4707593"/>
              <a:gd name="connsiteX112" fmla="*/ 795212 w 5260975"/>
              <a:gd name="connsiteY112" fmla="*/ 4568947 h 4707593"/>
              <a:gd name="connsiteX113" fmla="*/ 769288 w 5260975"/>
              <a:gd name="connsiteY113" fmla="*/ 4566547 h 4707593"/>
              <a:gd name="connsiteX114" fmla="*/ 714271 w 5260975"/>
              <a:gd name="connsiteY114" fmla="*/ 4551089 h 4707593"/>
              <a:gd name="connsiteX115" fmla="*/ 691900 w 5260975"/>
              <a:gd name="connsiteY115" fmla="*/ 4545999 h 4707593"/>
              <a:gd name="connsiteX116" fmla="*/ 660598 w 5260975"/>
              <a:gd name="connsiteY116" fmla="*/ 4546096 h 4707593"/>
              <a:gd name="connsiteX117" fmla="*/ 603662 w 5260975"/>
              <a:gd name="connsiteY117" fmla="*/ 4538991 h 4707593"/>
              <a:gd name="connsiteX118" fmla="*/ 546821 w 5260975"/>
              <a:gd name="connsiteY118" fmla="*/ 4518251 h 4707593"/>
              <a:gd name="connsiteX119" fmla="*/ 522721 w 5260975"/>
              <a:gd name="connsiteY119" fmla="*/ 4520267 h 4707593"/>
              <a:gd name="connsiteX120" fmla="*/ 514080 w 5260975"/>
              <a:gd name="connsiteY120" fmla="*/ 4519788 h 4707593"/>
              <a:gd name="connsiteX121" fmla="*/ 436404 w 5260975"/>
              <a:gd name="connsiteY121" fmla="*/ 4508361 h 4707593"/>
              <a:gd name="connsiteX122" fmla="*/ 428626 w 5260975"/>
              <a:gd name="connsiteY122" fmla="*/ 4507114 h 4707593"/>
              <a:gd name="connsiteX123" fmla="*/ 392141 w 5260975"/>
              <a:gd name="connsiteY123" fmla="*/ 4496936 h 4707593"/>
              <a:gd name="connsiteX124" fmla="*/ 300157 w 5260975"/>
              <a:gd name="connsiteY124" fmla="*/ 4490599 h 4707593"/>
              <a:gd name="connsiteX125" fmla="*/ 294493 w 5260975"/>
              <a:gd name="connsiteY125" fmla="*/ 4489831 h 4707593"/>
              <a:gd name="connsiteX126" fmla="*/ 263671 w 5260975"/>
              <a:gd name="connsiteY126" fmla="*/ 4494919 h 4707593"/>
              <a:gd name="connsiteX127" fmla="*/ 248406 w 5260975"/>
              <a:gd name="connsiteY127" fmla="*/ 4502121 h 4707593"/>
              <a:gd name="connsiteX128" fmla="*/ 224594 w 5260975"/>
              <a:gd name="connsiteY128" fmla="*/ 4509610 h 4707593"/>
              <a:gd name="connsiteX129" fmla="*/ 200398 w 5260975"/>
              <a:gd name="connsiteY129" fmla="*/ 4512395 h 4707593"/>
              <a:gd name="connsiteX130" fmla="*/ 159783 w 5260975"/>
              <a:gd name="connsiteY130" fmla="*/ 4501064 h 4707593"/>
              <a:gd name="connsiteX131" fmla="*/ 144997 w 5260975"/>
              <a:gd name="connsiteY131" fmla="*/ 4499912 h 4707593"/>
              <a:gd name="connsiteX132" fmla="*/ 112064 w 5260975"/>
              <a:gd name="connsiteY132" fmla="*/ 4494440 h 4707593"/>
              <a:gd name="connsiteX133" fmla="*/ 83259 w 5260975"/>
              <a:gd name="connsiteY133" fmla="*/ 4494824 h 4707593"/>
              <a:gd name="connsiteX134" fmla="*/ 60120 w 5260975"/>
              <a:gd name="connsiteY134" fmla="*/ 4503561 h 4707593"/>
              <a:gd name="connsiteX135" fmla="*/ 26514 w 5260975"/>
              <a:gd name="connsiteY135" fmla="*/ 4505289 h 4707593"/>
              <a:gd name="connsiteX136" fmla="*/ 4814 w 5260975"/>
              <a:gd name="connsiteY136" fmla="*/ 4498952 h 4707593"/>
              <a:gd name="connsiteX137" fmla="*/ 398 w 5260975"/>
              <a:gd name="connsiteY137" fmla="*/ 4498089 h 4707593"/>
              <a:gd name="connsiteX138" fmla="*/ 0 w 5260975"/>
              <a:gd name="connsiteY138" fmla="*/ 4498087 h 47075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Lst>
            <a:rect l="l" t="t" r="r" b="b"/>
            <a:pathLst>
              <a:path w="5260975" h="4707593">
                <a:moveTo>
                  <a:pt x="0" y="0"/>
                </a:moveTo>
                <a:lnTo>
                  <a:pt x="5260975" y="0"/>
                </a:lnTo>
                <a:lnTo>
                  <a:pt x="5260975" y="3296937"/>
                </a:lnTo>
                <a:lnTo>
                  <a:pt x="5260975" y="3518571"/>
                </a:lnTo>
                <a:lnTo>
                  <a:pt x="5226504" y="3534000"/>
                </a:lnTo>
                <a:cubicBezTo>
                  <a:pt x="5219783" y="3536785"/>
                  <a:pt x="5212389" y="3538321"/>
                  <a:pt x="5206341" y="3542065"/>
                </a:cubicBezTo>
                <a:cubicBezTo>
                  <a:pt x="5178495" y="3559156"/>
                  <a:pt x="5151515" y="3577591"/>
                  <a:pt x="5123287" y="3594010"/>
                </a:cubicBezTo>
                <a:cubicBezTo>
                  <a:pt x="5094195" y="3611004"/>
                  <a:pt x="5068175" y="3631071"/>
                  <a:pt x="5048107" y="3658244"/>
                </a:cubicBezTo>
                <a:cubicBezTo>
                  <a:pt x="5029480" y="3683496"/>
                  <a:pt x="5011429" y="3709131"/>
                  <a:pt x="4992899" y="3734479"/>
                </a:cubicBezTo>
                <a:cubicBezTo>
                  <a:pt x="4988194" y="3740912"/>
                  <a:pt x="4983874" y="3748498"/>
                  <a:pt x="4977440" y="3752627"/>
                </a:cubicBezTo>
                <a:cubicBezTo>
                  <a:pt x="4964094" y="3761268"/>
                  <a:pt x="4949500" y="3768277"/>
                  <a:pt x="4935194" y="3775382"/>
                </a:cubicBezTo>
                <a:cubicBezTo>
                  <a:pt x="4922903" y="3781431"/>
                  <a:pt x="4909846" y="3785943"/>
                  <a:pt x="4897844" y="3792472"/>
                </a:cubicBezTo>
                <a:cubicBezTo>
                  <a:pt x="4888243" y="3797658"/>
                  <a:pt x="4879697" y="3804859"/>
                  <a:pt x="4870767" y="3811388"/>
                </a:cubicBezTo>
                <a:cubicBezTo>
                  <a:pt x="4862990" y="3817052"/>
                  <a:pt x="4854445" y="3821949"/>
                  <a:pt x="4847917" y="3828767"/>
                </a:cubicBezTo>
                <a:cubicBezTo>
                  <a:pt x="4831977" y="3845281"/>
                  <a:pt x="4815942" y="3861508"/>
                  <a:pt x="4796163" y="3873702"/>
                </a:cubicBezTo>
                <a:cubicBezTo>
                  <a:pt x="4776672" y="3885799"/>
                  <a:pt x="4758237" y="3899338"/>
                  <a:pt x="4738843" y="3911628"/>
                </a:cubicBezTo>
                <a:cubicBezTo>
                  <a:pt x="4719831" y="3923630"/>
                  <a:pt x="4702645" y="3936783"/>
                  <a:pt x="4692755" y="3958099"/>
                </a:cubicBezTo>
                <a:cubicBezTo>
                  <a:pt x="4688339" y="3967508"/>
                  <a:pt x="4682097" y="3977782"/>
                  <a:pt x="4673744" y="3983255"/>
                </a:cubicBezTo>
                <a:cubicBezTo>
                  <a:pt x="4661838" y="3991032"/>
                  <a:pt x="4646764" y="3993817"/>
                  <a:pt x="4633801" y="4000442"/>
                </a:cubicBezTo>
                <a:cubicBezTo>
                  <a:pt x="4618535" y="4008219"/>
                  <a:pt x="4600869" y="4014940"/>
                  <a:pt x="4590499" y="4027326"/>
                </a:cubicBezTo>
                <a:cubicBezTo>
                  <a:pt x="4581281" y="4038368"/>
                  <a:pt x="4571968" y="4047009"/>
                  <a:pt x="4559773" y="4054018"/>
                </a:cubicBezTo>
                <a:cubicBezTo>
                  <a:pt x="4551229" y="4058915"/>
                  <a:pt x="4544892" y="4067844"/>
                  <a:pt x="4536059" y="4071877"/>
                </a:cubicBezTo>
                <a:cubicBezTo>
                  <a:pt x="4524442" y="4077254"/>
                  <a:pt x="4512727" y="4081479"/>
                  <a:pt x="4502550" y="4089832"/>
                </a:cubicBezTo>
                <a:cubicBezTo>
                  <a:pt x="4491987" y="4098473"/>
                  <a:pt x="4479986" y="4105290"/>
                  <a:pt x="4468944" y="4113356"/>
                </a:cubicBezTo>
                <a:cubicBezTo>
                  <a:pt x="4463087" y="4117676"/>
                  <a:pt x="4458286" y="4123341"/>
                  <a:pt x="4452623" y="4127854"/>
                </a:cubicBezTo>
                <a:cubicBezTo>
                  <a:pt x="4442252" y="4136111"/>
                  <a:pt x="4431690" y="4144176"/>
                  <a:pt x="4421032" y="4151953"/>
                </a:cubicBezTo>
                <a:cubicBezTo>
                  <a:pt x="4410375" y="4159731"/>
                  <a:pt x="4400197" y="4168756"/>
                  <a:pt x="4388483" y="4174421"/>
                </a:cubicBezTo>
                <a:cubicBezTo>
                  <a:pt x="4368513" y="4184023"/>
                  <a:pt x="4346717" y="4189784"/>
                  <a:pt x="4327321" y="4200153"/>
                </a:cubicBezTo>
                <a:cubicBezTo>
                  <a:pt x="4307639" y="4210714"/>
                  <a:pt x="4289107" y="4223965"/>
                  <a:pt x="4271633" y="4237983"/>
                </a:cubicBezTo>
                <a:cubicBezTo>
                  <a:pt x="4257807" y="4249025"/>
                  <a:pt x="4244845" y="4259971"/>
                  <a:pt x="4227465" y="4265635"/>
                </a:cubicBezTo>
                <a:cubicBezTo>
                  <a:pt x="4217768" y="4268804"/>
                  <a:pt x="4207591" y="4275717"/>
                  <a:pt x="4201733" y="4283783"/>
                </a:cubicBezTo>
                <a:cubicBezTo>
                  <a:pt x="4189059" y="4301353"/>
                  <a:pt x="4172833" y="4313739"/>
                  <a:pt x="4154494" y="4324301"/>
                </a:cubicBezTo>
                <a:cubicBezTo>
                  <a:pt x="4130010" y="4338511"/>
                  <a:pt x="4105814" y="4353009"/>
                  <a:pt x="4081234" y="4366931"/>
                </a:cubicBezTo>
                <a:cubicBezTo>
                  <a:pt x="4066737" y="4375189"/>
                  <a:pt x="4052335" y="4383926"/>
                  <a:pt x="4036971" y="4389975"/>
                </a:cubicBezTo>
                <a:cubicBezTo>
                  <a:pt x="4005575" y="4402457"/>
                  <a:pt x="3973410" y="4413114"/>
                  <a:pt x="3941725" y="4424733"/>
                </a:cubicBezTo>
                <a:cubicBezTo>
                  <a:pt x="3931355" y="4428477"/>
                  <a:pt x="3921561" y="4433854"/>
                  <a:pt x="3910999" y="4437119"/>
                </a:cubicBezTo>
                <a:cubicBezTo>
                  <a:pt x="3899573" y="4440671"/>
                  <a:pt x="3887285" y="4441727"/>
                  <a:pt x="3875859" y="4445280"/>
                </a:cubicBezTo>
                <a:cubicBezTo>
                  <a:pt x="3856847" y="4451136"/>
                  <a:pt x="3838412" y="4458626"/>
                  <a:pt x="3819401" y="4464579"/>
                </a:cubicBezTo>
                <a:cubicBezTo>
                  <a:pt x="3782723" y="4476005"/>
                  <a:pt x="3745949" y="4486951"/>
                  <a:pt x="3709176" y="4497800"/>
                </a:cubicBezTo>
                <a:cubicBezTo>
                  <a:pt x="3701303" y="4500105"/>
                  <a:pt x="3692757" y="4500393"/>
                  <a:pt x="3684981" y="4502889"/>
                </a:cubicBezTo>
                <a:cubicBezTo>
                  <a:pt x="3664337" y="4509610"/>
                  <a:pt x="3643789" y="4516907"/>
                  <a:pt x="3623338" y="4524300"/>
                </a:cubicBezTo>
                <a:cubicBezTo>
                  <a:pt x="3610953" y="4528813"/>
                  <a:pt x="3598854" y="4534382"/>
                  <a:pt x="3586373" y="4538702"/>
                </a:cubicBezTo>
                <a:cubicBezTo>
                  <a:pt x="3576387" y="4542159"/>
                  <a:pt x="3566113" y="4544847"/>
                  <a:pt x="3555743" y="4546960"/>
                </a:cubicBezTo>
                <a:cubicBezTo>
                  <a:pt x="3546814" y="4548785"/>
                  <a:pt x="3537501" y="4548592"/>
                  <a:pt x="3528667" y="4550801"/>
                </a:cubicBezTo>
                <a:cubicBezTo>
                  <a:pt x="3504759" y="4556753"/>
                  <a:pt x="3481140" y="4563475"/>
                  <a:pt x="3457424" y="4569811"/>
                </a:cubicBezTo>
                <a:cubicBezTo>
                  <a:pt x="3447919" y="4572308"/>
                  <a:pt x="3438221" y="4574133"/>
                  <a:pt x="3429003" y="4577301"/>
                </a:cubicBezTo>
                <a:cubicBezTo>
                  <a:pt x="3404327" y="4585654"/>
                  <a:pt x="3380036" y="4595159"/>
                  <a:pt x="3355264" y="4603033"/>
                </a:cubicBezTo>
                <a:cubicBezTo>
                  <a:pt x="3334717" y="4609562"/>
                  <a:pt x="3313593" y="4614266"/>
                  <a:pt x="3292757" y="4620027"/>
                </a:cubicBezTo>
                <a:cubicBezTo>
                  <a:pt x="3283924" y="4622524"/>
                  <a:pt x="3275475" y="4626077"/>
                  <a:pt x="3266643" y="4628188"/>
                </a:cubicBezTo>
                <a:cubicBezTo>
                  <a:pt x="3246863" y="4632990"/>
                  <a:pt x="3226796" y="4637022"/>
                  <a:pt x="3206921" y="4641823"/>
                </a:cubicBezTo>
                <a:cubicBezTo>
                  <a:pt x="3195590" y="4644607"/>
                  <a:pt x="3184645" y="4649600"/>
                  <a:pt x="3173123" y="4651425"/>
                </a:cubicBezTo>
                <a:cubicBezTo>
                  <a:pt x="3145759" y="4655745"/>
                  <a:pt x="3118203" y="4658817"/>
                  <a:pt x="3090646" y="4662274"/>
                </a:cubicBezTo>
                <a:cubicBezTo>
                  <a:pt x="3062227" y="4665826"/>
                  <a:pt x="3033902" y="4669571"/>
                  <a:pt x="3005480" y="4672739"/>
                </a:cubicBezTo>
                <a:cubicBezTo>
                  <a:pt x="2989926" y="4674372"/>
                  <a:pt x="2974275" y="4674660"/>
                  <a:pt x="2958721" y="4676196"/>
                </a:cubicBezTo>
                <a:cubicBezTo>
                  <a:pt x="2945087" y="4677541"/>
                  <a:pt x="2931549" y="4680037"/>
                  <a:pt x="2917915" y="4681670"/>
                </a:cubicBezTo>
                <a:cubicBezTo>
                  <a:pt x="2906105" y="4683013"/>
                  <a:pt x="2894199" y="4683781"/>
                  <a:pt x="2882389" y="4685126"/>
                </a:cubicBezTo>
                <a:cubicBezTo>
                  <a:pt x="2863475" y="4687334"/>
                  <a:pt x="2844655" y="4689831"/>
                  <a:pt x="2825837" y="4692135"/>
                </a:cubicBezTo>
                <a:cubicBezTo>
                  <a:pt x="2817964" y="4692999"/>
                  <a:pt x="2809706" y="4695399"/>
                  <a:pt x="2802313" y="4693960"/>
                </a:cubicBezTo>
                <a:cubicBezTo>
                  <a:pt x="2783686" y="4690310"/>
                  <a:pt x="2765347" y="4691367"/>
                  <a:pt x="2746816" y="4693863"/>
                </a:cubicBezTo>
                <a:cubicBezTo>
                  <a:pt x="2740479" y="4694728"/>
                  <a:pt x="2733662" y="4694535"/>
                  <a:pt x="2727517" y="4692903"/>
                </a:cubicBezTo>
                <a:cubicBezTo>
                  <a:pt x="2714939" y="4689638"/>
                  <a:pt x="2702745" y="4685029"/>
                  <a:pt x="2690359" y="4680997"/>
                </a:cubicBezTo>
                <a:cubicBezTo>
                  <a:pt x="2689014" y="4680517"/>
                  <a:pt x="2687382" y="4680421"/>
                  <a:pt x="2685943" y="4680133"/>
                </a:cubicBezTo>
                <a:cubicBezTo>
                  <a:pt x="2677781" y="4678500"/>
                  <a:pt x="2669717" y="4676868"/>
                  <a:pt x="2661554" y="4675428"/>
                </a:cubicBezTo>
                <a:cubicBezTo>
                  <a:pt x="2657138" y="4674660"/>
                  <a:pt x="2652625" y="4674564"/>
                  <a:pt x="2648208" y="4673892"/>
                </a:cubicBezTo>
                <a:cubicBezTo>
                  <a:pt x="2631118" y="4671203"/>
                  <a:pt x="2612299" y="4675716"/>
                  <a:pt x="2597512" y="4664099"/>
                </a:cubicBezTo>
                <a:cubicBezTo>
                  <a:pt x="2587911" y="4656609"/>
                  <a:pt x="2578597" y="4658338"/>
                  <a:pt x="2568324" y="4659490"/>
                </a:cubicBezTo>
                <a:cubicBezTo>
                  <a:pt x="2560547" y="4660354"/>
                  <a:pt x="2552577" y="4660065"/>
                  <a:pt x="2544704" y="4660162"/>
                </a:cubicBezTo>
                <a:cubicBezTo>
                  <a:pt x="2530878" y="4660449"/>
                  <a:pt x="2517052" y="4660546"/>
                  <a:pt x="2503225" y="4661026"/>
                </a:cubicBezTo>
                <a:cubicBezTo>
                  <a:pt x="2498808" y="4661218"/>
                  <a:pt x="2494297" y="4663619"/>
                  <a:pt x="2489975" y="4663235"/>
                </a:cubicBezTo>
                <a:cubicBezTo>
                  <a:pt x="2470004" y="4661410"/>
                  <a:pt x="2450033" y="4658529"/>
                  <a:pt x="2430061" y="4656897"/>
                </a:cubicBezTo>
                <a:cubicBezTo>
                  <a:pt x="2418732" y="4655938"/>
                  <a:pt x="2407114" y="4657761"/>
                  <a:pt x="2395880" y="4656417"/>
                </a:cubicBezTo>
                <a:cubicBezTo>
                  <a:pt x="2382919" y="4654881"/>
                  <a:pt x="2370245" y="4650945"/>
                  <a:pt x="2357378" y="4648544"/>
                </a:cubicBezTo>
                <a:cubicBezTo>
                  <a:pt x="2353826" y="4647872"/>
                  <a:pt x="2349889" y="4648736"/>
                  <a:pt x="2346145" y="4648928"/>
                </a:cubicBezTo>
                <a:cubicBezTo>
                  <a:pt x="2341920" y="4649120"/>
                  <a:pt x="2337791" y="4649504"/>
                  <a:pt x="2333567" y="4649600"/>
                </a:cubicBezTo>
                <a:cubicBezTo>
                  <a:pt x="2320700" y="4649793"/>
                  <a:pt x="2307835" y="4649504"/>
                  <a:pt x="2294968" y="4650177"/>
                </a:cubicBezTo>
                <a:cubicBezTo>
                  <a:pt x="2287095" y="4650561"/>
                  <a:pt x="2278839" y="4654497"/>
                  <a:pt x="2271540" y="4653057"/>
                </a:cubicBezTo>
                <a:cubicBezTo>
                  <a:pt x="2256659" y="4650272"/>
                  <a:pt x="2241776" y="4656513"/>
                  <a:pt x="2226895" y="4651329"/>
                </a:cubicBezTo>
                <a:cubicBezTo>
                  <a:pt x="2222285" y="4649793"/>
                  <a:pt x="2215948" y="4653633"/>
                  <a:pt x="2210379" y="4653825"/>
                </a:cubicBezTo>
                <a:cubicBezTo>
                  <a:pt x="2196457" y="4654305"/>
                  <a:pt x="2182535" y="4654209"/>
                  <a:pt x="2168613" y="4654113"/>
                </a:cubicBezTo>
                <a:cubicBezTo>
                  <a:pt x="2156131" y="4654017"/>
                  <a:pt x="2143168" y="4655361"/>
                  <a:pt x="2131167" y="4652673"/>
                </a:cubicBezTo>
                <a:cubicBezTo>
                  <a:pt x="2118588" y="4649793"/>
                  <a:pt x="2107259" y="4650177"/>
                  <a:pt x="2095065" y="4653441"/>
                </a:cubicBezTo>
                <a:cubicBezTo>
                  <a:pt x="2086711" y="4655649"/>
                  <a:pt x="2077878" y="4655938"/>
                  <a:pt x="2069237" y="4656609"/>
                </a:cubicBezTo>
                <a:cubicBezTo>
                  <a:pt x="2059924" y="4657377"/>
                  <a:pt x="2049650" y="4655361"/>
                  <a:pt x="2041201" y="4658529"/>
                </a:cubicBezTo>
                <a:cubicBezTo>
                  <a:pt x="2016044" y="4667939"/>
                  <a:pt x="1990216" y="4669955"/>
                  <a:pt x="1963909" y="4669955"/>
                </a:cubicBezTo>
                <a:cubicBezTo>
                  <a:pt x="1959107" y="4669955"/>
                  <a:pt x="1954210" y="4668612"/>
                  <a:pt x="1949603" y="4667171"/>
                </a:cubicBezTo>
                <a:cubicBezTo>
                  <a:pt x="1922717" y="4658529"/>
                  <a:pt x="1895737" y="4659297"/>
                  <a:pt x="1868373" y="4664578"/>
                </a:cubicBezTo>
                <a:cubicBezTo>
                  <a:pt x="1862708" y="4665731"/>
                  <a:pt x="1856372" y="4665923"/>
                  <a:pt x="1850707" y="4664771"/>
                </a:cubicBezTo>
                <a:cubicBezTo>
                  <a:pt x="1834768" y="4661410"/>
                  <a:pt x="1819309" y="4655841"/>
                  <a:pt x="1803275" y="4653441"/>
                </a:cubicBezTo>
                <a:cubicBezTo>
                  <a:pt x="1776775" y="4649504"/>
                  <a:pt x="1753828" y="4662754"/>
                  <a:pt x="1730112" y="4671396"/>
                </a:cubicBezTo>
                <a:cubicBezTo>
                  <a:pt x="1707548" y="4679557"/>
                  <a:pt x="1688345" y="4697992"/>
                  <a:pt x="1661652" y="4693863"/>
                </a:cubicBezTo>
                <a:cubicBezTo>
                  <a:pt x="1658965" y="4693479"/>
                  <a:pt x="1655988" y="4696071"/>
                  <a:pt x="1653011" y="4696744"/>
                </a:cubicBezTo>
                <a:cubicBezTo>
                  <a:pt x="1644850" y="4698568"/>
                  <a:pt x="1636689" y="4700776"/>
                  <a:pt x="1628431" y="4701641"/>
                </a:cubicBezTo>
                <a:cubicBezTo>
                  <a:pt x="1618350" y="4702793"/>
                  <a:pt x="1608076" y="4702409"/>
                  <a:pt x="1597995" y="4703369"/>
                </a:cubicBezTo>
                <a:cubicBezTo>
                  <a:pt x="1585032" y="4704521"/>
                  <a:pt x="1572263" y="4707593"/>
                  <a:pt x="1559396" y="4707593"/>
                </a:cubicBezTo>
                <a:cubicBezTo>
                  <a:pt x="1549026" y="4707593"/>
                  <a:pt x="1538753" y="4704041"/>
                  <a:pt x="1528480" y="4702312"/>
                </a:cubicBezTo>
                <a:cubicBezTo>
                  <a:pt x="1513981" y="4699912"/>
                  <a:pt x="1498042" y="4700584"/>
                  <a:pt x="1485272" y="4694439"/>
                </a:cubicBezTo>
                <a:cubicBezTo>
                  <a:pt x="1471639" y="4687910"/>
                  <a:pt x="1458676" y="4684934"/>
                  <a:pt x="1444562" y="4686950"/>
                </a:cubicBezTo>
                <a:cubicBezTo>
                  <a:pt x="1439857" y="4687622"/>
                  <a:pt x="1433808" y="4691655"/>
                  <a:pt x="1431696" y="4695783"/>
                </a:cubicBezTo>
                <a:cubicBezTo>
                  <a:pt x="1426991" y="4705001"/>
                  <a:pt x="1420559" y="4706634"/>
                  <a:pt x="1411821" y="4703464"/>
                </a:cubicBezTo>
                <a:cubicBezTo>
                  <a:pt x="1404236" y="4700776"/>
                  <a:pt x="1394922" y="4699432"/>
                  <a:pt x="1389738" y="4694247"/>
                </a:cubicBezTo>
                <a:cubicBezTo>
                  <a:pt x="1375047" y="4679557"/>
                  <a:pt x="1356324" y="4679077"/>
                  <a:pt x="1338081" y="4675141"/>
                </a:cubicBezTo>
                <a:cubicBezTo>
                  <a:pt x="1326945" y="4672739"/>
                  <a:pt x="1316574" y="4672644"/>
                  <a:pt x="1305436" y="4674276"/>
                </a:cubicBezTo>
                <a:cubicBezTo>
                  <a:pt x="1281241" y="4677925"/>
                  <a:pt x="1257717" y="4672739"/>
                  <a:pt x="1234481" y="4666115"/>
                </a:cubicBezTo>
                <a:cubicBezTo>
                  <a:pt x="1219118" y="4661698"/>
                  <a:pt x="1203372" y="4659010"/>
                  <a:pt x="1188106" y="4654497"/>
                </a:cubicBezTo>
                <a:cubicBezTo>
                  <a:pt x="1176680" y="4651041"/>
                  <a:pt x="1165255" y="4646912"/>
                  <a:pt x="1154790" y="4641343"/>
                </a:cubicBezTo>
                <a:cubicBezTo>
                  <a:pt x="1139618" y="4633181"/>
                  <a:pt x="1126369" y="4620891"/>
                  <a:pt x="1107069" y="4624156"/>
                </a:cubicBezTo>
                <a:cubicBezTo>
                  <a:pt x="1090074" y="4627036"/>
                  <a:pt x="1074713" y="4620988"/>
                  <a:pt x="1059158" y="4615227"/>
                </a:cubicBezTo>
                <a:cubicBezTo>
                  <a:pt x="1047732" y="4611002"/>
                  <a:pt x="1036308" y="4606681"/>
                  <a:pt x="1024496" y="4603993"/>
                </a:cubicBezTo>
                <a:cubicBezTo>
                  <a:pt x="1010478" y="4600824"/>
                  <a:pt x="994635" y="4602169"/>
                  <a:pt x="982153" y="4596311"/>
                </a:cubicBezTo>
                <a:cubicBezTo>
                  <a:pt x="969095" y="4590166"/>
                  <a:pt x="958246" y="4594295"/>
                  <a:pt x="946628" y="4596024"/>
                </a:cubicBezTo>
                <a:cubicBezTo>
                  <a:pt x="928097" y="4598712"/>
                  <a:pt x="909661" y="4603705"/>
                  <a:pt x="890939" y="4597368"/>
                </a:cubicBezTo>
                <a:cubicBezTo>
                  <a:pt x="868184" y="4589687"/>
                  <a:pt x="845620" y="4581430"/>
                  <a:pt x="822769" y="4574133"/>
                </a:cubicBezTo>
                <a:cubicBezTo>
                  <a:pt x="813934" y="4571347"/>
                  <a:pt x="804431" y="4570195"/>
                  <a:pt x="795212" y="4568947"/>
                </a:cubicBezTo>
                <a:cubicBezTo>
                  <a:pt x="786476" y="4567891"/>
                  <a:pt x="776010" y="4570579"/>
                  <a:pt x="769288" y="4566547"/>
                </a:cubicBezTo>
                <a:cubicBezTo>
                  <a:pt x="752005" y="4556178"/>
                  <a:pt x="734243" y="4551089"/>
                  <a:pt x="714271" y="4551089"/>
                </a:cubicBezTo>
                <a:cubicBezTo>
                  <a:pt x="706781" y="4551089"/>
                  <a:pt x="699484" y="4546768"/>
                  <a:pt x="691900" y="4545999"/>
                </a:cubicBezTo>
                <a:cubicBezTo>
                  <a:pt x="681529" y="4545040"/>
                  <a:pt x="669623" y="4542447"/>
                  <a:pt x="660598" y="4546096"/>
                </a:cubicBezTo>
                <a:cubicBezTo>
                  <a:pt x="639379" y="4554737"/>
                  <a:pt x="622193" y="4547536"/>
                  <a:pt x="603662" y="4538991"/>
                </a:cubicBezTo>
                <a:cubicBezTo>
                  <a:pt x="585418" y="4530541"/>
                  <a:pt x="566215" y="4523821"/>
                  <a:pt x="546821" y="4518251"/>
                </a:cubicBezTo>
                <a:cubicBezTo>
                  <a:pt x="539524" y="4516235"/>
                  <a:pt x="530787" y="4519596"/>
                  <a:pt x="522721" y="4520267"/>
                </a:cubicBezTo>
                <a:cubicBezTo>
                  <a:pt x="519840" y="4520460"/>
                  <a:pt x="516671" y="4520748"/>
                  <a:pt x="514080" y="4519788"/>
                </a:cubicBezTo>
                <a:cubicBezTo>
                  <a:pt x="489020" y="4510570"/>
                  <a:pt x="463575" y="4503561"/>
                  <a:pt x="436404" y="4508361"/>
                </a:cubicBezTo>
                <a:cubicBezTo>
                  <a:pt x="433908" y="4508842"/>
                  <a:pt x="431123" y="4507786"/>
                  <a:pt x="428626" y="4507114"/>
                </a:cubicBezTo>
                <a:cubicBezTo>
                  <a:pt x="416432" y="4503657"/>
                  <a:pt x="404526" y="4498184"/>
                  <a:pt x="392141" y="4496936"/>
                </a:cubicBezTo>
                <a:cubicBezTo>
                  <a:pt x="361608" y="4493864"/>
                  <a:pt x="330884" y="4492615"/>
                  <a:pt x="300157" y="4490599"/>
                </a:cubicBezTo>
                <a:cubicBezTo>
                  <a:pt x="298237" y="4490503"/>
                  <a:pt x="296221" y="4490503"/>
                  <a:pt x="294493" y="4489831"/>
                </a:cubicBezTo>
                <a:cubicBezTo>
                  <a:pt x="283163" y="4485702"/>
                  <a:pt x="273274" y="4487047"/>
                  <a:pt x="263671" y="4494919"/>
                </a:cubicBezTo>
                <a:cubicBezTo>
                  <a:pt x="259447" y="4498376"/>
                  <a:pt x="253686" y="4500200"/>
                  <a:pt x="248406" y="4502121"/>
                </a:cubicBezTo>
                <a:cubicBezTo>
                  <a:pt x="240628" y="4505002"/>
                  <a:pt x="232659" y="4507786"/>
                  <a:pt x="224594" y="4509610"/>
                </a:cubicBezTo>
                <a:cubicBezTo>
                  <a:pt x="216624" y="4511338"/>
                  <a:pt x="208079" y="4513738"/>
                  <a:pt x="200398" y="4512395"/>
                </a:cubicBezTo>
                <a:cubicBezTo>
                  <a:pt x="186572" y="4509994"/>
                  <a:pt x="173417" y="4504618"/>
                  <a:pt x="159783" y="4501064"/>
                </a:cubicBezTo>
                <a:cubicBezTo>
                  <a:pt x="155079" y="4499816"/>
                  <a:pt x="149893" y="4500009"/>
                  <a:pt x="144997" y="4499912"/>
                </a:cubicBezTo>
                <a:cubicBezTo>
                  <a:pt x="133763" y="4499625"/>
                  <a:pt x="122241" y="4502409"/>
                  <a:pt x="112064" y="4494440"/>
                </a:cubicBezTo>
                <a:cubicBezTo>
                  <a:pt x="102655" y="4486951"/>
                  <a:pt x="93148" y="4489158"/>
                  <a:pt x="83259" y="4494824"/>
                </a:cubicBezTo>
                <a:cubicBezTo>
                  <a:pt x="76154" y="4498857"/>
                  <a:pt x="68090" y="4502025"/>
                  <a:pt x="60120" y="4503561"/>
                </a:cubicBezTo>
                <a:cubicBezTo>
                  <a:pt x="49174" y="4505673"/>
                  <a:pt x="38324" y="4506538"/>
                  <a:pt x="26514" y="4505289"/>
                </a:cubicBezTo>
                <a:cubicBezTo>
                  <a:pt x="18161" y="4504425"/>
                  <a:pt x="11343" y="4504041"/>
                  <a:pt x="4814" y="4498952"/>
                </a:cubicBezTo>
                <a:cubicBezTo>
                  <a:pt x="3759" y="4498184"/>
                  <a:pt x="1839" y="4497992"/>
                  <a:pt x="398" y="4498089"/>
                </a:cubicBezTo>
                <a:lnTo>
                  <a:pt x="0" y="4498087"/>
                </a:lnTo>
                <a:close/>
              </a:path>
            </a:pathLst>
          </a:custGeom>
          <a:solidFill>
            <a:schemeClr val="tx1"/>
          </a:solidFill>
          <a:ln w="12700" cap="flat" cmpd="sng" algn="ctr">
            <a:noFill/>
            <a:prstDash val="solid"/>
            <a:miter lim="800000"/>
          </a:ln>
          <a:effectLst>
            <a:outerShdw blurRad="381000" dist="1524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A901BF83-A4AE-FA63-BDEA-0CE42EDA2A67}"/>
              </a:ext>
            </a:extLst>
          </p:cNvPr>
          <p:cNvSpPr>
            <a:spLocks noGrp="1"/>
          </p:cNvSpPr>
          <p:nvPr>
            <p:ph type="title"/>
          </p:nvPr>
        </p:nvSpPr>
        <p:spPr>
          <a:xfrm>
            <a:off x="1287462" y="2037441"/>
            <a:ext cx="4391024" cy="707886"/>
          </a:xfrm>
        </p:spPr>
        <p:txBody>
          <a:bodyPr anchor="t">
            <a:normAutofit/>
          </a:bodyPr>
          <a:lstStyle/>
          <a:p>
            <a:r>
              <a:rPr kumimoji="1" lang="ja-JP" altLang="en-US" sz="2800">
                <a:solidFill>
                  <a:schemeClr val="bg1"/>
                </a:solidFill>
              </a:rPr>
              <a:t>スタンダードセルの特徴</a:t>
            </a:r>
          </a:p>
        </p:txBody>
      </p:sp>
      <p:sp>
        <p:nvSpPr>
          <p:cNvPr id="3" name="コンテンツ プレースホルダー 2">
            <a:extLst>
              <a:ext uri="{FF2B5EF4-FFF2-40B4-BE49-F238E27FC236}">
                <a16:creationId xmlns:a16="http://schemas.microsoft.com/office/drawing/2014/main" id="{12127A80-93F5-D9C1-771D-B5F9DA692EC7}"/>
              </a:ext>
            </a:extLst>
          </p:cNvPr>
          <p:cNvSpPr>
            <a:spLocks noGrp="1"/>
          </p:cNvSpPr>
          <p:nvPr>
            <p:ph idx="1"/>
          </p:nvPr>
        </p:nvSpPr>
        <p:spPr>
          <a:xfrm>
            <a:off x="1287463" y="2926800"/>
            <a:ext cx="4391024" cy="2291086"/>
          </a:xfrm>
        </p:spPr>
        <p:txBody>
          <a:bodyPr>
            <a:normAutofit/>
          </a:bodyPr>
          <a:lstStyle/>
          <a:p>
            <a:r>
              <a:rPr kumimoji="1" lang="ja-JP" altLang="en-US" sz="2400">
                <a:solidFill>
                  <a:schemeClr val="bg1">
                    <a:alpha val="80000"/>
                  </a:schemeClr>
                </a:solidFill>
              </a:rPr>
              <a:t>縦の長さは均一</a:t>
            </a:r>
            <a:endParaRPr kumimoji="1" lang="en-US" altLang="ja-JP" sz="2400" dirty="0">
              <a:solidFill>
                <a:schemeClr val="bg1">
                  <a:alpha val="80000"/>
                </a:schemeClr>
              </a:solidFill>
            </a:endParaRPr>
          </a:p>
          <a:p>
            <a:r>
              <a:rPr lang="ja-JP" altLang="en-US" sz="2400">
                <a:solidFill>
                  <a:schemeClr val="bg1">
                    <a:alpha val="80000"/>
                  </a:schemeClr>
                </a:solidFill>
              </a:rPr>
              <a:t>横の長さが何種類かある</a:t>
            </a:r>
            <a:endParaRPr kumimoji="1" lang="ja-JP" altLang="en-US" sz="2400">
              <a:solidFill>
                <a:schemeClr val="bg1">
                  <a:alpha val="80000"/>
                </a:schemeClr>
              </a:solidFill>
            </a:endParaRPr>
          </a:p>
        </p:txBody>
      </p:sp>
      <p:sp>
        <p:nvSpPr>
          <p:cNvPr id="14" name="Freeform: Shape 13">
            <a:extLst>
              <a:ext uri="{FF2B5EF4-FFF2-40B4-BE49-F238E27FC236}">
                <a16:creationId xmlns:a16="http://schemas.microsoft.com/office/drawing/2014/main" id="{127393A7-D6DA-410B-8699-AA56B57BF7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7088" y="4795537"/>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6" name="Freeform: Shape 15">
            <a:extLst>
              <a:ext uri="{FF2B5EF4-FFF2-40B4-BE49-F238E27FC236}">
                <a16:creationId xmlns:a16="http://schemas.microsoft.com/office/drawing/2014/main" id="{8EC44C88-69E3-42EE-86E8-9B45F712B7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7088" y="4795537"/>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blipFill dpi="0" rotWithShape="1">
            <a:blip r:embed="rId3">
              <a:alphaModFix amt="57000"/>
            </a:blip>
            <a:srcRect/>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8" name="図 7">
            <a:extLst>
              <a:ext uri="{FF2B5EF4-FFF2-40B4-BE49-F238E27FC236}">
                <a16:creationId xmlns:a16="http://schemas.microsoft.com/office/drawing/2014/main" id="{7B7CB30A-22F3-3534-19D0-3CF1852C40F3}"/>
              </a:ext>
            </a:extLst>
          </p:cNvPr>
          <p:cNvPicPr>
            <a:picLocks noChangeAspect="1"/>
          </p:cNvPicPr>
          <p:nvPr/>
        </p:nvPicPr>
        <p:blipFill>
          <a:blip r:embed="rId4"/>
          <a:stretch>
            <a:fillRect/>
          </a:stretch>
        </p:blipFill>
        <p:spPr>
          <a:xfrm>
            <a:off x="51923" y="5554646"/>
            <a:ext cx="10355942" cy="1246549"/>
          </a:xfrm>
          <a:prstGeom prst="rect">
            <a:avLst/>
          </a:prstGeom>
        </p:spPr>
      </p:pic>
    </p:spTree>
    <p:extLst>
      <p:ext uri="{BB962C8B-B14F-4D97-AF65-F5344CB8AC3E}">
        <p14:creationId xmlns:p14="http://schemas.microsoft.com/office/powerpoint/2010/main" val="2975739744"/>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Rectangle 8">
            <a:extLst>
              <a:ext uri="{FF2B5EF4-FFF2-40B4-BE49-F238E27FC236}">
                <a16:creationId xmlns:a16="http://schemas.microsoft.com/office/drawing/2014/main" id="{0B761509-3B9A-49A6-A84B-C3D86811697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1997"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7" name="Freeform: Shape 10">
            <a:extLst>
              <a:ext uri="{FF2B5EF4-FFF2-40B4-BE49-F238E27FC236}">
                <a16:creationId xmlns:a16="http://schemas.microsoft.com/office/drawing/2014/main" id="{91DE43FD-EB47-414A-B0AB-169B0FFFA52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272922" cy="6858000"/>
          </a:xfrm>
          <a:custGeom>
            <a:avLst/>
            <a:gdLst>
              <a:gd name="connsiteX0" fmla="*/ 0 w 9272922"/>
              <a:gd name="connsiteY0" fmla="*/ 0 h 6858000"/>
              <a:gd name="connsiteX1" fmla="*/ 1733417 w 9272922"/>
              <a:gd name="connsiteY1" fmla="*/ 0 h 6858000"/>
              <a:gd name="connsiteX2" fmla="*/ 3307976 w 9272922"/>
              <a:gd name="connsiteY2" fmla="*/ 0 h 6858000"/>
              <a:gd name="connsiteX3" fmla="*/ 8126249 w 9272922"/>
              <a:gd name="connsiteY3" fmla="*/ 0 h 6858000"/>
              <a:gd name="connsiteX4" fmla="*/ 8138896 w 9272922"/>
              <a:gd name="connsiteY4" fmla="*/ 31774 h 6858000"/>
              <a:gd name="connsiteX5" fmla="*/ 9193904 w 9272922"/>
              <a:gd name="connsiteY5" fmla="*/ 2682457 h 6858000"/>
              <a:gd name="connsiteX6" fmla="*/ 9193904 w 9272922"/>
              <a:gd name="connsiteY6" fmla="*/ 3752208 h 6858000"/>
              <a:gd name="connsiteX7" fmla="*/ 8036400 w 9272922"/>
              <a:gd name="connsiteY7" fmla="*/ 6660411 h 6858000"/>
              <a:gd name="connsiteX8" fmla="*/ 7957938 w 9272922"/>
              <a:gd name="connsiteY8" fmla="*/ 6857542 h 6858000"/>
              <a:gd name="connsiteX9" fmla="*/ 3307976 w 9272922"/>
              <a:gd name="connsiteY9" fmla="*/ 6857542 h 6858000"/>
              <a:gd name="connsiteX10" fmla="*/ 3307976 w 9272922"/>
              <a:gd name="connsiteY10" fmla="*/ 6858000 h 6858000"/>
              <a:gd name="connsiteX11" fmla="*/ 0 w 9272922"/>
              <a:gd name="connsiteY11"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9272922" h="6858000">
                <a:moveTo>
                  <a:pt x="0" y="0"/>
                </a:moveTo>
                <a:lnTo>
                  <a:pt x="1733417" y="0"/>
                </a:lnTo>
                <a:lnTo>
                  <a:pt x="3307976" y="0"/>
                </a:lnTo>
                <a:lnTo>
                  <a:pt x="8126249" y="0"/>
                </a:lnTo>
                <a:lnTo>
                  <a:pt x="8138896" y="31774"/>
                </a:lnTo>
                <a:cubicBezTo>
                  <a:pt x="9193904" y="2682457"/>
                  <a:pt x="9193904" y="2682457"/>
                  <a:pt x="9193904" y="2682457"/>
                </a:cubicBezTo>
                <a:cubicBezTo>
                  <a:pt x="9299262" y="2988100"/>
                  <a:pt x="9299262" y="3446565"/>
                  <a:pt x="9193904" y="3752208"/>
                </a:cubicBezTo>
                <a:cubicBezTo>
                  <a:pt x="8709916" y="4968215"/>
                  <a:pt x="8331802" y="5918220"/>
                  <a:pt x="8036400" y="6660411"/>
                </a:cubicBezTo>
                <a:lnTo>
                  <a:pt x="7957938" y="6857542"/>
                </a:lnTo>
                <a:lnTo>
                  <a:pt x="3307976" y="6857542"/>
                </a:lnTo>
                <a:lnTo>
                  <a:pt x="3307976" y="6858000"/>
                </a:lnTo>
                <a:lnTo>
                  <a:pt x="0" y="6858000"/>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4" name="コンテンツ プレースホルダー 3" descr="テーブル&#10;&#10;AI 生成コンテンツは誤りを含む可能性があります。">
            <a:extLst>
              <a:ext uri="{FF2B5EF4-FFF2-40B4-BE49-F238E27FC236}">
                <a16:creationId xmlns:a16="http://schemas.microsoft.com/office/drawing/2014/main" id="{841729A7-E38E-B124-E56E-7437E61D56C6}"/>
              </a:ext>
            </a:extLst>
          </p:cNvPr>
          <p:cNvPicPr>
            <a:picLocks noGrp="1" noChangeAspect="1"/>
          </p:cNvPicPr>
          <p:nvPr>
            <p:ph idx="1"/>
          </p:nvPr>
        </p:nvPicPr>
        <p:blipFill>
          <a:blip r:embed="rId2"/>
          <a:stretch>
            <a:fillRect/>
          </a:stretch>
        </p:blipFill>
        <p:spPr>
          <a:xfrm>
            <a:off x="731112" y="643466"/>
            <a:ext cx="6872633" cy="5566833"/>
          </a:xfrm>
          <a:prstGeom prst="rect">
            <a:avLst/>
          </a:prstGeom>
        </p:spPr>
      </p:pic>
      <p:grpSp>
        <p:nvGrpSpPr>
          <p:cNvPr id="13" name="Group 12">
            <a:extLst>
              <a:ext uri="{FF2B5EF4-FFF2-40B4-BE49-F238E27FC236}">
                <a16:creationId xmlns:a16="http://schemas.microsoft.com/office/drawing/2014/main" id="{58495BCC-CE77-4CC2-952E-846F41119FD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9160561" y="1075188"/>
            <a:ext cx="1562267" cy="1172973"/>
            <a:chOff x="9160561" y="1075188"/>
            <a:chExt cx="1562267" cy="1172973"/>
          </a:xfrm>
        </p:grpSpPr>
        <p:sp>
          <p:nvSpPr>
            <p:cNvPr id="14" name="Freeform 5">
              <a:extLst>
                <a:ext uri="{FF2B5EF4-FFF2-40B4-BE49-F238E27FC236}">
                  <a16:creationId xmlns:a16="http://schemas.microsoft.com/office/drawing/2014/main" id="{1B42538B-E30F-4967-A6C1-8EBA775F4D60}"/>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9160561" y="1423846"/>
              <a:ext cx="935037" cy="824315"/>
            </a:xfrm>
            <a:custGeom>
              <a:avLst/>
              <a:gdLst>
                <a:gd name="T0" fmla="*/ 225 w 785"/>
                <a:gd name="T1" fmla="*/ 692 h 692"/>
                <a:gd name="T2" fmla="*/ 177 w 785"/>
                <a:gd name="T3" fmla="*/ 665 h 692"/>
                <a:gd name="T4" fmla="*/ 9 w 785"/>
                <a:gd name="T5" fmla="*/ 374 h 692"/>
                <a:gd name="T6" fmla="*/ 9 w 785"/>
                <a:gd name="T7" fmla="*/ 318 h 692"/>
                <a:gd name="T8" fmla="*/ 177 w 785"/>
                <a:gd name="T9" fmla="*/ 27 h 692"/>
                <a:gd name="T10" fmla="*/ 225 w 785"/>
                <a:gd name="T11" fmla="*/ 0 h 692"/>
                <a:gd name="T12" fmla="*/ 561 w 785"/>
                <a:gd name="T13" fmla="*/ 0 h 692"/>
                <a:gd name="T14" fmla="*/ 609 w 785"/>
                <a:gd name="T15" fmla="*/ 27 h 692"/>
                <a:gd name="T16" fmla="*/ 777 w 785"/>
                <a:gd name="T17" fmla="*/ 318 h 692"/>
                <a:gd name="T18" fmla="*/ 777 w 785"/>
                <a:gd name="T19" fmla="*/ 374 h 692"/>
                <a:gd name="T20" fmla="*/ 609 w 785"/>
                <a:gd name="T21" fmla="*/ 665 h 692"/>
                <a:gd name="T22" fmla="*/ 561 w 785"/>
                <a:gd name="T23" fmla="*/ 692 h 692"/>
                <a:gd name="T24" fmla="*/ 225 w 785"/>
                <a:gd name="T25" fmla="*/ 692 h 6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5" h="692">
                  <a:moveTo>
                    <a:pt x="225" y="692"/>
                  </a:moveTo>
                  <a:cubicBezTo>
                    <a:pt x="207" y="692"/>
                    <a:pt x="185" y="680"/>
                    <a:pt x="177" y="665"/>
                  </a:cubicBezTo>
                  <a:cubicBezTo>
                    <a:pt x="9" y="374"/>
                    <a:pt x="9" y="374"/>
                    <a:pt x="9" y="374"/>
                  </a:cubicBezTo>
                  <a:cubicBezTo>
                    <a:pt x="0" y="358"/>
                    <a:pt x="0" y="334"/>
                    <a:pt x="9" y="318"/>
                  </a:cubicBezTo>
                  <a:cubicBezTo>
                    <a:pt x="177" y="27"/>
                    <a:pt x="177" y="27"/>
                    <a:pt x="177" y="27"/>
                  </a:cubicBezTo>
                  <a:cubicBezTo>
                    <a:pt x="185" y="12"/>
                    <a:pt x="207" y="0"/>
                    <a:pt x="225" y="0"/>
                  </a:cubicBezTo>
                  <a:cubicBezTo>
                    <a:pt x="561" y="0"/>
                    <a:pt x="561" y="0"/>
                    <a:pt x="561" y="0"/>
                  </a:cubicBezTo>
                  <a:cubicBezTo>
                    <a:pt x="578" y="0"/>
                    <a:pt x="600" y="12"/>
                    <a:pt x="609" y="27"/>
                  </a:cubicBezTo>
                  <a:cubicBezTo>
                    <a:pt x="777" y="318"/>
                    <a:pt x="777" y="318"/>
                    <a:pt x="777" y="318"/>
                  </a:cubicBezTo>
                  <a:cubicBezTo>
                    <a:pt x="785" y="334"/>
                    <a:pt x="785" y="358"/>
                    <a:pt x="777" y="374"/>
                  </a:cubicBezTo>
                  <a:cubicBezTo>
                    <a:pt x="609" y="665"/>
                    <a:pt x="609" y="665"/>
                    <a:pt x="609" y="665"/>
                  </a:cubicBezTo>
                  <a:cubicBezTo>
                    <a:pt x="600" y="680"/>
                    <a:pt x="578" y="692"/>
                    <a:pt x="561" y="692"/>
                  </a:cubicBezTo>
                  <a:lnTo>
                    <a:pt x="225" y="692"/>
                  </a:lnTo>
                  <a:close/>
                </a:path>
              </a:pathLst>
            </a:custGeom>
            <a:noFill/>
            <a:ln w="28575" cmpd="sng">
              <a:solidFill>
                <a:schemeClr val="bg1"/>
              </a:solidFill>
            </a:ln>
          </p:spPr>
          <p:txBody>
            <a:bodyPr vert="horz" wrap="square" lIns="91440" tIns="45720" rIns="91440" bIns="45720" numCol="1" anchor="t" anchorCtr="0" compatLnSpc="1">
              <a:prstTxWarp prst="textNoShape">
                <a:avLst/>
              </a:prstTxWarp>
            </a:bodyPr>
            <a:lstStyle/>
            <a:p>
              <a:endParaRPr lang="en-US"/>
            </a:p>
          </p:txBody>
        </p:sp>
        <p:sp>
          <p:nvSpPr>
            <p:cNvPr id="10" name="Freeform 5">
              <a:extLst>
                <a:ext uri="{FF2B5EF4-FFF2-40B4-BE49-F238E27FC236}">
                  <a16:creationId xmlns:a16="http://schemas.microsoft.com/office/drawing/2014/main" id="{9A6BD9AC-4DE7-4B20-8547-4E3B375C21F7}"/>
                </a:ext>
                <a:ext uri="{C183D7F6-B498-43B3-948B-1728B52AA6E4}">
                  <adec:decorative xmlns:adec="http://schemas.microsoft.com/office/drawing/2017/decorative" val="1"/>
                </a:ext>
              </a:extLst>
            </p:cNvPr>
            <p:cNvSpPr>
              <a:spLocks/>
            </p:cNvSpPr>
            <p:nvPr>
              <p:extLst>
                <p:ext uri="{386F3935-93C4-4BCD-93E2-E3B085C9AB24}">
                  <p16:designElem xmlns:p16="http://schemas.microsoft.com/office/powerpoint/2015/main" val="1"/>
                </p:ext>
              </p:extLst>
            </p:nvPr>
          </p:nvSpPr>
          <p:spPr bwMode="auto">
            <a:xfrm>
              <a:off x="9960661" y="1075188"/>
              <a:ext cx="762167" cy="671915"/>
            </a:xfrm>
            <a:custGeom>
              <a:avLst/>
              <a:gdLst>
                <a:gd name="T0" fmla="*/ 225 w 785"/>
                <a:gd name="T1" fmla="*/ 692 h 692"/>
                <a:gd name="T2" fmla="*/ 177 w 785"/>
                <a:gd name="T3" fmla="*/ 665 h 692"/>
                <a:gd name="T4" fmla="*/ 9 w 785"/>
                <a:gd name="T5" fmla="*/ 374 h 692"/>
                <a:gd name="T6" fmla="*/ 9 w 785"/>
                <a:gd name="T7" fmla="*/ 318 h 692"/>
                <a:gd name="T8" fmla="*/ 177 w 785"/>
                <a:gd name="T9" fmla="*/ 27 h 692"/>
                <a:gd name="T10" fmla="*/ 225 w 785"/>
                <a:gd name="T11" fmla="*/ 0 h 692"/>
                <a:gd name="T12" fmla="*/ 561 w 785"/>
                <a:gd name="T13" fmla="*/ 0 h 692"/>
                <a:gd name="T14" fmla="*/ 609 w 785"/>
                <a:gd name="T15" fmla="*/ 27 h 692"/>
                <a:gd name="T16" fmla="*/ 777 w 785"/>
                <a:gd name="T17" fmla="*/ 318 h 692"/>
                <a:gd name="T18" fmla="*/ 777 w 785"/>
                <a:gd name="T19" fmla="*/ 374 h 692"/>
                <a:gd name="T20" fmla="*/ 609 w 785"/>
                <a:gd name="T21" fmla="*/ 665 h 692"/>
                <a:gd name="T22" fmla="*/ 561 w 785"/>
                <a:gd name="T23" fmla="*/ 692 h 692"/>
                <a:gd name="T24" fmla="*/ 225 w 785"/>
                <a:gd name="T25" fmla="*/ 692 h 6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785" h="692">
                  <a:moveTo>
                    <a:pt x="225" y="692"/>
                  </a:moveTo>
                  <a:cubicBezTo>
                    <a:pt x="207" y="692"/>
                    <a:pt x="185" y="680"/>
                    <a:pt x="177" y="665"/>
                  </a:cubicBezTo>
                  <a:cubicBezTo>
                    <a:pt x="9" y="374"/>
                    <a:pt x="9" y="374"/>
                    <a:pt x="9" y="374"/>
                  </a:cubicBezTo>
                  <a:cubicBezTo>
                    <a:pt x="0" y="358"/>
                    <a:pt x="0" y="334"/>
                    <a:pt x="9" y="318"/>
                  </a:cubicBezTo>
                  <a:cubicBezTo>
                    <a:pt x="177" y="27"/>
                    <a:pt x="177" y="27"/>
                    <a:pt x="177" y="27"/>
                  </a:cubicBezTo>
                  <a:cubicBezTo>
                    <a:pt x="185" y="12"/>
                    <a:pt x="207" y="0"/>
                    <a:pt x="225" y="0"/>
                  </a:cubicBezTo>
                  <a:cubicBezTo>
                    <a:pt x="561" y="0"/>
                    <a:pt x="561" y="0"/>
                    <a:pt x="561" y="0"/>
                  </a:cubicBezTo>
                  <a:cubicBezTo>
                    <a:pt x="578" y="0"/>
                    <a:pt x="600" y="12"/>
                    <a:pt x="609" y="27"/>
                  </a:cubicBezTo>
                  <a:cubicBezTo>
                    <a:pt x="777" y="318"/>
                    <a:pt x="777" y="318"/>
                    <a:pt x="777" y="318"/>
                  </a:cubicBezTo>
                  <a:cubicBezTo>
                    <a:pt x="785" y="334"/>
                    <a:pt x="785" y="358"/>
                    <a:pt x="777" y="374"/>
                  </a:cubicBezTo>
                  <a:cubicBezTo>
                    <a:pt x="609" y="665"/>
                    <a:pt x="609" y="665"/>
                    <a:pt x="609" y="665"/>
                  </a:cubicBezTo>
                  <a:cubicBezTo>
                    <a:pt x="600" y="680"/>
                    <a:pt x="578" y="692"/>
                    <a:pt x="561" y="692"/>
                  </a:cubicBezTo>
                  <a:lnTo>
                    <a:pt x="225" y="692"/>
                  </a:lnTo>
                  <a:close/>
                </a:path>
              </a:pathLst>
            </a:custGeom>
            <a:noFill/>
            <a:ln w="28575" cmpd="sng">
              <a:solidFill>
                <a:schemeClr val="bg1"/>
              </a:solidFill>
            </a:ln>
          </p:spPr>
          <p:txBody>
            <a:bodyPr vert="horz" wrap="square" lIns="91440" tIns="45720" rIns="91440" bIns="45720" numCol="1" anchor="t" anchorCtr="0" compatLnSpc="1">
              <a:prstTxWarp prst="textNoShape">
                <a:avLst/>
              </a:prstTxWarp>
            </a:bodyPr>
            <a:lstStyle/>
            <a:p>
              <a:endParaRPr lang="en-US"/>
            </a:p>
          </p:txBody>
        </p:sp>
      </p:grpSp>
    </p:spTree>
    <p:extLst>
      <p:ext uri="{BB962C8B-B14F-4D97-AF65-F5344CB8AC3E}">
        <p14:creationId xmlns:p14="http://schemas.microsoft.com/office/powerpoint/2010/main" val="466323776"/>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図 3">
            <a:extLst>
              <a:ext uri="{FF2B5EF4-FFF2-40B4-BE49-F238E27FC236}">
                <a16:creationId xmlns:a16="http://schemas.microsoft.com/office/drawing/2014/main" id="{47001E8E-1582-8521-56D2-F73779497A12}"/>
              </a:ext>
            </a:extLst>
          </p:cNvPr>
          <p:cNvPicPr>
            <a:picLocks noChangeAspect="1"/>
          </p:cNvPicPr>
          <p:nvPr/>
        </p:nvPicPr>
        <p:blipFill>
          <a:blip r:embed="rId2"/>
          <a:srcRect t="2303" r="5" b="6010"/>
          <a:stretch>
            <a:fillRect/>
          </a:stretch>
        </p:blipFill>
        <p:spPr>
          <a:xfrm>
            <a:off x="20" y="10"/>
            <a:ext cx="12191979" cy="6857989"/>
          </a:xfrm>
          <a:prstGeom prst="rect">
            <a:avLst/>
          </a:prstGeom>
        </p:spPr>
      </p:pic>
      <p:sp useBgFill="1">
        <p:nvSpPr>
          <p:cNvPr id="9" name="Freeform: Shape 8">
            <a:extLst>
              <a:ext uri="{FF2B5EF4-FFF2-40B4-BE49-F238E27FC236}">
                <a16:creationId xmlns:a16="http://schemas.microsoft.com/office/drawing/2014/main" id="{1BF4DD63-CE83-4A2A-994E-8598C22E6F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7089" y="1498601"/>
            <a:ext cx="5260975" cy="4707593"/>
          </a:xfrm>
          <a:custGeom>
            <a:avLst/>
            <a:gdLst>
              <a:gd name="connsiteX0" fmla="*/ 0 w 5260975"/>
              <a:gd name="connsiteY0" fmla="*/ 0 h 4707593"/>
              <a:gd name="connsiteX1" fmla="*/ 5260975 w 5260975"/>
              <a:gd name="connsiteY1" fmla="*/ 0 h 4707593"/>
              <a:gd name="connsiteX2" fmla="*/ 5260975 w 5260975"/>
              <a:gd name="connsiteY2" fmla="*/ 3296937 h 4707593"/>
              <a:gd name="connsiteX3" fmla="*/ 5260975 w 5260975"/>
              <a:gd name="connsiteY3" fmla="*/ 3518571 h 4707593"/>
              <a:gd name="connsiteX4" fmla="*/ 5226504 w 5260975"/>
              <a:gd name="connsiteY4" fmla="*/ 3534000 h 4707593"/>
              <a:gd name="connsiteX5" fmla="*/ 5206341 w 5260975"/>
              <a:gd name="connsiteY5" fmla="*/ 3542065 h 4707593"/>
              <a:gd name="connsiteX6" fmla="*/ 5123287 w 5260975"/>
              <a:gd name="connsiteY6" fmla="*/ 3594010 h 4707593"/>
              <a:gd name="connsiteX7" fmla="*/ 5048107 w 5260975"/>
              <a:gd name="connsiteY7" fmla="*/ 3658244 h 4707593"/>
              <a:gd name="connsiteX8" fmla="*/ 4992899 w 5260975"/>
              <a:gd name="connsiteY8" fmla="*/ 3734479 h 4707593"/>
              <a:gd name="connsiteX9" fmla="*/ 4977440 w 5260975"/>
              <a:gd name="connsiteY9" fmla="*/ 3752627 h 4707593"/>
              <a:gd name="connsiteX10" fmla="*/ 4935194 w 5260975"/>
              <a:gd name="connsiteY10" fmla="*/ 3775382 h 4707593"/>
              <a:gd name="connsiteX11" fmla="*/ 4897844 w 5260975"/>
              <a:gd name="connsiteY11" fmla="*/ 3792472 h 4707593"/>
              <a:gd name="connsiteX12" fmla="*/ 4870767 w 5260975"/>
              <a:gd name="connsiteY12" fmla="*/ 3811388 h 4707593"/>
              <a:gd name="connsiteX13" fmla="*/ 4847917 w 5260975"/>
              <a:gd name="connsiteY13" fmla="*/ 3828767 h 4707593"/>
              <a:gd name="connsiteX14" fmla="*/ 4796163 w 5260975"/>
              <a:gd name="connsiteY14" fmla="*/ 3873702 h 4707593"/>
              <a:gd name="connsiteX15" fmla="*/ 4738843 w 5260975"/>
              <a:gd name="connsiteY15" fmla="*/ 3911628 h 4707593"/>
              <a:gd name="connsiteX16" fmla="*/ 4692755 w 5260975"/>
              <a:gd name="connsiteY16" fmla="*/ 3958099 h 4707593"/>
              <a:gd name="connsiteX17" fmla="*/ 4673744 w 5260975"/>
              <a:gd name="connsiteY17" fmla="*/ 3983255 h 4707593"/>
              <a:gd name="connsiteX18" fmla="*/ 4633801 w 5260975"/>
              <a:gd name="connsiteY18" fmla="*/ 4000442 h 4707593"/>
              <a:gd name="connsiteX19" fmla="*/ 4590499 w 5260975"/>
              <a:gd name="connsiteY19" fmla="*/ 4027326 h 4707593"/>
              <a:gd name="connsiteX20" fmla="*/ 4559773 w 5260975"/>
              <a:gd name="connsiteY20" fmla="*/ 4054018 h 4707593"/>
              <a:gd name="connsiteX21" fmla="*/ 4536059 w 5260975"/>
              <a:gd name="connsiteY21" fmla="*/ 4071877 h 4707593"/>
              <a:gd name="connsiteX22" fmla="*/ 4502550 w 5260975"/>
              <a:gd name="connsiteY22" fmla="*/ 4089832 h 4707593"/>
              <a:gd name="connsiteX23" fmla="*/ 4468944 w 5260975"/>
              <a:gd name="connsiteY23" fmla="*/ 4113356 h 4707593"/>
              <a:gd name="connsiteX24" fmla="*/ 4452623 w 5260975"/>
              <a:gd name="connsiteY24" fmla="*/ 4127854 h 4707593"/>
              <a:gd name="connsiteX25" fmla="*/ 4421032 w 5260975"/>
              <a:gd name="connsiteY25" fmla="*/ 4151953 h 4707593"/>
              <a:gd name="connsiteX26" fmla="*/ 4388483 w 5260975"/>
              <a:gd name="connsiteY26" fmla="*/ 4174421 h 4707593"/>
              <a:gd name="connsiteX27" fmla="*/ 4327321 w 5260975"/>
              <a:gd name="connsiteY27" fmla="*/ 4200153 h 4707593"/>
              <a:gd name="connsiteX28" fmla="*/ 4271633 w 5260975"/>
              <a:gd name="connsiteY28" fmla="*/ 4237983 h 4707593"/>
              <a:gd name="connsiteX29" fmla="*/ 4227465 w 5260975"/>
              <a:gd name="connsiteY29" fmla="*/ 4265635 h 4707593"/>
              <a:gd name="connsiteX30" fmla="*/ 4201733 w 5260975"/>
              <a:gd name="connsiteY30" fmla="*/ 4283783 h 4707593"/>
              <a:gd name="connsiteX31" fmla="*/ 4154494 w 5260975"/>
              <a:gd name="connsiteY31" fmla="*/ 4324301 h 4707593"/>
              <a:gd name="connsiteX32" fmla="*/ 4081234 w 5260975"/>
              <a:gd name="connsiteY32" fmla="*/ 4366931 h 4707593"/>
              <a:gd name="connsiteX33" fmla="*/ 4036971 w 5260975"/>
              <a:gd name="connsiteY33" fmla="*/ 4389975 h 4707593"/>
              <a:gd name="connsiteX34" fmla="*/ 3941725 w 5260975"/>
              <a:gd name="connsiteY34" fmla="*/ 4424733 h 4707593"/>
              <a:gd name="connsiteX35" fmla="*/ 3910999 w 5260975"/>
              <a:gd name="connsiteY35" fmla="*/ 4437119 h 4707593"/>
              <a:gd name="connsiteX36" fmla="*/ 3875859 w 5260975"/>
              <a:gd name="connsiteY36" fmla="*/ 4445280 h 4707593"/>
              <a:gd name="connsiteX37" fmla="*/ 3819401 w 5260975"/>
              <a:gd name="connsiteY37" fmla="*/ 4464579 h 4707593"/>
              <a:gd name="connsiteX38" fmla="*/ 3709176 w 5260975"/>
              <a:gd name="connsiteY38" fmla="*/ 4497800 h 4707593"/>
              <a:gd name="connsiteX39" fmla="*/ 3684981 w 5260975"/>
              <a:gd name="connsiteY39" fmla="*/ 4502889 h 4707593"/>
              <a:gd name="connsiteX40" fmla="*/ 3623338 w 5260975"/>
              <a:gd name="connsiteY40" fmla="*/ 4524300 h 4707593"/>
              <a:gd name="connsiteX41" fmla="*/ 3586373 w 5260975"/>
              <a:gd name="connsiteY41" fmla="*/ 4538702 h 4707593"/>
              <a:gd name="connsiteX42" fmla="*/ 3555743 w 5260975"/>
              <a:gd name="connsiteY42" fmla="*/ 4546960 h 4707593"/>
              <a:gd name="connsiteX43" fmla="*/ 3528667 w 5260975"/>
              <a:gd name="connsiteY43" fmla="*/ 4550801 h 4707593"/>
              <a:gd name="connsiteX44" fmla="*/ 3457424 w 5260975"/>
              <a:gd name="connsiteY44" fmla="*/ 4569811 h 4707593"/>
              <a:gd name="connsiteX45" fmla="*/ 3429003 w 5260975"/>
              <a:gd name="connsiteY45" fmla="*/ 4577301 h 4707593"/>
              <a:gd name="connsiteX46" fmla="*/ 3355264 w 5260975"/>
              <a:gd name="connsiteY46" fmla="*/ 4603033 h 4707593"/>
              <a:gd name="connsiteX47" fmla="*/ 3292757 w 5260975"/>
              <a:gd name="connsiteY47" fmla="*/ 4620027 h 4707593"/>
              <a:gd name="connsiteX48" fmla="*/ 3266643 w 5260975"/>
              <a:gd name="connsiteY48" fmla="*/ 4628188 h 4707593"/>
              <a:gd name="connsiteX49" fmla="*/ 3206921 w 5260975"/>
              <a:gd name="connsiteY49" fmla="*/ 4641823 h 4707593"/>
              <a:gd name="connsiteX50" fmla="*/ 3173123 w 5260975"/>
              <a:gd name="connsiteY50" fmla="*/ 4651425 h 4707593"/>
              <a:gd name="connsiteX51" fmla="*/ 3090646 w 5260975"/>
              <a:gd name="connsiteY51" fmla="*/ 4662274 h 4707593"/>
              <a:gd name="connsiteX52" fmla="*/ 3005480 w 5260975"/>
              <a:gd name="connsiteY52" fmla="*/ 4672739 h 4707593"/>
              <a:gd name="connsiteX53" fmla="*/ 2958721 w 5260975"/>
              <a:gd name="connsiteY53" fmla="*/ 4676196 h 4707593"/>
              <a:gd name="connsiteX54" fmla="*/ 2917915 w 5260975"/>
              <a:gd name="connsiteY54" fmla="*/ 4681670 h 4707593"/>
              <a:gd name="connsiteX55" fmla="*/ 2882389 w 5260975"/>
              <a:gd name="connsiteY55" fmla="*/ 4685126 h 4707593"/>
              <a:gd name="connsiteX56" fmla="*/ 2825837 w 5260975"/>
              <a:gd name="connsiteY56" fmla="*/ 4692135 h 4707593"/>
              <a:gd name="connsiteX57" fmla="*/ 2802313 w 5260975"/>
              <a:gd name="connsiteY57" fmla="*/ 4693960 h 4707593"/>
              <a:gd name="connsiteX58" fmla="*/ 2746816 w 5260975"/>
              <a:gd name="connsiteY58" fmla="*/ 4693863 h 4707593"/>
              <a:gd name="connsiteX59" fmla="*/ 2727517 w 5260975"/>
              <a:gd name="connsiteY59" fmla="*/ 4692903 h 4707593"/>
              <a:gd name="connsiteX60" fmla="*/ 2690359 w 5260975"/>
              <a:gd name="connsiteY60" fmla="*/ 4680997 h 4707593"/>
              <a:gd name="connsiteX61" fmla="*/ 2685943 w 5260975"/>
              <a:gd name="connsiteY61" fmla="*/ 4680133 h 4707593"/>
              <a:gd name="connsiteX62" fmla="*/ 2661554 w 5260975"/>
              <a:gd name="connsiteY62" fmla="*/ 4675428 h 4707593"/>
              <a:gd name="connsiteX63" fmla="*/ 2648208 w 5260975"/>
              <a:gd name="connsiteY63" fmla="*/ 4673892 h 4707593"/>
              <a:gd name="connsiteX64" fmla="*/ 2597512 w 5260975"/>
              <a:gd name="connsiteY64" fmla="*/ 4664099 h 4707593"/>
              <a:gd name="connsiteX65" fmla="*/ 2568324 w 5260975"/>
              <a:gd name="connsiteY65" fmla="*/ 4659490 h 4707593"/>
              <a:gd name="connsiteX66" fmla="*/ 2544704 w 5260975"/>
              <a:gd name="connsiteY66" fmla="*/ 4660162 h 4707593"/>
              <a:gd name="connsiteX67" fmla="*/ 2503225 w 5260975"/>
              <a:gd name="connsiteY67" fmla="*/ 4661026 h 4707593"/>
              <a:gd name="connsiteX68" fmla="*/ 2489975 w 5260975"/>
              <a:gd name="connsiteY68" fmla="*/ 4663235 h 4707593"/>
              <a:gd name="connsiteX69" fmla="*/ 2430061 w 5260975"/>
              <a:gd name="connsiteY69" fmla="*/ 4656897 h 4707593"/>
              <a:gd name="connsiteX70" fmla="*/ 2395880 w 5260975"/>
              <a:gd name="connsiteY70" fmla="*/ 4656417 h 4707593"/>
              <a:gd name="connsiteX71" fmla="*/ 2357378 w 5260975"/>
              <a:gd name="connsiteY71" fmla="*/ 4648544 h 4707593"/>
              <a:gd name="connsiteX72" fmla="*/ 2346145 w 5260975"/>
              <a:gd name="connsiteY72" fmla="*/ 4648928 h 4707593"/>
              <a:gd name="connsiteX73" fmla="*/ 2333567 w 5260975"/>
              <a:gd name="connsiteY73" fmla="*/ 4649600 h 4707593"/>
              <a:gd name="connsiteX74" fmla="*/ 2294968 w 5260975"/>
              <a:gd name="connsiteY74" fmla="*/ 4650177 h 4707593"/>
              <a:gd name="connsiteX75" fmla="*/ 2271540 w 5260975"/>
              <a:gd name="connsiteY75" fmla="*/ 4653057 h 4707593"/>
              <a:gd name="connsiteX76" fmla="*/ 2226895 w 5260975"/>
              <a:gd name="connsiteY76" fmla="*/ 4651329 h 4707593"/>
              <a:gd name="connsiteX77" fmla="*/ 2210379 w 5260975"/>
              <a:gd name="connsiteY77" fmla="*/ 4653825 h 4707593"/>
              <a:gd name="connsiteX78" fmla="*/ 2168613 w 5260975"/>
              <a:gd name="connsiteY78" fmla="*/ 4654113 h 4707593"/>
              <a:gd name="connsiteX79" fmla="*/ 2131167 w 5260975"/>
              <a:gd name="connsiteY79" fmla="*/ 4652673 h 4707593"/>
              <a:gd name="connsiteX80" fmla="*/ 2095065 w 5260975"/>
              <a:gd name="connsiteY80" fmla="*/ 4653441 h 4707593"/>
              <a:gd name="connsiteX81" fmla="*/ 2069237 w 5260975"/>
              <a:gd name="connsiteY81" fmla="*/ 4656609 h 4707593"/>
              <a:gd name="connsiteX82" fmla="*/ 2041201 w 5260975"/>
              <a:gd name="connsiteY82" fmla="*/ 4658529 h 4707593"/>
              <a:gd name="connsiteX83" fmla="*/ 1963909 w 5260975"/>
              <a:gd name="connsiteY83" fmla="*/ 4669955 h 4707593"/>
              <a:gd name="connsiteX84" fmla="*/ 1949603 w 5260975"/>
              <a:gd name="connsiteY84" fmla="*/ 4667171 h 4707593"/>
              <a:gd name="connsiteX85" fmla="*/ 1868373 w 5260975"/>
              <a:gd name="connsiteY85" fmla="*/ 4664578 h 4707593"/>
              <a:gd name="connsiteX86" fmla="*/ 1850707 w 5260975"/>
              <a:gd name="connsiteY86" fmla="*/ 4664771 h 4707593"/>
              <a:gd name="connsiteX87" fmla="*/ 1803275 w 5260975"/>
              <a:gd name="connsiteY87" fmla="*/ 4653441 h 4707593"/>
              <a:gd name="connsiteX88" fmla="*/ 1730112 w 5260975"/>
              <a:gd name="connsiteY88" fmla="*/ 4671396 h 4707593"/>
              <a:gd name="connsiteX89" fmla="*/ 1661652 w 5260975"/>
              <a:gd name="connsiteY89" fmla="*/ 4693863 h 4707593"/>
              <a:gd name="connsiteX90" fmla="*/ 1653011 w 5260975"/>
              <a:gd name="connsiteY90" fmla="*/ 4696744 h 4707593"/>
              <a:gd name="connsiteX91" fmla="*/ 1628431 w 5260975"/>
              <a:gd name="connsiteY91" fmla="*/ 4701641 h 4707593"/>
              <a:gd name="connsiteX92" fmla="*/ 1597995 w 5260975"/>
              <a:gd name="connsiteY92" fmla="*/ 4703369 h 4707593"/>
              <a:gd name="connsiteX93" fmla="*/ 1559396 w 5260975"/>
              <a:gd name="connsiteY93" fmla="*/ 4707593 h 4707593"/>
              <a:gd name="connsiteX94" fmla="*/ 1528480 w 5260975"/>
              <a:gd name="connsiteY94" fmla="*/ 4702312 h 4707593"/>
              <a:gd name="connsiteX95" fmla="*/ 1485272 w 5260975"/>
              <a:gd name="connsiteY95" fmla="*/ 4694439 h 4707593"/>
              <a:gd name="connsiteX96" fmla="*/ 1444562 w 5260975"/>
              <a:gd name="connsiteY96" fmla="*/ 4686950 h 4707593"/>
              <a:gd name="connsiteX97" fmla="*/ 1431696 w 5260975"/>
              <a:gd name="connsiteY97" fmla="*/ 4695783 h 4707593"/>
              <a:gd name="connsiteX98" fmla="*/ 1411821 w 5260975"/>
              <a:gd name="connsiteY98" fmla="*/ 4703464 h 4707593"/>
              <a:gd name="connsiteX99" fmla="*/ 1389738 w 5260975"/>
              <a:gd name="connsiteY99" fmla="*/ 4694247 h 4707593"/>
              <a:gd name="connsiteX100" fmla="*/ 1338081 w 5260975"/>
              <a:gd name="connsiteY100" fmla="*/ 4675141 h 4707593"/>
              <a:gd name="connsiteX101" fmla="*/ 1305436 w 5260975"/>
              <a:gd name="connsiteY101" fmla="*/ 4674276 h 4707593"/>
              <a:gd name="connsiteX102" fmla="*/ 1234481 w 5260975"/>
              <a:gd name="connsiteY102" fmla="*/ 4666115 h 4707593"/>
              <a:gd name="connsiteX103" fmla="*/ 1188106 w 5260975"/>
              <a:gd name="connsiteY103" fmla="*/ 4654497 h 4707593"/>
              <a:gd name="connsiteX104" fmla="*/ 1154790 w 5260975"/>
              <a:gd name="connsiteY104" fmla="*/ 4641343 h 4707593"/>
              <a:gd name="connsiteX105" fmla="*/ 1107069 w 5260975"/>
              <a:gd name="connsiteY105" fmla="*/ 4624156 h 4707593"/>
              <a:gd name="connsiteX106" fmla="*/ 1059158 w 5260975"/>
              <a:gd name="connsiteY106" fmla="*/ 4615227 h 4707593"/>
              <a:gd name="connsiteX107" fmla="*/ 1024496 w 5260975"/>
              <a:gd name="connsiteY107" fmla="*/ 4603993 h 4707593"/>
              <a:gd name="connsiteX108" fmla="*/ 982153 w 5260975"/>
              <a:gd name="connsiteY108" fmla="*/ 4596311 h 4707593"/>
              <a:gd name="connsiteX109" fmla="*/ 946628 w 5260975"/>
              <a:gd name="connsiteY109" fmla="*/ 4596024 h 4707593"/>
              <a:gd name="connsiteX110" fmla="*/ 890939 w 5260975"/>
              <a:gd name="connsiteY110" fmla="*/ 4597368 h 4707593"/>
              <a:gd name="connsiteX111" fmla="*/ 822769 w 5260975"/>
              <a:gd name="connsiteY111" fmla="*/ 4574133 h 4707593"/>
              <a:gd name="connsiteX112" fmla="*/ 795212 w 5260975"/>
              <a:gd name="connsiteY112" fmla="*/ 4568947 h 4707593"/>
              <a:gd name="connsiteX113" fmla="*/ 769288 w 5260975"/>
              <a:gd name="connsiteY113" fmla="*/ 4566547 h 4707593"/>
              <a:gd name="connsiteX114" fmla="*/ 714271 w 5260975"/>
              <a:gd name="connsiteY114" fmla="*/ 4551089 h 4707593"/>
              <a:gd name="connsiteX115" fmla="*/ 691900 w 5260975"/>
              <a:gd name="connsiteY115" fmla="*/ 4545999 h 4707593"/>
              <a:gd name="connsiteX116" fmla="*/ 660598 w 5260975"/>
              <a:gd name="connsiteY116" fmla="*/ 4546096 h 4707593"/>
              <a:gd name="connsiteX117" fmla="*/ 603662 w 5260975"/>
              <a:gd name="connsiteY117" fmla="*/ 4538991 h 4707593"/>
              <a:gd name="connsiteX118" fmla="*/ 546821 w 5260975"/>
              <a:gd name="connsiteY118" fmla="*/ 4518251 h 4707593"/>
              <a:gd name="connsiteX119" fmla="*/ 522721 w 5260975"/>
              <a:gd name="connsiteY119" fmla="*/ 4520267 h 4707593"/>
              <a:gd name="connsiteX120" fmla="*/ 514080 w 5260975"/>
              <a:gd name="connsiteY120" fmla="*/ 4519788 h 4707593"/>
              <a:gd name="connsiteX121" fmla="*/ 436404 w 5260975"/>
              <a:gd name="connsiteY121" fmla="*/ 4508361 h 4707593"/>
              <a:gd name="connsiteX122" fmla="*/ 428626 w 5260975"/>
              <a:gd name="connsiteY122" fmla="*/ 4507114 h 4707593"/>
              <a:gd name="connsiteX123" fmla="*/ 392141 w 5260975"/>
              <a:gd name="connsiteY123" fmla="*/ 4496936 h 4707593"/>
              <a:gd name="connsiteX124" fmla="*/ 300157 w 5260975"/>
              <a:gd name="connsiteY124" fmla="*/ 4490599 h 4707593"/>
              <a:gd name="connsiteX125" fmla="*/ 294493 w 5260975"/>
              <a:gd name="connsiteY125" fmla="*/ 4489831 h 4707593"/>
              <a:gd name="connsiteX126" fmla="*/ 263671 w 5260975"/>
              <a:gd name="connsiteY126" fmla="*/ 4494919 h 4707593"/>
              <a:gd name="connsiteX127" fmla="*/ 248406 w 5260975"/>
              <a:gd name="connsiteY127" fmla="*/ 4502121 h 4707593"/>
              <a:gd name="connsiteX128" fmla="*/ 224594 w 5260975"/>
              <a:gd name="connsiteY128" fmla="*/ 4509610 h 4707593"/>
              <a:gd name="connsiteX129" fmla="*/ 200398 w 5260975"/>
              <a:gd name="connsiteY129" fmla="*/ 4512395 h 4707593"/>
              <a:gd name="connsiteX130" fmla="*/ 159783 w 5260975"/>
              <a:gd name="connsiteY130" fmla="*/ 4501064 h 4707593"/>
              <a:gd name="connsiteX131" fmla="*/ 144997 w 5260975"/>
              <a:gd name="connsiteY131" fmla="*/ 4499912 h 4707593"/>
              <a:gd name="connsiteX132" fmla="*/ 112064 w 5260975"/>
              <a:gd name="connsiteY132" fmla="*/ 4494440 h 4707593"/>
              <a:gd name="connsiteX133" fmla="*/ 83259 w 5260975"/>
              <a:gd name="connsiteY133" fmla="*/ 4494824 h 4707593"/>
              <a:gd name="connsiteX134" fmla="*/ 60120 w 5260975"/>
              <a:gd name="connsiteY134" fmla="*/ 4503561 h 4707593"/>
              <a:gd name="connsiteX135" fmla="*/ 26514 w 5260975"/>
              <a:gd name="connsiteY135" fmla="*/ 4505289 h 4707593"/>
              <a:gd name="connsiteX136" fmla="*/ 4814 w 5260975"/>
              <a:gd name="connsiteY136" fmla="*/ 4498952 h 4707593"/>
              <a:gd name="connsiteX137" fmla="*/ 398 w 5260975"/>
              <a:gd name="connsiteY137" fmla="*/ 4498089 h 4707593"/>
              <a:gd name="connsiteX138" fmla="*/ 0 w 5260975"/>
              <a:gd name="connsiteY138" fmla="*/ 4498087 h 470759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Lst>
            <a:rect l="l" t="t" r="r" b="b"/>
            <a:pathLst>
              <a:path w="5260975" h="4707593">
                <a:moveTo>
                  <a:pt x="0" y="0"/>
                </a:moveTo>
                <a:lnTo>
                  <a:pt x="5260975" y="0"/>
                </a:lnTo>
                <a:lnTo>
                  <a:pt x="5260975" y="3296937"/>
                </a:lnTo>
                <a:lnTo>
                  <a:pt x="5260975" y="3518571"/>
                </a:lnTo>
                <a:lnTo>
                  <a:pt x="5226504" y="3534000"/>
                </a:lnTo>
                <a:cubicBezTo>
                  <a:pt x="5219783" y="3536785"/>
                  <a:pt x="5212389" y="3538321"/>
                  <a:pt x="5206341" y="3542065"/>
                </a:cubicBezTo>
                <a:cubicBezTo>
                  <a:pt x="5178495" y="3559156"/>
                  <a:pt x="5151515" y="3577591"/>
                  <a:pt x="5123287" y="3594010"/>
                </a:cubicBezTo>
                <a:cubicBezTo>
                  <a:pt x="5094195" y="3611004"/>
                  <a:pt x="5068175" y="3631071"/>
                  <a:pt x="5048107" y="3658244"/>
                </a:cubicBezTo>
                <a:cubicBezTo>
                  <a:pt x="5029480" y="3683496"/>
                  <a:pt x="5011429" y="3709131"/>
                  <a:pt x="4992899" y="3734479"/>
                </a:cubicBezTo>
                <a:cubicBezTo>
                  <a:pt x="4988194" y="3740912"/>
                  <a:pt x="4983874" y="3748498"/>
                  <a:pt x="4977440" y="3752627"/>
                </a:cubicBezTo>
                <a:cubicBezTo>
                  <a:pt x="4964094" y="3761268"/>
                  <a:pt x="4949500" y="3768277"/>
                  <a:pt x="4935194" y="3775382"/>
                </a:cubicBezTo>
                <a:cubicBezTo>
                  <a:pt x="4922903" y="3781431"/>
                  <a:pt x="4909846" y="3785943"/>
                  <a:pt x="4897844" y="3792472"/>
                </a:cubicBezTo>
                <a:cubicBezTo>
                  <a:pt x="4888243" y="3797658"/>
                  <a:pt x="4879697" y="3804859"/>
                  <a:pt x="4870767" y="3811388"/>
                </a:cubicBezTo>
                <a:cubicBezTo>
                  <a:pt x="4862990" y="3817052"/>
                  <a:pt x="4854445" y="3821949"/>
                  <a:pt x="4847917" y="3828767"/>
                </a:cubicBezTo>
                <a:cubicBezTo>
                  <a:pt x="4831977" y="3845281"/>
                  <a:pt x="4815942" y="3861508"/>
                  <a:pt x="4796163" y="3873702"/>
                </a:cubicBezTo>
                <a:cubicBezTo>
                  <a:pt x="4776672" y="3885799"/>
                  <a:pt x="4758237" y="3899338"/>
                  <a:pt x="4738843" y="3911628"/>
                </a:cubicBezTo>
                <a:cubicBezTo>
                  <a:pt x="4719831" y="3923630"/>
                  <a:pt x="4702645" y="3936783"/>
                  <a:pt x="4692755" y="3958099"/>
                </a:cubicBezTo>
                <a:cubicBezTo>
                  <a:pt x="4688339" y="3967508"/>
                  <a:pt x="4682097" y="3977782"/>
                  <a:pt x="4673744" y="3983255"/>
                </a:cubicBezTo>
                <a:cubicBezTo>
                  <a:pt x="4661838" y="3991032"/>
                  <a:pt x="4646764" y="3993817"/>
                  <a:pt x="4633801" y="4000442"/>
                </a:cubicBezTo>
                <a:cubicBezTo>
                  <a:pt x="4618535" y="4008219"/>
                  <a:pt x="4600869" y="4014940"/>
                  <a:pt x="4590499" y="4027326"/>
                </a:cubicBezTo>
                <a:cubicBezTo>
                  <a:pt x="4581281" y="4038368"/>
                  <a:pt x="4571968" y="4047009"/>
                  <a:pt x="4559773" y="4054018"/>
                </a:cubicBezTo>
                <a:cubicBezTo>
                  <a:pt x="4551229" y="4058915"/>
                  <a:pt x="4544892" y="4067844"/>
                  <a:pt x="4536059" y="4071877"/>
                </a:cubicBezTo>
                <a:cubicBezTo>
                  <a:pt x="4524442" y="4077254"/>
                  <a:pt x="4512727" y="4081479"/>
                  <a:pt x="4502550" y="4089832"/>
                </a:cubicBezTo>
                <a:cubicBezTo>
                  <a:pt x="4491987" y="4098473"/>
                  <a:pt x="4479986" y="4105290"/>
                  <a:pt x="4468944" y="4113356"/>
                </a:cubicBezTo>
                <a:cubicBezTo>
                  <a:pt x="4463087" y="4117676"/>
                  <a:pt x="4458286" y="4123341"/>
                  <a:pt x="4452623" y="4127854"/>
                </a:cubicBezTo>
                <a:cubicBezTo>
                  <a:pt x="4442252" y="4136111"/>
                  <a:pt x="4431690" y="4144176"/>
                  <a:pt x="4421032" y="4151953"/>
                </a:cubicBezTo>
                <a:cubicBezTo>
                  <a:pt x="4410375" y="4159731"/>
                  <a:pt x="4400197" y="4168756"/>
                  <a:pt x="4388483" y="4174421"/>
                </a:cubicBezTo>
                <a:cubicBezTo>
                  <a:pt x="4368513" y="4184023"/>
                  <a:pt x="4346717" y="4189784"/>
                  <a:pt x="4327321" y="4200153"/>
                </a:cubicBezTo>
                <a:cubicBezTo>
                  <a:pt x="4307639" y="4210714"/>
                  <a:pt x="4289107" y="4223965"/>
                  <a:pt x="4271633" y="4237983"/>
                </a:cubicBezTo>
                <a:cubicBezTo>
                  <a:pt x="4257807" y="4249025"/>
                  <a:pt x="4244845" y="4259971"/>
                  <a:pt x="4227465" y="4265635"/>
                </a:cubicBezTo>
                <a:cubicBezTo>
                  <a:pt x="4217768" y="4268804"/>
                  <a:pt x="4207591" y="4275717"/>
                  <a:pt x="4201733" y="4283783"/>
                </a:cubicBezTo>
                <a:cubicBezTo>
                  <a:pt x="4189059" y="4301353"/>
                  <a:pt x="4172833" y="4313739"/>
                  <a:pt x="4154494" y="4324301"/>
                </a:cubicBezTo>
                <a:cubicBezTo>
                  <a:pt x="4130010" y="4338511"/>
                  <a:pt x="4105814" y="4353009"/>
                  <a:pt x="4081234" y="4366931"/>
                </a:cubicBezTo>
                <a:cubicBezTo>
                  <a:pt x="4066737" y="4375189"/>
                  <a:pt x="4052335" y="4383926"/>
                  <a:pt x="4036971" y="4389975"/>
                </a:cubicBezTo>
                <a:cubicBezTo>
                  <a:pt x="4005575" y="4402457"/>
                  <a:pt x="3973410" y="4413114"/>
                  <a:pt x="3941725" y="4424733"/>
                </a:cubicBezTo>
                <a:cubicBezTo>
                  <a:pt x="3931355" y="4428477"/>
                  <a:pt x="3921561" y="4433854"/>
                  <a:pt x="3910999" y="4437119"/>
                </a:cubicBezTo>
                <a:cubicBezTo>
                  <a:pt x="3899573" y="4440671"/>
                  <a:pt x="3887285" y="4441727"/>
                  <a:pt x="3875859" y="4445280"/>
                </a:cubicBezTo>
                <a:cubicBezTo>
                  <a:pt x="3856847" y="4451136"/>
                  <a:pt x="3838412" y="4458626"/>
                  <a:pt x="3819401" y="4464579"/>
                </a:cubicBezTo>
                <a:cubicBezTo>
                  <a:pt x="3782723" y="4476005"/>
                  <a:pt x="3745949" y="4486951"/>
                  <a:pt x="3709176" y="4497800"/>
                </a:cubicBezTo>
                <a:cubicBezTo>
                  <a:pt x="3701303" y="4500105"/>
                  <a:pt x="3692757" y="4500393"/>
                  <a:pt x="3684981" y="4502889"/>
                </a:cubicBezTo>
                <a:cubicBezTo>
                  <a:pt x="3664337" y="4509610"/>
                  <a:pt x="3643789" y="4516907"/>
                  <a:pt x="3623338" y="4524300"/>
                </a:cubicBezTo>
                <a:cubicBezTo>
                  <a:pt x="3610953" y="4528813"/>
                  <a:pt x="3598854" y="4534382"/>
                  <a:pt x="3586373" y="4538702"/>
                </a:cubicBezTo>
                <a:cubicBezTo>
                  <a:pt x="3576387" y="4542159"/>
                  <a:pt x="3566113" y="4544847"/>
                  <a:pt x="3555743" y="4546960"/>
                </a:cubicBezTo>
                <a:cubicBezTo>
                  <a:pt x="3546814" y="4548785"/>
                  <a:pt x="3537501" y="4548592"/>
                  <a:pt x="3528667" y="4550801"/>
                </a:cubicBezTo>
                <a:cubicBezTo>
                  <a:pt x="3504759" y="4556753"/>
                  <a:pt x="3481140" y="4563475"/>
                  <a:pt x="3457424" y="4569811"/>
                </a:cubicBezTo>
                <a:cubicBezTo>
                  <a:pt x="3447919" y="4572308"/>
                  <a:pt x="3438221" y="4574133"/>
                  <a:pt x="3429003" y="4577301"/>
                </a:cubicBezTo>
                <a:cubicBezTo>
                  <a:pt x="3404327" y="4585654"/>
                  <a:pt x="3380036" y="4595159"/>
                  <a:pt x="3355264" y="4603033"/>
                </a:cubicBezTo>
                <a:cubicBezTo>
                  <a:pt x="3334717" y="4609562"/>
                  <a:pt x="3313593" y="4614266"/>
                  <a:pt x="3292757" y="4620027"/>
                </a:cubicBezTo>
                <a:cubicBezTo>
                  <a:pt x="3283924" y="4622524"/>
                  <a:pt x="3275475" y="4626077"/>
                  <a:pt x="3266643" y="4628188"/>
                </a:cubicBezTo>
                <a:cubicBezTo>
                  <a:pt x="3246863" y="4632990"/>
                  <a:pt x="3226796" y="4637022"/>
                  <a:pt x="3206921" y="4641823"/>
                </a:cubicBezTo>
                <a:cubicBezTo>
                  <a:pt x="3195590" y="4644607"/>
                  <a:pt x="3184645" y="4649600"/>
                  <a:pt x="3173123" y="4651425"/>
                </a:cubicBezTo>
                <a:cubicBezTo>
                  <a:pt x="3145759" y="4655745"/>
                  <a:pt x="3118203" y="4658817"/>
                  <a:pt x="3090646" y="4662274"/>
                </a:cubicBezTo>
                <a:cubicBezTo>
                  <a:pt x="3062227" y="4665826"/>
                  <a:pt x="3033902" y="4669571"/>
                  <a:pt x="3005480" y="4672739"/>
                </a:cubicBezTo>
                <a:cubicBezTo>
                  <a:pt x="2989926" y="4674372"/>
                  <a:pt x="2974275" y="4674660"/>
                  <a:pt x="2958721" y="4676196"/>
                </a:cubicBezTo>
                <a:cubicBezTo>
                  <a:pt x="2945087" y="4677541"/>
                  <a:pt x="2931549" y="4680037"/>
                  <a:pt x="2917915" y="4681670"/>
                </a:cubicBezTo>
                <a:cubicBezTo>
                  <a:pt x="2906105" y="4683013"/>
                  <a:pt x="2894199" y="4683781"/>
                  <a:pt x="2882389" y="4685126"/>
                </a:cubicBezTo>
                <a:cubicBezTo>
                  <a:pt x="2863475" y="4687334"/>
                  <a:pt x="2844655" y="4689831"/>
                  <a:pt x="2825837" y="4692135"/>
                </a:cubicBezTo>
                <a:cubicBezTo>
                  <a:pt x="2817964" y="4692999"/>
                  <a:pt x="2809706" y="4695399"/>
                  <a:pt x="2802313" y="4693960"/>
                </a:cubicBezTo>
                <a:cubicBezTo>
                  <a:pt x="2783686" y="4690310"/>
                  <a:pt x="2765347" y="4691367"/>
                  <a:pt x="2746816" y="4693863"/>
                </a:cubicBezTo>
                <a:cubicBezTo>
                  <a:pt x="2740479" y="4694728"/>
                  <a:pt x="2733662" y="4694535"/>
                  <a:pt x="2727517" y="4692903"/>
                </a:cubicBezTo>
                <a:cubicBezTo>
                  <a:pt x="2714939" y="4689638"/>
                  <a:pt x="2702745" y="4685029"/>
                  <a:pt x="2690359" y="4680997"/>
                </a:cubicBezTo>
                <a:cubicBezTo>
                  <a:pt x="2689014" y="4680517"/>
                  <a:pt x="2687382" y="4680421"/>
                  <a:pt x="2685943" y="4680133"/>
                </a:cubicBezTo>
                <a:cubicBezTo>
                  <a:pt x="2677781" y="4678500"/>
                  <a:pt x="2669717" y="4676868"/>
                  <a:pt x="2661554" y="4675428"/>
                </a:cubicBezTo>
                <a:cubicBezTo>
                  <a:pt x="2657138" y="4674660"/>
                  <a:pt x="2652625" y="4674564"/>
                  <a:pt x="2648208" y="4673892"/>
                </a:cubicBezTo>
                <a:cubicBezTo>
                  <a:pt x="2631118" y="4671203"/>
                  <a:pt x="2612299" y="4675716"/>
                  <a:pt x="2597512" y="4664099"/>
                </a:cubicBezTo>
                <a:cubicBezTo>
                  <a:pt x="2587911" y="4656609"/>
                  <a:pt x="2578597" y="4658338"/>
                  <a:pt x="2568324" y="4659490"/>
                </a:cubicBezTo>
                <a:cubicBezTo>
                  <a:pt x="2560547" y="4660354"/>
                  <a:pt x="2552577" y="4660065"/>
                  <a:pt x="2544704" y="4660162"/>
                </a:cubicBezTo>
                <a:cubicBezTo>
                  <a:pt x="2530878" y="4660449"/>
                  <a:pt x="2517052" y="4660546"/>
                  <a:pt x="2503225" y="4661026"/>
                </a:cubicBezTo>
                <a:cubicBezTo>
                  <a:pt x="2498808" y="4661218"/>
                  <a:pt x="2494297" y="4663619"/>
                  <a:pt x="2489975" y="4663235"/>
                </a:cubicBezTo>
                <a:cubicBezTo>
                  <a:pt x="2470004" y="4661410"/>
                  <a:pt x="2450033" y="4658529"/>
                  <a:pt x="2430061" y="4656897"/>
                </a:cubicBezTo>
                <a:cubicBezTo>
                  <a:pt x="2418732" y="4655938"/>
                  <a:pt x="2407114" y="4657761"/>
                  <a:pt x="2395880" y="4656417"/>
                </a:cubicBezTo>
                <a:cubicBezTo>
                  <a:pt x="2382919" y="4654881"/>
                  <a:pt x="2370245" y="4650945"/>
                  <a:pt x="2357378" y="4648544"/>
                </a:cubicBezTo>
                <a:cubicBezTo>
                  <a:pt x="2353826" y="4647872"/>
                  <a:pt x="2349889" y="4648736"/>
                  <a:pt x="2346145" y="4648928"/>
                </a:cubicBezTo>
                <a:cubicBezTo>
                  <a:pt x="2341920" y="4649120"/>
                  <a:pt x="2337791" y="4649504"/>
                  <a:pt x="2333567" y="4649600"/>
                </a:cubicBezTo>
                <a:cubicBezTo>
                  <a:pt x="2320700" y="4649793"/>
                  <a:pt x="2307835" y="4649504"/>
                  <a:pt x="2294968" y="4650177"/>
                </a:cubicBezTo>
                <a:cubicBezTo>
                  <a:pt x="2287095" y="4650561"/>
                  <a:pt x="2278839" y="4654497"/>
                  <a:pt x="2271540" y="4653057"/>
                </a:cubicBezTo>
                <a:cubicBezTo>
                  <a:pt x="2256659" y="4650272"/>
                  <a:pt x="2241776" y="4656513"/>
                  <a:pt x="2226895" y="4651329"/>
                </a:cubicBezTo>
                <a:cubicBezTo>
                  <a:pt x="2222285" y="4649793"/>
                  <a:pt x="2215948" y="4653633"/>
                  <a:pt x="2210379" y="4653825"/>
                </a:cubicBezTo>
                <a:cubicBezTo>
                  <a:pt x="2196457" y="4654305"/>
                  <a:pt x="2182535" y="4654209"/>
                  <a:pt x="2168613" y="4654113"/>
                </a:cubicBezTo>
                <a:cubicBezTo>
                  <a:pt x="2156131" y="4654017"/>
                  <a:pt x="2143168" y="4655361"/>
                  <a:pt x="2131167" y="4652673"/>
                </a:cubicBezTo>
                <a:cubicBezTo>
                  <a:pt x="2118588" y="4649793"/>
                  <a:pt x="2107259" y="4650177"/>
                  <a:pt x="2095065" y="4653441"/>
                </a:cubicBezTo>
                <a:cubicBezTo>
                  <a:pt x="2086711" y="4655649"/>
                  <a:pt x="2077878" y="4655938"/>
                  <a:pt x="2069237" y="4656609"/>
                </a:cubicBezTo>
                <a:cubicBezTo>
                  <a:pt x="2059924" y="4657377"/>
                  <a:pt x="2049650" y="4655361"/>
                  <a:pt x="2041201" y="4658529"/>
                </a:cubicBezTo>
                <a:cubicBezTo>
                  <a:pt x="2016044" y="4667939"/>
                  <a:pt x="1990216" y="4669955"/>
                  <a:pt x="1963909" y="4669955"/>
                </a:cubicBezTo>
                <a:cubicBezTo>
                  <a:pt x="1959107" y="4669955"/>
                  <a:pt x="1954210" y="4668612"/>
                  <a:pt x="1949603" y="4667171"/>
                </a:cubicBezTo>
                <a:cubicBezTo>
                  <a:pt x="1922717" y="4658529"/>
                  <a:pt x="1895737" y="4659297"/>
                  <a:pt x="1868373" y="4664578"/>
                </a:cubicBezTo>
                <a:cubicBezTo>
                  <a:pt x="1862708" y="4665731"/>
                  <a:pt x="1856372" y="4665923"/>
                  <a:pt x="1850707" y="4664771"/>
                </a:cubicBezTo>
                <a:cubicBezTo>
                  <a:pt x="1834768" y="4661410"/>
                  <a:pt x="1819309" y="4655841"/>
                  <a:pt x="1803275" y="4653441"/>
                </a:cubicBezTo>
                <a:cubicBezTo>
                  <a:pt x="1776775" y="4649504"/>
                  <a:pt x="1753828" y="4662754"/>
                  <a:pt x="1730112" y="4671396"/>
                </a:cubicBezTo>
                <a:cubicBezTo>
                  <a:pt x="1707548" y="4679557"/>
                  <a:pt x="1688345" y="4697992"/>
                  <a:pt x="1661652" y="4693863"/>
                </a:cubicBezTo>
                <a:cubicBezTo>
                  <a:pt x="1658965" y="4693479"/>
                  <a:pt x="1655988" y="4696071"/>
                  <a:pt x="1653011" y="4696744"/>
                </a:cubicBezTo>
                <a:cubicBezTo>
                  <a:pt x="1644850" y="4698568"/>
                  <a:pt x="1636689" y="4700776"/>
                  <a:pt x="1628431" y="4701641"/>
                </a:cubicBezTo>
                <a:cubicBezTo>
                  <a:pt x="1618350" y="4702793"/>
                  <a:pt x="1608076" y="4702409"/>
                  <a:pt x="1597995" y="4703369"/>
                </a:cubicBezTo>
                <a:cubicBezTo>
                  <a:pt x="1585032" y="4704521"/>
                  <a:pt x="1572263" y="4707593"/>
                  <a:pt x="1559396" y="4707593"/>
                </a:cubicBezTo>
                <a:cubicBezTo>
                  <a:pt x="1549026" y="4707593"/>
                  <a:pt x="1538753" y="4704041"/>
                  <a:pt x="1528480" y="4702312"/>
                </a:cubicBezTo>
                <a:cubicBezTo>
                  <a:pt x="1513981" y="4699912"/>
                  <a:pt x="1498042" y="4700584"/>
                  <a:pt x="1485272" y="4694439"/>
                </a:cubicBezTo>
                <a:cubicBezTo>
                  <a:pt x="1471639" y="4687910"/>
                  <a:pt x="1458676" y="4684934"/>
                  <a:pt x="1444562" y="4686950"/>
                </a:cubicBezTo>
                <a:cubicBezTo>
                  <a:pt x="1439857" y="4687622"/>
                  <a:pt x="1433808" y="4691655"/>
                  <a:pt x="1431696" y="4695783"/>
                </a:cubicBezTo>
                <a:cubicBezTo>
                  <a:pt x="1426991" y="4705001"/>
                  <a:pt x="1420559" y="4706634"/>
                  <a:pt x="1411821" y="4703464"/>
                </a:cubicBezTo>
                <a:cubicBezTo>
                  <a:pt x="1404236" y="4700776"/>
                  <a:pt x="1394922" y="4699432"/>
                  <a:pt x="1389738" y="4694247"/>
                </a:cubicBezTo>
                <a:cubicBezTo>
                  <a:pt x="1375047" y="4679557"/>
                  <a:pt x="1356324" y="4679077"/>
                  <a:pt x="1338081" y="4675141"/>
                </a:cubicBezTo>
                <a:cubicBezTo>
                  <a:pt x="1326945" y="4672739"/>
                  <a:pt x="1316574" y="4672644"/>
                  <a:pt x="1305436" y="4674276"/>
                </a:cubicBezTo>
                <a:cubicBezTo>
                  <a:pt x="1281241" y="4677925"/>
                  <a:pt x="1257717" y="4672739"/>
                  <a:pt x="1234481" y="4666115"/>
                </a:cubicBezTo>
                <a:cubicBezTo>
                  <a:pt x="1219118" y="4661698"/>
                  <a:pt x="1203372" y="4659010"/>
                  <a:pt x="1188106" y="4654497"/>
                </a:cubicBezTo>
                <a:cubicBezTo>
                  <a:pt x="1176680" y="4651041"/>
                  <a:pt x="1165255" y="4646912"/>
                  <a:pt x="1154790" y="4641343"/>
                </a:cubicBezTo>
                <a:cubicBezTo>
                  <a:pt x="1139618" y="4633181"/>
                  <a:pt x="1126369" y="4620891"/>
                  <a:pt x="1107069" y="4624156"/>
                </a:cubicBezTo>
                <a:cubicBezTo>
                  <a:pt x="1090074" y="4627036"/>
                  <a:pt x="1074713" y="4620988"/>
                  <a:pt x="1059158" y="4615227"/>
                </a:cubicBezTo>
                <a:cubicBezTo>
                  <a:pt x="1047732" y="4611002"/>
                  <a:pt x="1036308" y="4606681"/>
                  <a:pt x="1024496" y="4603993"/>
                </a:cubicBezTo>
                <a:cubicBezTo>
                  <a:pt x="1010478" y="4600824"/>
                  <a:pt x="994635" y="4602169"/>
                  <a:pt x="982153" y="4596311"/>
                </a:cubicBezTo>
                <a:cubicBezTo>
                  <a:pt x="969095" y="4590166"/>
                  <a:pt x="958246" y="4594295"/>
                  <a:pt x="946628" y="4596024"/>
                </a:cubicBezTo>
                <a:cubicBezTo>
                  <a:pt x="928097" y="4598712"/>
                  <a:pt x="909661" y="4603705"/>
                  <a:pt x="890939" y="4597368"/>
                </a:cubicBezTo>
                <a:cubicBezTo>
                  <a:pt x="868184" y="4589687"/>
                  <a:pt x="845620" y="4581430"/>
                  <a:pt x="822769" y="4574133"/>
                </a:cubicBezTo>
                <a:cubicBezTo>
                  <a:pt x="813934" y="4571347"/>
                  <a:pt x="804431" y="4570195"/>
                  <a:pt x="795212" y="4568947"/>
                </a:cubicBezTo>
                <a:cubicBezTo>
                  <a:pt x="786476" y="4567891"/>
                  <a:pt x="776010" y="4570579"/>
                  <a:pt x="769288" y="4566547"/>
                </a:cubicBezTo>
                <a:cubicBezTo>
                  <a:pt x="752005" y="4556178"/>
                  <a:pt x="734243" y="4551089"/>
                  <a:pt x="714271" y="4551089"/>
                </a:cubicBezTo>
                <a:cubicBezTo>
                  <a:pt x="706781" y="4551089"/>
                  <a:pt x="699484" y="4546768"/>
                  <a:pt x="691900" y="4545999"/>
                </a:cubicBezTo>
                <a:cubicBezTo>
                  <a:pt x="681529" y="4545040"/>
                  <a:pt x="669623" y="4542447"/>
                  <a:pt x="660598" y="4546096"/>
                </a:cubicBezTo>
                <a:cubicBezTo>
                  <a:pt x="639379" y="4554737"/>
                  <a:pt x="622193" y="4547536"/>
                  <a:pt x="603662" y="4538991"/>
                </a:cubicBezTo>
                <a:cubicBezTo>
                  <a:pt x="585418" y="4530541"/>
                  <a:pt x="566215" y="4523821"/>
                  <a:pt x="546821" y="4518251"/>
                </a:cubicBezTo>
                <a:cubicBezTo>
                  <a:pt x="539524" y="4516235"/>
                  <a:pt x="530787" y="4519596"/>
                  <a:pt x="522721" y="4520267"/>
                </a:cubicBezTo>
                <a:cubicBezTo>
                  <a:pt x="519840" y="4520460"/>
                  <a:pt x="516671" y="4520748"/>
                  <a:pt x="514080" y="4519788"/>
                </a:cubicBezTo>
                <a:cubicBezTo>
                  <a:pt x="489020" y="4510570"/>
                  <a:pt x="463575" y="4503561"/>
                  <a:pt x="436404" y="4508361"/>
                </a:cubicBezTo>
                <a:cubicBezTo>
                  <a:pt x="433908" y="4508842"/>
                  <a:pt x="431123" y="4507786"/>
                  <a:pt x="428626" y="4507114"/>
                </a:cubicBezTo>
                <a:cubicBezTo>
                  <a:pt x="416432" y="4503657"/>
                  <a:pt x="404526" y="4498184"/>
                  <a:pt x="392141" y="4496936"/>
                </a:cubicBezTo>
                <a:cubicBezTo>
                  <a:pt x="361608" y="4493864"/>
                  <a:pt x="330884" y="4492615"/>
                  <a:pt x="300157" y="4490599"/>
                </a:cubicBezTo>
                <a:cubicBezTo>
                  <a:pt x="298237" y="4490503"/>
                  <a:pt x="296221" y="4490503"/>
                  <a:pt x="294493" y="4489831"/>
                </a:cubicBezTo>
                <a:cubicBezTo>
                  <a:pt x="283163" y="4485702"/>
                  <a:pt x="273274" y="4487047"/>
                  <a:pt x="263671" y="4494919"/>
                </a:cubicBezTo>
                <a:cubicBezTo>
                  <a:pt x="259447" y="4498376"/>
                  <a:pt x="253686" y="4500200"/>
                  <a:pt x="248406" y="4502121"/>
                </a:cubicBezTo>
                <a:cubicBezTo>
                  <a:pt x="240628" y="4505002"/>
                  <a:pt x="232659" y="4507786"/>
                  <a:pt x="224594" y="4509610"/>
                </a:cubicBezTo>
                <a:cubicBezTo>
                  <a:pt x="216624" y="4511338"/>
                  <a:pt x="208079" y="4513738"/>
                  <a:pt x="200398" y="4512395"/>
                </a:cubicBezTo>
                <a:cubicBezTo>
                  <a:pt x="186572" y="4509994"/>
                  <a:pt x="173417" y="4504618"/>
                  <a:pt x="159783" y="4501064"/>
                </a:cubicBezTo>
                <a:cubicBezTo>
                  <a:pt x="155079" y="4499816"/>
                  <a:pt x="149893" y="4500009"/>
                  <a:pt x="144997" y="4499912"/>
                </a:cubicBezTo>
                <a:cubicBezTo>
                  <a:pt x="133763" y="4499625"/>
                  <a:pt x="122241" y="4502409"/>
                  <a:pt x="112064" y="4494440"/>
                </a:cubicBezTo>
                <a:cubicBezTo>
                  <a:pt x="102655" y="4486951"/>
                  <a:pt x="93148" y="4489158"/>
                  <a:pt x="83259" y="4494824"/>
                </a:cubicBezTo>
                <a:cubicBezTo>
                  <a:pt x="76154" y="4498857"/>
                  <a:pt x="68090" y="4502025"/>
                  <a:pt x="60120" y="4503561"/>
                </a:cubicBezTo>
                <a:cubicBezTo>
                  <a:pt x="49174" y="4505673"/>
                  <a:pt x="38324" y="4506538"/>
                  <a:pt x="26514" y="4505289"/>
                </a:cubicBezTo>
                <a:cubicBezTo>
                  <a:pt x="18161" y="4504425"/>
                  <a:pt x="11343" y="4504041"/>
                  <a:pt x="4814" y="4498952"/>
                </a:cubicBezTo>
                <a:cubicBezTo>
                  <a:pt x="3759" y="4498184"/>
                  <a:pt x="1839" y="4497992"/>
                  <a:pt x="398" y="4498089"/>
                </a:cubicBezTo>
                <a:lnTo>
                  <a:pt x="0" y="4498087"/>
                </a:lnTo>
                <a:close/>
              </a:path>
            </a:pathLst>
          </a:custGeom>
          <a:solidFill>
            <a:schemeClr val="tx1"/>
          </a:solidFill>
          <a:ln w="12700" cap="flat" cmpd="sng" algn="ctr">
            <a:noFill/>
            <a:prstDash val="solid"/>
            <a:miter lim="800000"/>
          </a:ln>
          <a:effectLst>
            <a:outerShdw blurRad="381000" dist="152400" dir="5400000" algn="t" rotWithShape="0">
              <a:prstClr val="black">
                <a:alpha val="10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0453D6FB-F9E1-F64A-1079-F2304DD4979E}"/>
              </a:ext>
            </a:extLst>
          </p:cNvPr>
          <p:cNvSpPr>
            <a:spLocks noGrp="1"/>
          </p:cNvSpPr>
          <p:nvPr>
            <p:ph type="title"/>
          </p:nvPr>
        </p:nvSpPr>
        <p:spPr>
          <a:xfrm>
            <a:off x="1287462" y="2037441"/>
            <a:ext cx="4391024" cy="707886"/>
          </a:xfrm>
        </p:spPr>
        <p:txBody>
          <a:bodyPr anchor="t">
            <a:normAutofit/>
          </a:bodyPr>
          <a:lstStyle/>
          <a:p>
            <a:r>
              <a:rPr lang="ja-JP" altLang="en-US" sz="2800">
                <a:solidFill>
                  <a:schemeClr val="bg1"/>
                </a:solidFill>
              </a:rPr>
              <a:t>スタンダードセルの特徴</a:t>
            </a:r>
            <a:endParaRPr kumimoji="1" lang="ja-JP" altLang="en-US" sz="2800">
              <a:solidFill>
                <a:schemeClr val="bg1"/>
              </a:solidFill>
            </a:endParaRPr>
          </a:p>
        </p:txBody>
      </p:sp>
      <p:sp>
        <p:nvSpPr>
          <p:cNvPr id="3" name="コンテンツ プレースホルダー 2">
            <a:extLst>
              <a:ext uri="{FF2B5EF4-FFF2-40B4-BE49-F238E27FC236}">
                <a16:creationId xmlns:a16="http://schemas.microsoft.com/office/drawing/2014/main" id="{B52C9D2E-FF23-8A88-47E9-985E0776ECCE}"/>
              </a:ext>
            </a:extLst>
          </p:cNvPr>
          <p:cNvSpPr>
            <a:spLocks noGrp="1"/>
          </p:cNvSpPr>
          <p:nvPr>
            <p:ph idx="1"/>
          </p:nvPr>
        </p:nvSpPr>
        <p:spPr>
          <a:xfrm>
            <a:off x="1287463" y="2926800"/>
            <a:ext cx="4391024" cy="2291086"/>
          </a:xfrm>
        </p:spPr>
        <p:txBody>
          <a:bodyPr>
            <a:normAutofit/>
          </a:bodyPr>
          <a:lstStyle/>
          <a:p>
            <a:r>
              <a:rPr kumimoji="1" lang="ja-JP" altLang="en-US" sz="2400" dirty="0">
                <a:solidFill>
                  <a:schemeClr val="bg1">
                    <a:alpha val="80000"/>
                  </a:schemeClr>
                </a:solidFill>
              </a:rPr>
              <a:t>上が</a:t>
            </a:r>
            <a:r>
              <a:rPr kumimoji="1" lang="en-US" altLang="ja-JP" sz="2400" dirty="0">
                <a:solidFill>
                  <a:schemeClr val="bg1">
                    <a:alpha val="80000"/>
                  </a:schemeClr>
                </a:solidFill>
              </a:rPr>
              <a:t>PMOS</a:t>
            </a:r>
            <a:r>
              <a:rPr lang="en-US" altLang="ja-JP" sz="2400" dirty="0">
                <a:solidFill>
                  <a:schemeClr val="bg1">
                    <a:alpha val="80000"/>
                  </a:schemeClr>
                </a:solidFill>
              </a:rPr>
              <a:t>,</a:t>
            </a:r>
            <a:r>
              <a:rPr lang="ja-JP" altLang="en-US" sz="2400" dirty="0">
                <a:solidFill>
                  <a:schemeClr val="bg1">
                    <a:alpha val="80000"/>
                  </a:schemeClr>
                </a:solidFill>
              </a:rPr>
              <a:t>下が</a:t>
            </a:r>
            <a:r>
              <a:rPr lang="en-US" altLang="ja-JP" sz="2400" dirty="0">
                <a:solidFill>
                  <a:schemeClr val="bg1">
                    <a:alpha val="80000"/>
                  </a:schemeClr>
                </a:solidFill>
              </a:rPr>
              <a:t>NMOS</a:t>
            </a:r>
          </a:p>
          <a:p>
            <a:r>
              <a:rPr kumimoji="1" lang="en-US" altLang="ja-JP" sz="2400" dirty="0">
                <a:solidFill>
                  <a:schemeClr val="bg1">
                    <a:alpha val="80000"/>
                  </a:schemeClr>
                </a:solidFill>
              </a:rPr>
              <a:t>VDD</a:t>
            </a:r>
            <a:r>
              <a:rPr kumimoji="1" lang="ja-JP" altLang="en-US" sz="2400" dirty="0">
                <a:solidFill>
                  <a:schemeClr val="bg1">
                    <a:alpha val="80000"/>
                  </a:schemeClr>
                </a:solidFill>
              </a:rPr>
              <a:t>と</a:t>
            </a:r>
            <a:r>
              <a:rPr kumimoji="1" lang="en-US" altLang="ja-JP" sz="2400" dirty="0">
                <a:solidFill>
                  <a:schemeClr val="bg1">
                    <a:alpha val="80000"/>
                  </a:schemeClr>
                </a:solidFill>
              </a:rPr>
              <a:t>VSS</a:t>
            </a:r>
            <a:r>
              <a:rPr kumimoji="1" lang="ja-JP" altLang="en-US" sz="2400" dirty="0">
                <a:solidFill>
                  <a:schemeClr val="bg1">
                    <a:alpha val="80000"/>
                  </a:schemeClr>
                </a:solidFill>
              </a:rPr>
              <a:t>ラインがある</a:t>
            </a:r>
            <a:endParaRPr kumimoji="1" lang="en-US" altLang="ja-JP" sz="2400" dirty="0">
              <a:solidFill>
                <a:schemeClr val="bg1">
                  <a:alpha val="80000"/>
                </a:schemeClr>
              </a:solidFill>
            </a:endParaRPr>
          </a:p>
          <a:p>
            <a:r>
              <a:rPr lang="ja-JP" altLang="en-US" sz="2400" dirty="0">
                <a:solidFill>
                  <a:schemeClr val="bg1">
                    <a:alpha val="80000"/>
                  </a:schemeClr>
                </a:solidFill>
              </a:rPr>
              <a:t>ポートは何種類かある</a:t>
            </a:r>
            <a:endParaRPr kumimoji="1" lang="ja-JP" altLang="en-US" sz="2400" dirty="0">
              <a:solidFill>
                <a:schemeClr val="bg1">
                  <a:alpha val="80000"/>
                </a:schemeClr>
              </a:solidFill>
            </a:endParaRPr>
          </a:p>
        </p:txBody>
      </p:sp>
      <p:sp>
        <p:nvSpPr>
          <p:cNvPr id="11" name="Freeform: Shape 10">
            <a:extLst>
              <a:ext uri="{FF2B5EF4-FFF2-40B4-BE49-F238E27FC236}">
                <a16:creationId xmlns:a16="http://schemas.microsoft.com/office/drawing/2014/main" id="{127393A7-D6DA-410B-8699-AA56B57BF7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7088" y="4795537"/>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3" name="Freeform: Shape 12">
            <a:extLst>
              <a:ext uri="{FF2B5EF4-FFF2-40B4-BE49-F238E27FC236}">
                <a16:creationId xmlns:a16="http://schemas.microsoft.com/office/drawing/2014/main" id="{8EC44C88-69E3-42EE-86E8-9B45F712B76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7088" y="4795537"/>
            <a:ext cx="5260975" cy="1410656"/>
          </a:xfrm>
          <a:custGeom>
            <a:avLst/>
            <a:gdLst>
              <a:gd name="connsiteX0" fmla="*/ 5260975 w 5260975"/>
              <a:gd name="connsiteY0" fmla="*/ 0 h 1410656"/>
              <a:gd name="connsiteX1" fmla="*/ 5260975 w 5260975"/>
              <a:gd name="connsiteY1" fmla="*/ 221634 h 1410656"/>
              <a:gd name="connsiteX2" fmla="*/ 5226503 w 5260975"/>
              <a:gd name="connsiteY2" fmla="*/ 237063 h 1410656"/>
              <a:gd name="connsiteX3" fmla="*/ 5206341 w 5260975"/>
              <a:gd name="connsiteY3" fmla="*/ 245128 h 1410656"/>
              <a:gd name="connsiteX4" fmla="*/ 5123287 w 5260975"/>
              <a:gd name="connsiteY4" fmla="*/ 297073 h 1410656"/>
              <a:gd name="connsiteX5" fmla="*/ 5048107 w 5260975"/>
              <a:gd name="connsiteY5" fmla="*/ 361307 h 1410656"/>
              <a:gd name="connsiteX6" fmla="*/ 4992899 w 5260975"/>
              <a:gd name="connsiteY6" fmla="*/ 437542 h 1410656"/>
              <a:gd name="connsiteX7" fmla="*/ 4977440 w 5260975"/>
              <a:gd name="connsiteY7" fmla="*/ 455690 h 1410656"/>
              <a:gd name="connsiteX8" fmla="*/ 4935193 w 5260975"/>
              <a:gd name="connsiteY8" fmla="*/ 478445 h 1410656"/>
              <a:gd name="connsiteX9" fmla="*/ 4897844 w 5260975"/>
              <a:gd name="connsiteY9" fmla="*/ 495535 h 1410656"/>
              <a:gd name="connsiteX10" fmla="*/ 4870767 w 5260975"/>
              <a:gd name="connsiteY10" fmla="*/ 514451 h 1410656"/>
              <a:gd name="connsiteX11" fmla="*/ 4847916 w 5260975"/>
              <a:gd name="connsiteY11" fmla="*/ 531830 h 1410656"/>
              <a:gd name="connsiteX12" fmla="*/ 4796163 w 5260975"/>
              <a:gd name="connsiteY12" fmla="*/ 576765 h 1410656"/>
              <a:gd name="connsiteX13" fmla="*/ 4738843 w 5260975"/>
              <a:gd name="connsiteY13" fmla="*/ 614691 h 1410656"/>
              <a:gd name="connsiteX14" fmla="*/ 4692755 w 5260975"/>
              <a:gd name="connsiteY14" fmla="*/ 661162 h 1410656"/>
              <a:gd name="connsiteX15" fmla="*/ 4673744 w 5260975"/>
              <a:gd name="connsiteY15" fmla="*/ 686318 h 1410656"/>
              <a:gd name="connsiteX16" fmla="*/ 4633801 w 5260975"/>
              <a:gd name="connsiteY16" fmla="*/ 703505 h 1410656"/>
              <a:gd name="connsiteX17" fmla="*/ 4590499 w 5260975"/>
              <a:gd name="connsiteY17" fmla="*/ 730389 h 1410656"/>
              <a:gd name="connsiteX18" fmla="*/ 4559773 w 5260975"/>
              <a:gd name="connsiteY18" fmla="*/ 757081 h 1410656"/>
              <a:gd name="connsiteX19" fmla="*/ 4536059 w 5260975"/>
              <a:gd name="connsiteY19" fmla="*/ 774940 h 1410656"/>
              <a:gd name="connsiteX20" fmla="*/ 4502549 w 5260975"/>
              <a:gd name="connsiteY20" fmla="*/ 792895 h 1410656"/>
              <a:gd name="connsiteX21" fmla="*/ 4468944 w 5260975"/>
              <a:gd name="connsiteY21" fmla="*/ 816419 h 1410656"/>
              <a:gd name="connsiteX22" fmla="*/ 4452622 w 5260975"/>
              <a:gd name="connsiteY22" fmla="*/ 830917 h 1410656"/>
              <a:gd name="connsiteX23" fmla="*/ 4421032 w 5260975"/>
              <a:gd name="connsiteY23" fmla="*/ 855016 h 1410656"/>
              <a:gd name="connsiteX24" fmla="*/ 4388483 w 5260975"/>
              <a:gd name="connsiteY24" fmla="*/ 877484 h 1410656"/>
              <a:gd name="connsiteX25" fmla="*/ 4327321 w 5260975"/>
              <a:gd name="connsiteY25" fmla="*/ 903216 h 1410656"/>
              <a:gd name="connsiteX26" fmla="*/ 4271633 w 5260975"/>
              <a:gd name="connsiteY26" fmla="*/ 941046 h 1410656"/>
              <a:gd name="connsiteX27" fmla="*/ 4227465 w 5260975"/>
              <a:gd name="connsiteY27" fmla="*/ 968698 h 1410656"/>
              <a:gd name="connsiteX28" fmla="*/ 4201733 w 5260975"/>
              <a:gd name="connsiteY28" fmla="*/ 986846 h 1410656"/>
              <a:gd name="connsiteX29" fmla="*/ 4154494 w 5260975"/>
              <a:gd name="connsiteY29" fmla="*/ 1027364 h 1410656"/>
              <a:gd name="connsiteX30" fmla="*/ 4081234 w 5260975"/>
              <a:gd name="connsiteY30" fmla="*/ 1069994 h 1410656"/>
              <a:gd name="connsiteX31" fmla="*/ 4036971 w 5260975"/>
              <a:gd name="connsiteY31" fmla="*/ 1093038 h 1410656"/>
              <a:gd name="connsiteX32" fmla="*/ 3941725 w 5260975"/>
              <a:gd name="connsiteY32" fmla="*/ 1127796 h 1410656"/>
              <a:gd name="connsiteX33" fmla="*/ 3910999 w 5260975"/>
              <a:gd name="connsiteY33" fmla="*/ 1140182 h 1410656"/>
              <a:gd name="connsiteX34" fmla="*/ 3875859 w 5260975"/>
              <a:gd name="connsiteY34" fmla="*/ 1148343 h 1410656"/>
              <a:gd name="connsiteX35" fmla="*/ 3819401 w 5260975"/>
              <a:gd name="connsiteY35" fmla="*/ 1167642 h 1410656"/>
              <a:gd name="connsiteX36" fmla="*/ 3709176 w 5260975"/>
              <a:gd name="connsiteY36" fmla="*/ 1200863 h 1410656"/>
              <a:gd name="connsiteX37" fmla="*/ 3684981 w 5260975"/>
              <a:gd name="connsiteY37" fmla="*/ 1205952 h 1410656"/>
              <a:gd name="connsiteX38" fmla="*/ 3623338 w 5260975"/>
              <a:gd name="connsiteY38" fmla="*/ 1227363 h 1410656"/>
              <a:gd name="connsiteX39" fmla="*/ 3586373 w 5260975"/>
              <a:gd name="connsiteY39" fmla="*/ 1241765 h 1410656"/>
              <a:gd name="connsiteX40" fmla="*/ 3555743 w 5260975"/>
              <a:gd name="connsiteY40" fmla="*/ 1250023 h 1410656"/>
              <a:gd name="connsiteX41" fmla="*/ 3528667 w 5260975"/>
              <a:gd name="connsiteY41" fmla="*/ 1253864 h 1410656"/>
              <a:gd name="connsiteX42" fmla="*/ 3457424 w 5260975"/>
              <a:gd name="connsiteY42" fmla="*/ 1272874 h 1410656"/>
              <a:gd name="connsiteX43" fmla="*/ 3429003 w 5260975"/>
              <a:gd name="connsiteY43" fmla="*/ 1280364 h 1410656"/>
              <a:gd name="connsiteX44" fmla="*/ 3355264 w 5260975"/>
              <a:gd name="connsiteY44" fmla="*/ 1306096 h 1410656"/>
              <a:gd name="connsiteX45" fmla="*/ 3292757 w 5260975"/>
              <a:gd name="connsiteY45" fmla="*/ 1323090 h 1410656"/>
              <a:gd name="connsiteX46" fmla="*/ 3266643 w 5260975"/>
              <a:gd name="connsiteY46" fmla="*/ 1331251 h 1410656"/>
              <a:gd name="connsiteX47" fmla="*/ 3206921 w 5260975"/>
              <a:gd name="connsiteY47" fmla="*/ 1344886 h 1410656"/>
              <a:gd name="connsiteX48" fmla="*/ 3173123 w 5260975"/>
              <a:gd name="connsiteY48" fmla="*/ 1354488 h 1410656"/>
              <a:gd name="connsiteX49" fmla="*/ 3090646 w 5260975"/>
              <a:gd name="connsiteY49" fmla="*/ 1365337 h 1410656"/>
              <a:gd name="connsiteX50" fmla="*/ 3005480 w 5260975"/>
              <a:gd name="connsiteY50" fmla="*/ 1375802 h 1410656"/>
              <a:gd name="connsiteX51" fmla="*/ 2958721 w 5260975"/>
              <a:gd name="connsiteY51" fmla="*/ 1379259 h 1410656"/>
              <a:gd name="connsiteX52" fmla="*/ 2917915 w 5260975"/>
              <a:gd name="connsiteY52" fmla="*/ 1384733 h 1410656"/>
              <a:gd name="connsiteX53" fmla="*/ 2882389 w 5260975"/>
              <a:gd name="connsiteY53" fmla="*/ 1388189 h 1410656"/>
              <a:gd name="connsiteX54" fmla="*/ 2825837 w 5260975"/>
              <a:gd name="connsiteY54" fmla="*/ 1395198 h 1410656"/>
              <a:gd name="connsiteX55" fmla="*/ 2802313 w 5260975"/>
              <a:gd name="connsiteY55" fmla="*/ 1397023 h 1410656"/>
              <a:gd name="connsiteX56" fmla="*/ 2746816 w 5260975"/>
              <a:gd name="connsiteY56" fmla="*/ 1396926 h 1410656"/>
              <a:gd name="connsiteX57" fmla="*/ 2727517 w 5260975"/>
              <a:gd name="connsiteY57" fmla="*/ 1395966 h 1410656"/>
              <a:gd name="connsiteX58" fmla="*/ 2690359 w 5260975"/>
              <a:gd name="connsiteY58" fmla="*/ 1384060 h 1410656"/>
              <a:gd name="connsiteX59" fmla="*/ 2685943 w 5260975"/>
              <a:gd name="connsiteY59" fmla="*/ 1383196 h 1410656"/>
              <a:gd name="connsiteX60" fmla="*/ 2661554 w 5260975"/>
              <a:gd name="connsiteY60" fmla="*/ 1378491 h 1410656"/>
              <a:gd name="connsiteX61" fmla="*/ 2648208 w 5260975"/>
              <a:gd name="connsiteY61" fmla="*/ 1376955 h 1410656"/>
              <a:gd name="connsiteX62" fmla="*/ 2597512 w 5260975"/>
              <a:gd name="connsiteY62" fmla="*/ 1367162 h 1410656"/>
              <a:gd name="connsiteX63" fmla="*/ 2568324 w 5260975"/>
              <a:gd name="connsiteY63" fmla="*/ 1362553 h 1410656"/>
              <a:gd name="connsiteX64" fmla="*/ 2544704 w 5260975"/>
              <a:gd name="connsiteY64" fmla="*/ 1363225 h 1410656"/>
              <a:gd name="connsiteX65" fmla="*/ 2503225 w 5260975"/>
              <a:gd name="connsiteY65" fmla="*/ 1364089 h 1410656"/>
              <a:gd name="connsiteX66" fmla="*/ 2489975 w 5260975"/>
              <a:gd name="connsiteY66" fmla="*/ 1366298 h 1410656"/>
              <a:gd name="connsiteX67" fmla="*/ 2430061 w 5260975"/>
              <a:gd name="connsiteY67" fmla="*/ 1359960 h 1410656"/>
              <a:gd name="connsiteX68" fmla="*/ 2395880 w 5260975"/>
              <a:gd name="connsiteY68" fmla="*/ 1359480 h 1410656"/>
              <a:gd name="connsiteX69" fmla="*/ 2357378 w 5260975"/>
              <a:gd name="connsiteY69" fmla="*/ 1351607 h 1410656"/>
              <a:gd name="connsiteX70" fmla="*/ 2346145 w 5260975"/>
              <a:gd name="connsiteY70" fmla="*/ 1351991 h 1410656"/>
              <a:gd name="connsiteX71" fmla="*/ 2333567 w 5260975"/>
              <a:gd name="connsiteY71" fmla="*/ 1352663 h 1410656"/>
              <a:gd name="connsiteX72" fmla="*/ 2294968 w 5260975"/>
              <a:gd name="connsiteY72" fmla="*/ 1353240 h 1410656"/>
              <a:gd name="connsiteX73" fmla="*/ 2271540 w 5260975"/>
              <a:gd name="connsiteY73" fmla="*/ 1356120 h 1410656"/>
              <a:gd name="connsiteX74" fmla="*/ 2226895 w 5260975"/>
              <a:gd name="connsiteY74" fmla="*/ 1354392 h 1410656"/>
              <a:gd name="connsiteX75" fmla="*/ 2210379 w 5260975"/>
              <a:gd name="connsiteY75" fmla="*/ 1356888 h 1410656"/>
              <a:gd name="connsiteX76" fmla="*/ 2168613 w 5260975"/>
              <a:gd name="connsiteY76" fmla="*/ 1357176 h 1410656"/>
              <a:gd name="connsiteX77" fmla="*/ 2131167 w 5260975"/>
              <a:gd name="connsiteY77" fmla="*/ 1355736 h 1410656"/>
              <a:gd name="connsiteX78" fmla="*/ 2095065 w 5260975"/>
              <a:gd name="connsiteY78" fmla="*/ 1356504 h 1410656"/>
              <a:gd name="connsiteX79" fmla="*/ 2069237 w 5260975"/>
              <a:gd name="connsiteY79" fmla="*/ 1359672 h 1410656"/>
              <a:gd name="connsiteX80" fmla="*/ 2041201 w 5260975"/>
              <a:gd name="connsiteY80" fmla="*/ 1361592 h 1410656"/>
              <a:gd name="connsiteX81" fmla="*/ 1963909 w 5260975"/>
              <a:gd name="connsiteY81" fmla="*/ 1373018 h 1410656"/>
              <a:gd name="connsiteX82" fmla="*/ 1949603 w 5260975"/>
              <a:gd name="connsiteY82" fmla="*/ 1370234 h 1410656"/>
              <a:gd name="connsiteX83" fmla="*/ 1868373 w 5260975"/>
              <a:gd name="connsiteY83" fmla="*/ 1367641 h 1410656"/>
              <a:gd name="connsiteX84" fmla="*/ 1850707 w 5260975"/>
              <a:gd name="connsiteY84" fmla="*/ 1367834 h 1410656"/>
              <a:gd name="connsiteX85" fmla="*/ 1803275 w 5260975"/>
              <a:gd name="connsiteY85" fmla="*/ 1356504 h 1410656"/>
              <a:gd name="connsiteX86" fmla="*/ 1730112 w 5260975"/>
              <a:gd name="connsiteY86" fmla="*/ 1374459 h 1410656"/>
              <a:gd name="connsiteX87" fmla="*/ 1661652 w 5260975"/>
              <a:gd name="connsiteY87" fmla="*/ 1396926 h 1410656"/>
              <a:gd name="connsiteX88" fmla="*/ 1653011 w 5260975"/>
              <a:gd name="connsiteY88" fmla="*/ 1399807 h 1410656"/>
              <a:gd name="connsiteX89" fmla="*/ 1628431 w 5260975"/>
              <a:gd name="connsiteY89" fmla="*/ 1404704 h 1410656"/>
              <a:gd name="connsiteX90" fmla="*/ 1597995 w 5260975"/>
              <a:gd name="connsiteY90" fmla="*/ 1406432 h 1410656"/>
              <a:gd name="connsiteX91" fmla="*/ 1559396 w 5260975"/>
              <a:gd name="connsiteY91" fmla="*/ 1410656 h 1410656"/>
              <a:gd name="connsiteX92" fmla="*/ 1528480 w 5260975"/>
              <a:gd name="connsiteY92" fmla="*/ 1405375 h 1410656"/>
              <a:gd name="connsiteX93" fmla="*/ 1485272 w 5260975"/>
              <a:gd name="connsiteY93" fmla="*/ 1397502 h 1410656"/>
              <a:gd name="connsiteX94" fmla="*/ 1444562 w 5260975"/>
              <a:gd name="connsiteY94" fmla="*/ 1390013 h 1410656"/>
              <a:gd name="connsiteX95" fmla="*/ 1431696 w 5260975"/>
              <a:gd name="connsiteY95" fmla="*/ 1398846 h 1410656"/>
              <a:gd name="connsiteX96" fmla="*/ 1411821 w 5260975"/>
              <a:gd name="connsiteY96" fmla="*/ 1406527 h 1410656"/>
              <a:gd name="connsiteX97" fmla="*/ 1389738 w 5260975"/>
              <a:gd name="connsiteY97" fmla="*/ 1397310 h 1410656"/>
              <a:gd name="connsiteX98" fmla="*/ 1338081 w 5260975"/>
              <a:gd name="connsiteY98" fmla="*/ 1378204 h 1410656"/>
              <a:gd name="connsiteX99" fmla="*/ 1305436 w 5260975"/>
              <a:gd name="connsiteY99" fmla="*/ 1377339 h 1410656"/>
              <a:gd name="connsiteX100" fmla="*/ 1234481 w 5260975"/>
              <a:gd name="connsiteY100" fmla="*/ 1369178 h 1410656"/>
              <a:gd name="connsiteX101" fmla="*/ 1188106 w 5260975"/>
              <a:gd name="connsiteY101" fmla="*/ 1357560 h 1410656"/>
              <a:gd name="connsiteX102" fmla="*/ 1154790 w 5260975"/>
              <a:gd name="connsiteY102" fmla="*/ 1344406 h 1410656"/>
              <a:gd name="connsiteX103" fmla="*/ 1107069 w 5260975"/>
              <a:gd name="connsiteY103" fmla="*/ 1327219 h 1410656"/>
              <a:gd name="connsiteX104" fmla="*/ 1059158 w 5260975"/>
              <a:gd name="connsiteY104" fmla="*/ 1318290 h 1410656"/>
              <a:gd name="connsiteX105" fmla="*/ 1024496 w 5260975"/>
              <a:gd name="connsiteY105" fmla="*/ 1307056 h 1410656"/>
              <a:gd name="connsiteX106" fmla="*/ 982153 w 5260975"/>
              <a:gd name="connsiteY106" fmla="*/ 1299374 h 1410656"/>
              <a:gd name="connsiteX107" fmla="*/ 946628 w 5260975"/>
              <a:gd name="connsiteY107" fmla="*/ 1299087 h 1410656"/>
              <a:gd name="connsiteX108" fmla="*/ 890939 w 5260975"/>
              <a:gd name="connsiteY108" fmla="*/ 1300431 h 1410656"/>
              <a:gd name="connsiteX109" fmla="*/ 822769 w 5260975"/>
              <a:gd name="connsiteY109" fmla="*/ 1277196 h 1410656"/>
              <a:gd name="connsiteX110" fmla="*/ 795212 w 5260975"/>
              <a:gd name="connsiteY110" fmla="*/ 1272010 h 1410656"/>
              <a:gd name="connsiteX111" fmla="*/ 769288 w 5260975"/>
              <a:gd name="connsiteY111" fmla="*/ 1269610 h 1410656"/>
              <a:gd name="connsiteX112" fmla="*/ 714271 w 5260975"/>
              <a:gd name="connsiteY112" fmla="*/ 1254152 h 1410656"/>
              <a:gd name="connsiteX113" fmla="*/ 691900 w 5260975"/>
              <a:gd name="connsiteY113" fmla="*/ 1249062 h 1410656"/>
              <a:gd name="connsiteX114" fmla="*/ 660598 w 5260975"/>
              <a:gd name="connsiteY114" fmla="*/ 1249159 h 1410656"/>
              <a:gd name="connsiteX115" fmla="*/ 603662 w 5260975"/>
              <a:gd name="connsiteY115" fmla="*/ 1242054 h 1410656"/>
              <a:gd name="connsiteX116" fmla="*/ 546821 w 5260975"/>
              <a:gd name="connsiteY116" fmla="*/ 1221314 h 1410656"/>
              <a:gd name="connsiteX117" fmla="*/ 522721 w 5260975"/>
              <a:gd name="connsiteY117" fmla="*/ 1223330 h 1410656"/>
              <a:gd name="connsiteX118" fmla="*/ 514080 w 5260975"/>
              <a:gd name="connsiteY118" fmla="*/ 1222851 h 1410656"/>
              <a:gd name="connsiteX119" fmla="*/ 436404 w 5260975"/>
              <a:gd name="connsiteY119" fmla="*/ 1211424 h 1410656"/>
              <a:gd name="connsiteX120" fmla="*/ 428626 w 5260975"/>
              <a:gd name="connsiteY120" fmla="*/ 1210177 h 1410656"/>
              <a:gd name="connsiteX121" fmla="*/ 392141 w 5260975"/>
              <a:gd name="connsiteY121" fmla="*/ 1199999 h 1410656"/>
              <a:gd name="connsiteX122" fmla="*/ 300157 w 5260975"/>
              <a:gd name="connsiteY122" fmla="*/ 1193662 h 1410656"/>
              <a:gd name="connsiteX123" fmla="*/ 294493 w 5260975"/>
              <a:gd name="connsiteY123" fmla="*/ 1192894 h 1410656"/>
              <a:gd name="connsiteX124" fmla="*/ 263671 w 5260975"/>
              <a:gd name="connsiteY124" fmla="*/ 1197982 h 1410656"/>
              <a:gd name="connsiteX125" fmla="*/ 248406 w 5260975"/>
              <a:gd name="connsiteY125" fmla="*/ 1205184 h 1410656"/>
              <a:gd name="connsiteX126" fmla="*/ 224594 w 5260975"/>
              <a:gd name="connsiteY126" fmla="*/ 1212673 h 1410656"/>
              <a:gd name="connsiteX127" fmla="*/ 200398 w 5260975"/>
              <a:gd name="connsiteY127" fmla="*/ 1215458 h 1410656"/>
              <a:gd name="connsiteX128" fmla="*/ 159783 w 5260975"/>
              <a:gd name="connsiteY128" fmla="*/ 1204127 h 1410656"/>
              <a:gd name="connsiteX129" fmla="*/ 144997 w 5260975"/>
              <a:gd name="connsiteY129" fmla="*/ 1202975 h 1410656"/>
              <a:gd name="connsiteX130" fmla="*/ 112064 w 5260975"/>
              <a:gd name="connsiteY130" fmla="*/ 1197503 h 1410656"/>
              <a:gd name="connsiteX131" fmla="*/ 83259 w 5260975"/>
              <a:gd name="connsiteY131" fmla="*/ 1197887 h 1410656"/>
              <a:gd name="connsiteX132" fmla="*/ 60120 w 5260975"/>
              <a:gd name="connsiteY132" fmla="*/ 1206624 h 1410656"/>
              <a:gd name="connsiteX133" fmla="*/ 26514 w 5260975"/>
              <a:gd name="connsiteY133" fmla="*/ 1208352 h 1410656"/>
              <a:gd name="connsiteX134" fmla="*/ 4814 w 5260975"/>
              <a:gd name="connsiteY134" fmla="*/ 1202015 h 1410656"/>
              <a:gd name="connsiteX135" fmla="*/ 398 w 5260975"/>
              <a:gd name="connsiteY135" fmla="*/ 1201152 h 1410656"/>
              <a:gd name="connsiteX136" fmla="*/ 0 w 5260975"/>
              <a:gd name="connsiteY136" fmla="*/ 1201150 h 1410656"/>
              <a:gd name="connsiteX137" fmla="*/ 0 w 5260975"/>
              <a:gd name="connsiteY137" fmla="*/ 1004512 h 1410656"/>
              <a:gd name="connsiteX138" fmla="*/ 30355 w 5260975"/>
              <a:gd name="connsiteY138" fmla="*/ 1002784 h 1410656"/>
              <a:gd name="connsiteX139" fmla="*/ 52151 w 5260975"/>
              <a:gd name="connsiteY139" fmla="*/ 997695 h 1410656"/>
              <a:gd name="connsiteX140" fmla="*/ 64248 w 5260975"/>
              <a:gd name="connsiteY140" fmla="*/ 994430 h 1410656"/>
              <a:gd name="connsiteX141" fmla="*/ 126370 w 5260975"/>
              <a:gd name="connsiteY141" fmla="*/ 985405 h 1410656"/>
              <a:gd name="connsiteX142" fmla="*/ 154022 w 5260975"/>
              <a:gd name="connsiteY142" fmla="*/ 975708 h 1410656"/>
              <a:gd name="connsiteX143" fmla="*/ 161512 w 5260975"/>
              <a:gd name="connsiteY143" fmla="*/ 974268 h 1410656"/>
              <a:gd name="connsiteX144" fmla="*/ 202510 w 5260975"/>
              <a:gd name="connsiteY144" fmla="*/ 978300 h 1410656"/>
              <a:gd name="connsiteX145" fmla="*/ 233235 w 5260975"/>
              <a:gd name="connsiteY145" fmla="*/ 993950 h 1410656"/>
              <a:gd name="connsiteX146" fmla="*/ 239188 w 5260975"/>
              <a:gd name="connsiteY146" fmla="*/ 999231 h 1410656"/>
              <a:gd name="connsiteX147" fmla="*/ 324834 w 5260975"/>
              <a:gd name="connsiteY147" fmla="*/ 997407 h 1410656"/>
              <a:gd name="connsiteX148" fmla="*/ 337987 w 5260975"/>
              <a:gd name="connsiteY148" fmla="*/ 995198 h 1410656"/>
              <a:gd name="connsiteX149" fmla="*/ 401550 w 5260975"/>
              <a:gd name="connsiteY149" fmla="*/ 1004416 h 1410656"/>
              <a:gd name="connsiteX150" fmla="*/ 420081 w 5260975"/>
              <a:gd name="connsiteY150" fmla="*/ 1006240 h 1410656"/>
              <a:gd name="connsiteX151" fmla="*/ 486523 w 5260975"/>
              <a:gd name="connsiteY151" fmla="*/ 1014498 h 1410656"/>
              <a:gd name="connsiteX152" fmla="*/ 495932 w 5260975"/>
              <a:gd name="connsiteY152" fmla="*/ 1006817 h 1410656"/>
              <a:gd name="connsiteX153" fmla="*/ 523009 w 5260975"/>
              <a:gd name="connsiteY153" fmla="*/ 987517 h 1410656"/>
              <a:gd name="connsiteX154" fmla="*/ 576393 w 5260975"/>
              <a:gd name="connsiteY154" fmla="*/ 970427 h 1410656"/>
              <a:gd name="connsiteX155" fmla="*/ 590892 w 5260975"/>
              <a:gd name="connsiteY155" fmla="*/ 971387 h 1410656"/>
              <a:gd name="connsiteX156" fmla="*/ 627569 w 5260975"/>
              <a:gd name="connsiteY156" fmla="*/ 999904 h 1410656"/>
              <a:gd name="connsiteX157" fmla="*/ 645429 w 5260975"/>
              <a:gd name="connsiteY157" fmla="*/ 1011329 h 1410656"/>
              <a:gd name="connsiteX158" fmla="*/ 696125 w 5260975"/>
              <a:gd name="connsiteY158" fmla="*/ 1032356 h 1410656"/>
              <a:gd name="connsiteX159" fmla="*/ 700349 w 5260975"/>
              <a:gd name="connsiteY159" fmla="*/ 1036197 h 1410656"/>
              <a:gd name="connsiteX160" fmla="*/ 737795 w 5260975"/>
              <a:gd name="connsiteY160" fmla="*/ 1081804 h 1410656"/>
              <a:gd name="connsiteX161" fmla="*/ 746244 w 5260975"/>
              <a:gd name="connsiteY161" fmla="*/ 1089581 h 1410656"/>
              <a:gd name="connsiteX162" fmla="*/ 756422 w 5260975"/>
              <a:gd name="connsiteY162" fmla="*/ 1101680 h 1410656"/>
              <a:gd name="connsiteX163" fmla="*/ 788202 w 5260975"/>
              <a:gd name="connsiteY163" fmla="*/ 1125108 h 1410656"/>
              <a:gd name="connsiteX164" fmla="*/ 827569 w 5260975"/>
              <a:gd name="connsiteY164" fmla="*/ 1132596 h 1410656"/>
              <a:gd name="connsiteX165" fmla="*/ 875097 w 5260975"/>
              <a:gd name="connsiteY165" fmla="*/ 1144022 h 1410656"/>
              <a:gd name="connsiteX166" fmla="*/ 894972 w 5260975"/>
              <a:gd name="connsiteY166" fmla="*/ 1151704 h 1410656"/>
              <a:gd name="connsiteX167" fmla="*/ 948260 w 5260975"/>
              <a:gd name="connsiteY167" fmla="*/ 1166298 h 1410656"/>
              <a:gd name="connsiteX168" fmla="*/ 986282 w 5260975"/>
              <a:gd name="connsiteY168" fmla="*/ 1178588 h 1410656"/>
              <a:gd name="connsiteX169" fmla="*/ 1041107 w 5260975"/>
              <a:gd name="connsiteY169" fmla="*/ 1185789 h 1410656"/>
              <a:gd name="connsiteX170" fmla="*/ 1067703 w 5260975"/>
              <a:gd name="connsiteY170" fmla="*/ 1186076 h 1410656"/>
              <a:gd name="connsiteX171" fmla="*/ 1116574 w 5260975"/>
              <a:gd name="connsiteY171" fmla="*/ 1222946 h 1410656"/>
              <a:gd name="connsiteX172" fmla="*/ 1155557 w 5260975"/>
              <a:gd name="connsiteY172" fmla="*/ 1247335 h 1410656"/>
              <a:gd name="connsiteX173" fmla="*/ 1196556 w 5260975"/>
              <a:gd name="connsiteY173" fmla="*/ 1235525 h 1410656"/>
              <a:gd name="connsiteX174" fmla="*/ 1207693 w 5260975"/>
              <a:gd name="connsiteY174" fmla="*/ 1224387 h 1410656"/>
              <a:gd name="connsiteX175" fmla="*/ 1274904 w 5260975"/>
              <a:gd name="connsiteY175" fmla="*/ 1213826 h 1410656"/>
              <a:gd name="connsiteX176" fmla="*/ 1370919 w 5260975"/>
              <a:gd name="connsiteY176" fmla="*/ 1213442 h 1410656"/>
              <a:gd name="connsiteX177" fmla="*/ 1530593 w 5260975"/>
              <a:gd name="connsiteY177" fmla="*/ 1189437 h 1410656"/>
              <a:gd name="connsiteX178" fmla="*/ 1558436 w 5260975"/>
              <a:gd name="connsiteY178" fmla="*/ 1178299 h 1410656"/>
              <a:gd name="connsiteX179" fmla="*/ 1589737 w 5260975"/>
              <a:gd name="connsiteY179" fmla="*/ 1175515 h 1410656"/>
              <a:gd name="connsiteX180" fmla="*/ 1601740 w 5260975"/>
              <a:gd name="connsiteY180" fmla="*/ 1182333 h 1410656"/>
              <a:gd name="connsiteX181" fmla="*/ 1654259 w 5260975"/>
              <a:gd name="connsiteY181" fmla="*/ 1192510 h 1410656"/>
              <a:gd name="connsiteX182" fmla="*/ 1664246 w 5260975"/>
              <a:gd name="connsiteY182" fmla="*/ 1192702 h 1410656"/>
              <a:gd name="connsiteX183" fmla="*/ 1698427 w 5260975"/>
              <a:gd name="connsiteY183" fmla="*/ 1188381 h 1410656"/>
              <a:gd name="connsiteX184" fmla="*/ 1730112 w 5260975"/>
              <a:gd name="connsiteY184" fmla="*/ 1185885 h 1410656"/>
              <a:gd name="connsiteX185" fmla="*/ 1809996 w 5260975"/>
              <a:gd name="connsiteY185" fmla="*/ 1194046 h 1410656"/>
              <a:gd name="connsiteX186" fmla="*/ 1871254 w 5260975"/>
              <a:gd name="connsiteY186" fmla="*/ 1192126 h 1410656"/>
              <a:gd name="connsiteX187" fmla="*/ 1899482 w 5260975"/>
              <a:gd name="connsiteY187" fmla="*/ 1194046 h 1410656"/>
              <a:gd name="connsiteX188" fmla="*/ 1915420 w 5260975"/>
              <a:gd name="connsiteY188" fmla="*/ 1196927 h 1410656"/>
              <a:gd name="connsiteX189" fmla="*/ 1951522 w 5260975"/>
              <a:gd name="connsiteY189" fmla="*/ 1216994 h 1410656"/>
              <a:gd name="connsiteX190" fmla="*/ 1971302 w 5260975"/>
              <a:gd name="connsiteY190" fmla="*/ 1221507 h 1410656"/>
              <a:gd name="connsiteX191" fmla="*/ 2030831 w 5260975"/>
              <a:gd name="connsiteY191" fmla="*/ 1221123 h 1410656"/>
              <a:gd name="connsiteX192" fmla="*/ 2120125 w 5260975"/>
              <a:gd name="connsiteY192" fmla="*/ 1190878 h 1410656"/>
              <a:gd name="connsiteX193" fmla="*/ 2129439 w 5260975"/>
              <a:gd name="connsiteY193" fmla="*/ 1186845 h 1410656"/>
              <a:gd name="connsiteX194" fmla="*/ 2174854 w 5260975"/>
              <a:gd name="connsiteY194" fmla="*/ 1181852 h 1410656"/>
              <a:gd name="connsiteX195" fmla="*/ 2205674 w 5260975"/>
              <a:gd name="connsiteY195" fmla="*/ 1188669 h 1410656"/>
              <a:gd name="connsiteX196" fmla="*/ 2247634 w 5260975"/>
              <a:gd name="connsiteY196" fmla="*/ 1202784 h 1410656"/>
              <a:gd name="connsiteX197" fmla="*/ 2285367 w 5260975"/>
              <a:gd name="connsiteY197" fmla="*/ 1214594 h 1410656"/>
              <a:gd name="connsiteX198" fmla="*/ 2312827 w 5260975"/>
              <a:gd name="connsiteY198" fmla="*/ 1227939 h 1410656"/>
              <a:gd name="connsiteX199" fmla="*/ 2375622 w 5260975"/>
              <a:gd name="connsiteY199" fmla="*/ 1237733 h 1410656"/>
              <a:gd name="connsiteX200" fmla="*/ 2382151 w 5260975"/>
              <a:gd name="connsiteY200" fmla="*/ 1239365 h 1410656"/>
              <a:gd name="connsiteX201" fmla="*/ 2429390 w 5260975"/>
              <a:gd name="connsiteY201" fmla="*/ 1227459 h 1410656"/>
              <a:gd name="connsiteX202" fmla="*/ 2486134 w 5260975"/>
              <a:gd name="connsiteY202" fmla="*/ 1215362 h 1410656"/>
              <a:gd name="connsiteX203" fmla="*/ 2506394 w 5260975"/>
              <a:gd name="connsiteY203" fmla="*/ 1219490 h 1410656"/>
              <a:gd name="connsiteX204" fmla="*/ 2534142 w 5260975"/>
              <a:gd name="connsiteY204" fmla="*/ 1225347 h 1410656"/>
              <a:gd name="connsiteX205" fmla="*/ 2559874 w 5260975"/>
              <a:gd name="connsiteY205" fmla="*/ 1222275 h 1410656"/>
              <a:gd name="connsiteX206" fmla="*/ 2575525 w 5260975"/>
              <a:gd name="connsiteY206" fmla="*/ 1221987 h 1410656"/>
              <a:gd name="connsiteX207" fmla="*/ 2646960 w 5260975"/>
              <a:gd name="connsiteY207" fmla="*/ 1257896 h 1410656"/>
              <a:gd name="connsiteX208" fmla="*/ 2665107 w 5260975"/>
              <a:gd name="connsiteY208" fmla="*/ 1260873 h 1410656"/>
              <a:gd name="connsiteX209" fmla="*/ 2675381 w 5260975"/>
              <a:gd name="connsiteY209" fmla="*/ 1265290 h 1410656"/>
              <a:gd name="connsiteX210" fmla="*/ 2737311 w 5260975"/>
              <a:gd name="connsiteY210" fmla="*/ 1309841 h 1410656"/>
              <a:gd name="connsiteX211" fmla="*/ 2763619 w 5260975"/>
              <a:gd name="connsiteY211" fmla="*/ 1318866 h 1410656"/>
              <a:gd name="connsiteX212" fmla="*/ 2792519 w 5260975"/>
              <a:gd name="connsiteY212" fmla="*/ 1317041 h 1410656"/>
              <a:gd name="connsiteX213" fmla="*/ 2809226 w 5260975"/>
              <a:gd name="connsiteY213" fmla="*/ 1313777 h 1410656"/>
              <a:gd name="connsiteX214" fmla="*/ 2850705 w 5260975"/>
              <a:gd name="connsiteY214" fmla="*/ 1285452 h 1410656"/>
              <a:gd name="connsiteX215" fmla="*/ 2874324 w 5260975"/>
              <a:gd name="connsiteY215" fmla="*/ 1286413 h 1410656"/>
              <a:gd name="connsiteX216" fmla="*/ 2911194 w 5260975"/>
              <a:gd name="connsiteY216" fmla="*/ 1305903 h 1410656"/>
              <a:gd name="connsiteX217" fmla="*/ 2978116 w 5260975"/>
              <a:gd name="connsiteY217" fmla="*/ 1314641 h 1410656"/>
              <a:gd name="connsiteX218" fmla="*/ 3012106 w 5260975"/>
              <a:gd name="connsiteY218" fmla="*/ 1287373 h 1410656"/>
              <a:gd name="connsiteX219" fmla="*/ 3029676 w 5260975"/>
              <a:gd name="connsiteY219" fmla="*/ 1261161 h 1410656"/>
              <a:gd name="connsiteX220" fmla="*/ 3080469 w 5260975"/>
              <a:gd name="connsiteY220" fmla="*/ 1230724 h 1410656"/>
              <a:gd name="connsiteX221" fmla="*/ 3092567 w 5260975"/>
              <a:gd name="connsiteY221" fmla="*/ 1242054 h 1410656"/>
              <a:gd name="connsiteX222" fmla="*/ 3129821 w 5260975"/>
              <a:gd name="connsiteY222" fmla="*/ 1246855 h 1410656"/>
              <a:gd name="connsiteX223" fmla="*/ 3170147 w 5260975"/>
              <a:gd name="connsiteY223" fmla="*/ 1246471 h 1410656"/>
              <a:gd name="connsiteX224" fmla="*/ 3240429 w 5260975"/>
              <a:gd name="connsiteY224" fmla="*/ 1251559 h 1410656"/>
              <a:gd name="connsiteX225" fmla="*/ 3287189 w 5260975"/>
              <a:gd name="connsiteY225" fmla="*/ 1222466 h 1410656"/>
              <a:gd name="connsiteX226" fmla="*/ 3305049 w 5260975"/>
              <a:gd name="connsiteY226" fmla="*/ 1210465 h 1410656"/>
              <a:gd name="connsiteX227" fmla="*/ 3321755 w 5260975"/>
              <a:gd name="connsiteY227" fmla="*/ 1202784 h 1410656"/>
              <a:gd name="connsiteX228" fmla="*/ 3341055 w 5260975"/>
              <a:gd name="connsiteY228" fmla="*/ 1198463 h 1410656"/>
              <a:gd name="connsiteX229" fmla="*/ 3387621 w 5260975"/>
              <a:gd name="connsiteY229" fmla="*/ 1182140 h 1410656"/>
              <a:gd name="connsiteX230" fmla="*/ 3413161 w 5260975"/>
              <a:gd name="connsiteY230" fmla="*/ 1166105 h 1410656"/>
              <a:gd name="connsiteX231" fmla="*/ 3470579 w 5260975"/>
              <a:gd name="connsiteY231" fmla="*/ 1150647 h 1410656"/>
              <a:gd name="connsiteX232" fmla="*/ 3509657 w 5260975"/>
              <a:gd name="connsiteY232" fmla="*/ 1136821 h 1410656"/>
              <a:gd name="connsiteX233" fmla="*/ 3550847 w 5260975"/>
              <a:gd name="connsiteY233" fmla="*/ 1113009 h 1410656"/>
              <a:gd name="connsiteX234" fmla="*/ 3556608 w 5260975"/>
              <a:gd name="connsiteY234" fmla="*/ 1109361 h 1410656"/>
              <a:gd name="connsiteX235" fmla="*/ 3570435 w 5260975"/>
              <a:gd name="connsiteY235" fmla="*/ 1093710 h 1410656"/>
              <a:gd name="connsiteX236" fmla="*/ 3590501 w 5260975"/>
              <a:gd name="connsiteY236" fmla="*/ 1039846 h 1410656"/>
              <a:gd name="connsiteX237" fmla="*/ 3596263 w 5260975"/>
              <a:gd name="connsiteY237" fmla="*/ 1028900 h 1410656"/>
              <a:gd name="connsiteX238" fmla="*/ 3648591 w 5260975"/>
              <a:gd name="connsiteY238" fmla="*/ 992030 h 1410656"/>
              <a:gd name="connsiteX239" fmla="*/ 3667986 w 5260975"/>
              <a:gd name="connsiteY239" fmla="*/ 995487 h 1410656"/>
              <a:gd name="connsiteX240" fmla="*/ 3689397 w 5260975"/>
              <a:gd name="connsiteY240" fmla="*/ 1007585 h 1410656"/>
              <a:gd name="connsiteX241" fmla="*/ 3736349 w 5260975"/>
              <a:gd name="connsiteY241" fmla="*/ 1010753 h 1410656"/>
              <a:gd name="connsiteX242" fmla="*/ 3753919 w 5260975"/>
              <a:gd name="connsiteY242" fmla="*/ 1004513 h 1410656"/>
              <a:gd name="connsiteX243" fmla="*/ 3784643 w 5260975"/>
              <a:gd name="connsiteY243" fmla="*/ 987710 h 1410656"/>
              <a:gd name="connsiteX244" fmla="*/ 3808359 w 5260975"/>
              <a:gd name="connsiteY244" fmla="*/ 961689 h 1410656"/>
              <a:gd name="connsiteX245" fmla="*/ 3842829 w 5260975"/>
              <a:gd name="connsiteY245" fmla="*/ 918674 h 1410656"/>
              <a:gd name="connsiteX246" fmla="*/ 3908983 w 5260975"/>
              <a:gd name="connsiteY246" fmla="*/ 902256 h 1410656"/>
              <a:gd name="connsiteX247" fmla="*/ 3934428 w 5260975"/>
              <a:gd name="connsiteY247" fmla="*/ 896783 h 1410656"/>
              <a:gd name="connsiteX248" fmla="*/ 4026987 w 5260975"/>
              <a:gd name="connsiteY248" fmla="*/ 873835 h 1410656"/>
              <a:gd name="connsiteX249" fmla="*/ 4035051 w 5260975"/>
              <a:gd name="connsiteY249" fmla="*/ 873067 h 1410656"/>
              <a:gd name="connsiteX250" fmla="*/ 4099189 w 5260975"/>
              <a:gd name="connsiteY250" fmla="*/ 846664 h 1410656"/>
              <a:gd name="connsiteX251" fmla="*/ 4114647 w 5260975"/>
              <a:gd name="connsiteY251" fmla="*/ 840134 h 1410656"/>
              <a:gd name="connsiteX252" fmla="*/ 4133563 w 5260975"/>
              <a:gd name="connsiteY252" fmla="*/ 823427 h 1410656"/>
              <a:gd name="connsiteX253" fmla="*/ 4151039 w 5260975"/>
              <a:gd name="connsiteY253" fmla="*/ 776284 h 1410656"/>
              <a:gd name="connsiteX254" fmla="*/ 4171489 w 5260975"/>
              <a:gd name="connsiteY254" fmla="*/ 754776 h 1410656"/>
              <a:gd name="connsiteX255" fmla="*/ 4186372 w 5260975"/>
              <a:gd name="connsiteY255" fmla="*/ 741718 h 1410656"/>
              <a:gd name="connsiteX256" fmla="*/ 4199429 w 5260975"/>
              <a:gd name="connsiteY256" fmla="*/ 721940 h 1410656"/>
              <a:gd name="connsiteX257" fmla="*/ 4212487 w 5260975"/>
              <a:gd name="connsiteY257" fmla="*/ 674604 h 1410656"/>
              <a:gd name="connsiteX258" fmla="*/ 4232555 w 5260975"/>
              <a:gd name="connsiteY258" fmla="*/ 632645 h 1410656"/>
              <a:gd name="connsiteX259" fmla="*/ 4268657 w 5260975"/>
              <a:gd name="connsiteY259" fmla="*/ 609410 h 1410656"/>
              <a:gd name="connsiteX260" fmla="*/ 4291028 w 5260975"/>
              <a:gd name="connsiteY260" fmla="*/ 597216 h 1410656"/>
              <a:gd name="connsiteX261" fmla="*/ 4379651 w 5260975"/>
              <a:gd name="connsiteY261" fmla="*/ 609506 h 1410656"/>
              <a:gd name="connsiteX262" fmla="*/ 4440139 w 5260975"/>
              <a:gd name="connsiteY262" fmla="*/ 621507 h 1410656"/>
              <a:gd name="connsiteX263" fmla="*/ 4460015 w 5260975"/>
              <a:gd name="connsiteY263" fmla="*/ 616899 h 1410656"/>
              <a:gd name="connsiteX264" fmla="*/ 4516183 w 5260975"/>
              <a:gd name="connsiteY264" fmla="*/ 577724 h 1410656"/>
              <a:gd name="connsiteX265" fmla="*/ 4571681 w 5260975"/>
              <a:gd name="connsiteY265" fmla="*/ 560250 h 1410656"/>
              <a:gd name="connsiteX266" fmla="*/ 4613447 w 5260975"/>
              <a:gd name="connsiteY266" fmla="*/ 555257 h 1410656"/>
              <a:gd name="connsiteX267" fmla="*/ 4649355 w 5260975"/>
              <a:gd name="connsiteY267" fmla="*/ 551417 h 1410656"/>
              <a:gd name="connsiteX268" fmla="*/ 4692467 w 5260975"/>
              <a:gd name="connsiteY268" fmla="*/ 540663 h 1410656"/>
              <a:gd name="connsiteX269" fmla="*/ 4716855 w 5260975"/>
              <a:gd name="connsiteY269" fmla="*/ 528949 h 1410656"/>
              <a:gd name="connsiteX270" fmla="*/ 4755645 w 5260975"/>
              <a:gd name="connsiteY270" fmla="*/ 512147 h 1410656"/>
              <a:gd name="connsiteX271" fmla="*/ 4795395 w 5260975"/>
              <a:gd name="connsiteY271" fmla="*/ 490351 h 1410656"/>
              <a:gd name="connsiteX272" fmla="*/ 4825928 w 5260975"/>
              <a:gd name="connsiteY272" fmla="*/ 459818 h 1410656"/>
              <a:gd name="connsiteX273" fmla="*/ 4842347 w 5260975"/>
              <a:gd name="connsiteY273" fmla="*/ 434086 h 1410656"/>
              <a:gd name="connsiteX274" fmla="*/ 4890451 w 5260975"/>
              <a:gd name="connsiteY274" fmla="*/ 397216 h 1410656"/>
              <a:gd name="connsiteX275" fmla="*/ 4933945 w 5260975"/>
              <a:gd name="connsiteY275" fmla="*/ 327701 h 1410656"/>
              <a:gd name="connsiteX276" fmla="*/ 4961214 w 5260975"/>
              <a:gd name="connsiteY276" fmla="*/ 298801 h 1410656"/>
              <a:gd name="connsiteX277" fmla="*/ 4976672 w 5260975"/>
              <a:gd name="connsiteY277" fmla="*/ 290639 h 1410656"/>
              <a:gd name="connsiteX278" fmla="*/ 5002979 w 5260975"/>
              <a:gd name="connsiteY278" fmla="*/ 270573 h 1410656"/>
              <a:gd name="connsiteX279" fmla="*/ 5018535 w 5260975"/>
              <a:gd name="connsiteY279" fmla="*/ 255690 h 1410656"/>
              <a:gd name="connsiteX280" fmla="*/ 5061069 w 5260975"/>
              <a:gd name="connsiteY280" fmla="*/ 200961 h 1410656"/>
              <a:gd name="connsiteX281" fmla="*/ 5074127 w 5260975"/>
              <a:gd name="connsiteY281" fmla="*/ 184735 h 1410656"/>
              <a:gd name="connsiteX282" fmla="*/ 5101108 w 5260975"/>
              <a:gd name="connsiteY282" fmla="*/ 156891 h 1410656"/>
              <a:gd name="connsiteX283" fmla="*/ 5112918 w 5260975"/>
              <a:gd name="connsiteY283" fmla="*/ 148441 h 1410656"/>
              <a:gd name="connsiteX284" fmla="*/ 5133753 w 5260975"/>
              <a:gd name="connsiteY284" fmla="*/ 125782 h 1410656"/>
              <a:gd name="connsiteX285" fmla="*/ 5183393 w 5260975"/>
              <a:gd name="connsiteY285" fmla="*/ 66348 h 1410656"/>
              <a:gd name="connsiteX286" fmla="*/ 5204709 w 5260975"/>
              <a:gd name="connsiteY286" fmla="*/ 33030 h 1410656"/>
              <a:gd name="connsiteX287" fmla="*/ 5247243 w 5260975"/>
              <a:gd name="connsiteY287" fmla="*/ 8451 h 141065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Lst>
            <a:rect l="l" t="t" r="r" b="b"/>
            <a:pathLst>
              <a:path w="5260975" h="1410656">
                <a:moveTo>
                  <a:pt x="5260975" y="0"/>
                </a:moveTo>
                <a:lnTo>
                  <a:pt x="5260975" y="221634"/>
                </a:lnTo>
                <a:lnTo>
                  <a:pt x="5226503" y="237063"/>
                </a:lnTo>
                <a:cubicBezTo>
                  <a:pt x="5219783" y="239848"/>
                  <a:pt x="5212389" y="241384"/>
                  <a:pt x="5206341" y="245128"/>
                </a:cubicBezTo>
                <a:cubicBezTo>
                  <a:pt x="5178495" y="262219"/>
                  <a:pt x="5151515" y="280654"/>
                  <a:pt x="5123287" y="297073"/>
                </a:cubicBezTo>
                <a:cubicBezTo>
                  <a:pt x="5094195" y="314067"/>
                  <a:pt x="5068175" y="334134"/>
                  <a:pt x="5048107" y="361307"/>
                </a:cubicBezTo>
                <a:cubicBezTo>
                  <a:pt x="5029480" y="386559"/>
                  <a:pt x="5011429" y="412194"/>
                  <a:pt x="4992899" y="437542"/>
                </a:cubicBezTo>
                <a:cubicBezTo>
                  <a:pt x="4988194" y="443975"/>
                  <a:pt x="4983873" y="451561"/>
                  <a:pt x="4977440" y="455690"/>
                </a:cubicBezTo>
                <a:cubicBezTo>
                  <a:pt x="4964094" y="464331"/>
                  <a:pt x="4949499" y="471340"/>
                  <a:pt x="4935193" y="478445"/>
                </a:cubicBezTo>
                <a:cubicBezTo>
                  <a:pt x="4922903" y="484494"/>
                  <a:pt x="4909845" y="489006"/>
                  <a:pt x="4897844" y="495535"/>
                </a:cubicBezTo>
                <a:cubicBezTo>
                  <a:pt x="4888243" y="500721"/>
                  <a:pt x="4879697" y="507922"/>
                  <a:pt x="4870767" y="514451"/>
                </a:cubicBezTo>
                <a:cubicBezTo>
                  <a:pt x="4862990" y="520115"/>
                  <a:pt x="4854445" y="525012"/>
                  <a:pt x="4847916" y="531830"/>
                </a:cubicBezTo>
                <a:cubicBezTo>
                  <a:pt x="4831977" y="548344"/>
                  <a:pt x="4815942" y="564571"/>
                  <a:pt x="4796163" y="576765"/>
                </a:cubicBezTo>
                <a:cubicBezTo>
                  <a:pt x="4776672" y="588862"/>
                  <a:pt x="4758237" y="602401"/>
                  <a:pt x="4738843" y="614691"/>
                </a:cubicBezTo>
                <a:cubicBezTo>
                  <a:pt x="4719831" y="626693"/>
                  <a:pt x="4702645" y="639846"/>
                  <a:pt x="4692755" y="661162"/>
                </a:cubicBezTo>
                <a:cubicBezTo>
                  <a:pt x="4688339" y="670571"/>
                  <a:pt x="4682097" y="680845"/>
                  <a:pt x="4673744" y="686318"/>
                </a:cubicBezTo>
                <a:cubicBezTo>
                  <a:pt x="4661838" y="694095"/>
                  <a:pt x="4646764" y="696880"/>
                  <a:pt x="4633801" y="703505"/>
                </a:cubicBezTo>
                <a:cubicBezTo>
                  <a:pt x="4618535" y="711282"/>
                  <a:pt x="4600869" y="718003"/>
                  <a:pt x="4590499" y="730389"/>
                </a:cubicBezTo>
                <a:cubicBezTo>
                  <a:pt x="4581281" y="741431"/>
                  <a:pt x="4571968" y="750072"/>
                  <a:pt x="4559773" y="757081"/>
                </a:cubicBezTo>
                <a:cubicBezTo>
                  <a:pt x="4551229" y="761978"/>
                  <a:pt x="4544892" y="770907"/>
                  <a:pt x="4536059" y="774940"/>
                </a:cubicBezTo>
                <a:cubicBezTo>
                  <a:pt x="4524441" y="780317"/>
                  <a:pt x="4512727" y="784542"/>
                  <a:pt x="4502549" y="792895"/>
                </a:cubicBezTo>
                <a:cubicBezTo>
                  <a:pt x="4491987" y="801536"/>
                  <a:pt x="4479986" y="808353"/>
                  <a:pt x="4468944" y="816419"/>
                </a:cubicBezTo>
                <a:cubicBezTo>
                  <a:pt x="4463087" y="820739"/>
                  <a:pt x="4458286" y="826404"/>
                  <a:pt x="4452622" y="830917"/>
                </a:cubicBezTo>
                <a:cubicBezTo>
                  <a:pt x="4442252" y="839174"/>
                  <a:pt x="4431690" y="847239"/>
                  <a:pt x="4421032" y="855016"/>
                </a:cubicBezTo>
                <a:cubicBezTo>
                  <a:pt x="4410375" y="862794"/>
                  <a:pt x="4400197" y="871819"/>
                  <a:pt x="4388483" y="877484"/>
                </a:cubicBezTo>
                <a:cubicBezTo>
                  <a:pt x="4368513" y="887086"/>
                  <a:pt x="4346717" y="892847"/>
                  <a:pt x="4327321" y="903216"/>
                </a:cubicBezTo>
                <a:cubicBezTo>
                  <a:pt x="4307639" y="913777"/>
                  <a:pt x="4289107" y="927028"/>
                  <a:pt x="4271633" y="941046"/>
                </a:cubicBezTo>
                <a:cubicBezTo>
                  <a:pt x="4257807" y="952088"/>
                  <a:pt x="4244845" y="963034"/>
                  <a:pt x="4227465" y="968698"/>
                </a:cubicBezTo>
                <a:cubicBezTo>
                  <a:pt x="4217768" y="971867"/>
                  <a:pt x="4207591" y="978780"/>
                  <a:pt x="4201733" y="986846"/>
                </a:cubicBezTo>
                <a:cubicBezTo>
                  <a:pt x="4189059" y="1004416"/>
                  <a:pt x="4172833" y="1016802"/>
                  <a:pt x="4154494" y="1027364"/>
                </a:cubicBezTo>
                <a:cubicBezTo>
                  <a:pt x="4130010" y="1041574"/>
                  <a:pt x="4105814" y="1056072"/>
                  <a:pt x="4081234" y="1069994"/>
                </a:cubicBezTo>
                <a:cubicBezTo>
                  <a:pt x="4066737" y="1078252"/>
                  <a:pt x="4052335" y="1086989"/>
                  <a:pt x="4036971" y="1093038"/>
                </a:cubicBezTo>
                <a:cubicBezTo>
                  <a:pt x="4005575" y="1105520"/>
                  <a:pt x="3973410" y="1116177"/>
                  <a:pt x="3941725" y="1127796"/>
                </a:cubicBezTo>
                <a:cubicBezTo>
                  <a:pt x="3931355" y="1131540"/>
                  <a:pt x="3921561" y="1136917"/>
                  <a:pt x="3910999" y="1140182"/>
                </a:cubicBezTo>
                <a:cubicBezTo>
                  <a:pt x="3899573" y="1143734"/>
                  <a:pt x="3887285" y="1144790"/>
                  <a:pt x="3875859" y="1148343"/>
                </a:cubicBezTo>
                <a:cubicBezTo>
                  <a:pt x="3856847" y="1154199"/>
                  <a:pt x="3838412" y="1161689"/>
                  <a:pt x="3819401" y="1167642"/>
                </a:cubicBezTo>
                <a:cubicBezTo>
                  <a:pt x="3782723" y="1179068"/>
                  <a:pt x="3745949" y="1190014"/>
                  <a:pt x="3709176" y="1200863"/>
                </a:cubicBezTo>
                <a:cubicBezTo>
                  <a:pt x="3701303" y="1203168"/>
                  <a:pt x="3692757" y="1203456"/>
                  <a:pt x="3684981" y="1205952"/>
                </a:cubicBezTo>
                <a:cubicBezTo>
                  <a:pt x="3664337" y="1212673"/>
                  <a:pt x="3643789" y="1219970"/>
                  <a:pt x="3623338" y="1227363"/>
                </a:cubicBezTo>
                <a:cubicBezTo>
                  <a:pt x="3610953" y="1231876"/>
                  <a:pt x="3598854" y="1237445"/>
                  <a:pt x="3586373" y="1241765"/>
                </a:cubicBezTo>
                <a:cubicBezTo>
                  <a:pt x="3576387" y="1245222"/>
                  <a:pt x="3566113" y="1247910"/>
                  <a:pt x="3555743" y="1250023"/>
                </a:cubicBezTo>
                <a:cubicBezTo>
                  <a:pt x="3546814" y="1251848"/>
                  <a:pt x="3537501" y="1251655"/>
                  <a:pt x="3528667" y="1253864"/>
                </a:cubicBezTo>
                <a:cubicBezTo>
                  <a:pt x="3504759" y="1259816"/>
                  <a:pt x="3481140" y="1266538"/>
                  <a:pt x="3457424" y="1272874"/>
                </a:cubicBezTo>
                <a:cubicBezTo>
                  <a:pt x="3447919" y="1275371"/>
                  <a:pt x="3438221" y="1277196"/>
                  <a:pt x="3429003" y="1280364"/>
                </a:cubicBezTo>
                <a:cubicBezTo>
                  <a:pt x="3404327" y="1288717"/>
                  <a:pt x="3380036" y="1298222"/>
                  <a:pt x="3355264" y="1306096"/>
                </a:cubicBezTo>
                <a:cubicBezTo>
                  <a:pt x="3334717" y="1312625"/>
                  <a:pt x="3313593" y="1317329"/>
                  <a:pt x="3292757" y="1323090"/>
                </a:cubicBezTo>
                <a:cubicBezTo>
                  <a:pt x="3283924" y="1325587"/>
                  <a:pt x="3275475" y="1329140"/>
                  <a:pt x="3266643" y="1331251"/>
                </a:cubicBezTo>
                <a:cubicBezTo>
                  <a:pt x="3246863" y="1336053"/>
                  <a:pt x="3226796" y="1340085"/>
                  <a:pt x="3206921" y="1344886"/>
                </a:cubicBezTo>
                <a:cubicBezTo>
                  <a:pt x="3195590" y="1347670"/>
                  <a:pt x="3184645" y="1352663"/>
                  <a:pt x="3173123" y="1354488"/>
                </a:cubicBezTo>
                <a:cubicBezTo>
                  <a:pt x="3145759" y="1358808"/>
                  <a:pt x="3118203" y="1361880"/>
                  <a:pt x="3090646" y="1365337"/>
                </a:cubicBezTo>
                <a:cubicBezTo>
                  <a:pt x="3062227" y="1368889"/>
                  <a:pt x="3033902" y="1372634"/>
                  <a:pt x="3005480" y="1375802"/>
                </a:cubicBezTo>
                <a:cubicBezTo>
                  <a:pt x="2989926" y="1377435"/>
                  <a:pt x="2974275" y="1377723"/>
                  <a:pt x="2958721" y="1379259"/>
                </a:cubicBezTo>
                <a:cubicBezTo>
                  <a:pt x="2945087" y="1380604"/>
                  <a:pt x="2931549" y="1383100"/>
                  <a:pt x="2917915" y="1384733"/>
                </a:cubicBezTo>
                <a:cubicBezTo>
                  <a:pt x="2906105" y="1386076"/>
                  <a:pt x="2894199" y="1386844"/>
                  <a:pt x="2882389" y="1388189"/>
                </a:cubicBezTo>
                <a:cubicBezTo>
                  <a:pt x="2863475" y="1390397"/>
                  <a:pt x="2844655" y="1392894"/>
                  <a:pt x="2825837" y="1395198"/>
                </a:cubicBezTo>
                <a:cubicBezTo>
                  <a:pt x="2817964" y="1396062"/>
                  <a:pt x="2809706" y="1398462"/>
                  <a:pt x="2802313" y="1397023"/>
                </a:cubicBezTo>
                <a:cubicBezTo>
                  <a:pt x="2783686" y="1393373"/>
                  <a:pt x="2765347" y="1394430"/>
                  <a:pt x="2746816" y="1396926"/>
                </a:cubicBezTo>
                <a:cubicBezTo>
                  <a:pt x="2740479" y="1397791"/>
                  <a:pt x="2733662" y="1397598"/>
                  <a:pt x="2727517" y="1395966"/>
                </a:cubicBezTo>
                <a:cubicBezTo>
                  <a:pt x="2714939" y="1392701"/>
                  <a:pt x="2702745" y="1388092"/>
                  <a:pt x="2690359" y="1384060"/>
                </a:cubicBezTo>
                <a:cubicBezTo>
                  <a:pt x="2689014" y="1383580"/>
                  <a:pt x="2687382" y="1383484"/>
                  <a:pt x="2685943" y="1383196"/>
                </a:cubicBezTo>
                <a:cubicBezTo>
                  <a:pt x="2677781" y="1381563"/>
                  <a:pt x="2669717" y="1379931"/>
                  <a:pt x="2661554" y="1378491"/>
                </a:cubicBezTo>
                <a:cubicBezTo>
                  <a:pt x="2657138" y="1377723"/>
                  <a:pt x="2652625" y="1377627"/>
                  <a:pt x="2648208" y="1376955"/>
                </a:cubicBezTo>
                <a:cubicBezTo>
                  <a:pt x="2631118" y="1374266"/>
                  <a:pt x="2612299" y="1378779"/>
                  <a:pt x="2597512" y="1367162"/>
                </a:cubicBezTo>
                <a:cubicBezTo>
                  <a:pt x="2587911" y="1359672"/>
                  <a:pt x="2578597" y="1361401"/>
                  <a:pt x="2568324" y="1362553"/>
                </a:cubicBezTo>
                <a:cubicBezTo>
                  <a:pt x="2560547" y="1363417"/>
                  <a:pt x="2552577" y="1363128"/>
                  <a:pt x="2544704" y="1363225"/>
                </a:cubicBezTo>
                <a:cubicBezTo>
                  <a:pt x="2530878" y="1363512"/>
                  <a:pt x="2517052" y="1363609"/>
                  <a:pt x="2503225" y="1364089"/>
                </a:cubicBezTo>
                <a:cubicBezTo>
                  <a:pt x="2498808" y="1364281"/>
                  <a:pt x="2494297" y="1366682"/>
                  <a:pt x="2489975" y="1366298"/>
                </a:cubicBezTo>
                <a:cubicBezTo>
                  <a:pt x="2470004" y="1364473"/>
                  <a:pt x="2450033" y="1361592"/>
                  <a:pt x="2430061" y="1359960"/>
                </a:cubicBezTo>
                <a:cubicBezTo>
                  <a:pt x="2418732" y="1359001"/>
                  <a:pt x="2407114" y="1360824"/>
                  <a:pt x="2395880" y="1359480"/>
                </a:cubicBezTo>
                <a:cubicBezTo>
                  <a:pt x="2382919" y="1357944"/>
                  <a:pt x="2370245" y="1354008"/>
                  <a:pt x="2357378" y="1351607"/>
                </a:cubicBezTo>
                <a:cubicBezTo>
                  <a:pt x="2353826" y="1350935"/>
                  <a:pt x="2349889" y="1351799"/>
                  <a:pt x="2346145" y="1351991"/>
                </a:cubicBezTo>
                <a:cubicBezTo>
                  <a:pt x="2341920" y="1352183"/>
                  <a:pt x="2337791" y="1352567"/>
                  <a:pt x="2333567" y="1352663"/>
                </a:cubicBezTo>
                <a:cubicBezTo>
                  <a:pt x="2320700" y="1352856"/>
                  <a:pt x="2307835" y="1352567"/>
                  <a:pt x="2294968" y="1353240"/>
                </a:cubicBezTo>
                <a:cubicBezTo>
                  <a:pt x="2287095" y="1353624"/>
                  <a:pt x="2278839" y="1357560"/>
                  <a:pt x="2271540" y="1356120"/>
                </a:cubicBezTo>
                <a:cubicBezTo>
                  <a:pt x="2256659" y="1353335"/>
                  <a:pt x="2241776" y="1359576"/>
                  <a:pt x="2226895" y="1354392"/>
                </a:cubicBezTo>
                <a:cubicBezTo>
                  <a:pt x="2222285" y="1352856"/>
                  <a:pt x="2215948" y="1356696"/>
                  <a:pt x="2210379" y="1356888"/>
                </a:cubicBezTo>
                <a:cubicBezTo>
                  <a:pt x="2196457" y="1357368"/>
                  <a:pt x="2182535" y="1357272"/>
                  <a:pt x="2168613" y="1357176"/>
                </a:cubicBezTo>
                <a:cubicBezTo>
                  <a:pt x="2156131" y="1357080"/>
                  <a:pt x="2143168" y="1358424"/>
                  <a:pt x="2131167" y="1355736"/>
                </a:cubicBezTo>
                <a:cubicBezTo>
                  <a:pt x="2118588" y="1352856"/>
                  <a:pt x="2107259" y="1353240"/>
                  <a:pt x="2095065" y="1356504"/>
                </a:cubicBezTo>
                <a:cubicBezTo>
                  <a:pt x="2086711" y="1358712"/>
                  <a:pt x="2077878" y="1359001"/>
                  <a:pt x="2069237" y="1359672"/>
                </a:cubicBezTo>
                <a:cubicBezTo>
                  <a:pt x="2059924" y="1360440"/>
                  <a:pt x="2049650" y="1358424"/>
                  <a:pt x="2041201" y="1361592"/>
                </a:cubicBezTo>
                <a:cubicBezTo>
                  <a:pt x="2016044" y="1371002"/>
                  <a:pt x="1990216" y="1373018"/>
                  <a:pt x="1963909" y="1373018"/>
                </a:cubicBezTo>
                <a:cubicBezTo>
                  <a:pt x="1959107" y="1373018"/>
                  <a:pt x="1954210" y="1371675"/>
                  <a:pt x="1949603" y="1370234"/>
                </a:cubicBezTo>
                <a:cubicBezTo>
                  <a:pt x="1922717" y="1361592"/>
                  <a:pt x="1895737" y="1362360"/>
                  <a:pt x="1868373" y="1367641"/>
                </a:cubicBezTo>
                <a:cubicBezTo>
                  <a:pt x="1862708" y="1368794"/>
                  <a:pt x="1856372" y="1368986"/>
                  <a:pt x="1850707" y="1367834"/>
                </a:cubicBezTo>
                <a:cubicBezTo>
                  <a:pt x="1834768" y="1364473"/>
                  <a:pt x="1819309" y="1358904"/>
                  <a:pt x="1803275" y="1356504"/>
                </a:cubicBezTo>
                <a:cubicBezTo>
                  <a:pt x="1776775" y="1352567"/>
                  <a:pt x="1753828" y="1365817"/>
                  <a:pt x="1730112" y="1374459"/>
                </a:cubicBezTo>
                <a:cubicBezTo>
                  <a:pt x="1707548" y="1382620"/>
                  <a:pt x="1688345" y="1401055"/>
                  <a:pt x="1661652" y="1396926"/>
                </a:cubicBezTo>
                <a:cubicBezTo>
                  <a:pt x="1658965" y="1396542"/>
                  <a:pt x="1655988" y="1399134"/>
                  <a:pt x="1653011" y="1399807"/>
                </a:cubicBezTo>
                <a:cubicBezTo>
                  <a:pt x="1644850" y="1401631"/>
                  <a:pt x="1636689" y="1403839"/>
                  <a:pt x="1628431" y="1404704"/>
                </a:cubicBezTo>
                <a:cubicBezTo>
                  <a:pt x="1618350" y="1405856"/>
                  <a:pt x="1608076" y="1405472"/>
                  <a:pt x="1597995" y="1406432"/>
                </a:cubicBezTo>
                <a:cubicBezTo>
                  <a:pt x="1585032" y="1407584"/>
                  <a:pt x="1572263" y="1410656"/>
                  <a:pt x="1559396" y="1410656"/>
                </a:cubicBezTo>
                <a:cubicBezTo>
                  <a:pt x="1549026" y="1410656"/>
                  <a:pt x="1538753" y="1407104"/>
                  <a:pt x="1528480" y="1405375"/>
                </a:cubicBezTo>
                <a:cubicBezTo>
                  <a:pt x="1513981" y="1402975"/>
                  <a:pt x="1498042" y="1403647"/>
                  <a:pt x="1485272" y="1397502"/>
                </a:cubicBezTo>
                <a:cubicBezTo>
                  <a:pt x="1471639" y="1390973"/>
                  <a:pt x="1458676" y="1387997"/>
                  <a:pt x="1444562" y="1390013"/>
                </a:cubicBezTo>
                <a:cubicBezTo>
                  <a:pt x="1439857" y="1390685"/>
                  <a:pt x="1433808" y="1394718"/>
                  <a:pt x="1431696" y="1398846"/>
                </a:cubicBezTo>
                <a:cubicBezTo>
                  <a:pt x="1426991" y="1408064"/>
                  <a:pt x="1420559" y="1409697"/>
                  <a:pt x="1411821" y="1406527"/>
                </a:cubicBezTo>
                <a:cubicBezTo>
                  <a:pt x="1404236" y="1403839"/>
                  <a:pt x="1394922" y="1402495"/>
                  <a:pt x="1389738" y="1397310"/>
                </a:cubicBezTo>
                <a:cubicBezTo>
                  <a:pt x="1375047" y="1382620"/>
                  <a:pt x="1356324" y="1382140"/>
                  <a:pt x="1338081" y="1378204"/>
                </a:cubicBezTo>
                <a:cubicBezTo>
                  <a:pt x="1326945" y="1375802"/>
                  <a:pt x="1316574" y="1375707"/>
                  <a:pt x="1305436" y="1377339"/>
                </a:cubicBezTo>
                <a:cubicBezTo>
                  <a:pt x="1281241" y="1380988"/>
                  <a:pt x="1257717" y="1375802"/>
                  <a:pt x="1234481" y="1369178"/>
                </a:cubicBezTo>
                <a:cubicBezTo>
                  <a:pt x="1219118" y="1364761"/>
                  <a:pt x="1203372" y="1362073"/>
                  <a:pt x="1188106" y="1357560"/>
                </a:cubicBezTo>
                <a:cubicBezTo>
                  <a:pt x="1176680" y="1354104"/>
                  <a:pt x="1165255" y="1349975"/>
                  <a:pt x="1154790" y="1344406"/>
                </a:cubicBezTo>
                <a:cubicBezTo>
                  <a:pt x="1139618" y="1336244"/>
                  <a:pt x="1126369" y="1323954"/>
                  <a:pt x="1107069" y="1327219"/>
                </a:cubicBezTo>
                <a:cubicBezTo>
                  <a:pt x="1090074" y="1330099"/>
                  <a:pt x="1074713" y="1324051"/>
                  <a:pt x="1059158" y="1318290"/>
                </a:cubicBezTo>
                <a:cubicBezTo>
                  <a:pt x="1047732" y="1314065"/>
                  <a:pt x="1036308" y="1309744"/>
                  <a:pt x="1024496" y="1307056"/>
                </a:cubicBezTo>
                <a:cubicBezTo>
                  <a:pt x="1010478" y="1303887"/>
                  <a:pt x="994635" y="1305232"/>
                  <a:pt x="982153" y="1299374"/>
                </a:cubicBezTo>
                <a:cubicBezTo>
                  <a:pt x="969095" y="1293229"/>
                  <a:pt x="958246" y="1297358"/>
                  <a:pt x="946628" y="1299087"/>
                </a:cubicBezTo>
                <a:cubicBezTo>
                  <a:pt x="928097" y="1301775"/>
                  <a:pt x="909661" y="1306768"/>
                  <a:pt x="890939" y="1300431"/>
                </a:cubicBezTo>
                <a:cubicBezTo>
                  <a:pt x="868184" y="1292750"/>
                  <a:pt x="845620" y="1284493"/>
                  <a:pt x="822769" y="1277196"/>
                </a:cubicBezTo>
                <a:cubicBezTo>
                  <a:pt x="813934" y="1274410"/>
                  <a:pt x="804431" y="1273258"/>
                  <a:pt x="795212" y="1272010"/>
                </a:cubicBezTo>
                <a:cubicBezTo>
                  <a:pt x="786476" y="1270954"/>
                  <a:pt x="776010" y="1273642"/>
                  <a:pt x="769288" y="1269610"/>
                </a:cubicBezTo>
                <a:cubicBezTo>
                  <a:pt x="752005" y="1259241"/>
                  <a:pt x="734243" y="1254152"/>
                  <a:pt x="714271" y="1254152"/>
                </a:cubicBezTo>
                <a:cubicBezTo>
                  <a:pt x="706781" y="1254152"/>
                  <a:pt x="699484" y="1249831"/>
                  <a:pt x="691900" y="1249062"/>
                </a:cubicBezTo>
                <a:cubicBezTo>
                  <a:pt x="681529" y="1248103"/>
                  <a:pt x="669623" y="1245510"/>
                  <a:pt x="660598" y="1249159"/>
                </a:cubicBezTo>
                <a:cubicBezTo>
                  <a:pt x="639379" y="1257800"/>
                  <a:pt x="622193" y="1250599"/>
                  <a:pt x="603662" y="1242054"/>
                </a:cubicBezTo>
                <a:cubicBezTo>
                  <a:pt x="585418" y="1233604"/>
                  <a:pt x="566215" y="1226884"/>
                  <a:pt x="546821" y="1221314"/>
                </a:cubicBezTo>
                <a:cubicBezTo>
                  <a:pt x="539524" y="1219298"/>
                  <a:pt x="530787" y="1222659"/>
                  <a:pt x="522721" y="1223330"/>
                </a:cubicBezTo>
                <a:cubicBezTo>
                  <a:pt x="519840" y="1223523"/>
                  <a:pt x="516671" y="1223811"/>
                  <a:pt x="514080" y="1222851"/>
                </a:cubicBezTo>
                <a:cubicBezTo>
                  <a:pt x="489020" y="1213633"/>
                  <a:pt x="463575" y="1206624"/>
                  <a:pt x="436404" y="1211424"/>
                </a:cubicBezTo>
                <a:cubicBezTo>
                  <a:pt x="433908" y="1211905"/>
                  <a:pt x="431123" y="1210849"/>
                  <a:pt x="428626" y="1210177"/>
                </a:cubicBezTo>
                <a:cubicBezTo>
                  <a:pt x="416432" y="1206720"/>
                  <a:pt x="404526" y="1201247"/>
                  <a:pt x="392141" y="1199999"/>
                </a:cubicBezTo>
                <a:cubicBezTo>
                  <a:pt x="361608" y="1196927"/>
                  <a:pt x="330884" y="1195678"/>
                  <a:pt x="300157" y="1193662"/>
                </a:cubicBezTo>
                <a:cubicBezTo>
                  <a:pt x="298237" y="1193566"/>
                  <a:pt x="296221" y="1193566"/>
                  <a:pt x="294493" y="1192894"/>
                </a:cubicBezTo>
                <a:cubicBezTo>
                  <a:pt x="283163" y="1188765"/>
                  <a:pt x="273274" y="1190110"/>
                  <a:pt x="263671" y="1197982"/>
                </a:cubicBezTo>
                <a:cubicBezTo>
                  <a:pt x="259447" y="1201439"/>
                  <a:pt x="253686" y="1203263"/>
                  <a:pt x="248406" y="1205184"/>
                </a:cubicBezTo>
                <a:cubicBezTo>
                  <a:pt x="240628" y="1208065"/>
                  <a:pt x="232659" y="1210849"/>
                  <a:pt x="224594" y="1212673"/>
                </a:cubicBezTo>
                <a:cubicBezTo>
                  <a:pt x="216624" y="1214401"/>
                  <a:pt x="208079" y="1216801"/>
                  <a:pt x="200398" y="1215458"/>
                </a:cubicBezTo>
                <a:cubicBezTo>
                  <a:pt x="186572" y="1213057"/>
                  <a:pt x="173417" y="1207681"/>
                  <a:pt x="159783" y="1204127"/>
                </a:cubicBezTo>
                <a:cubicBezTo>
                  <a:pt x="155079" y="1202879"/>
                  <a:pt x="149893" y="1203072"/>
                  <a:pt x="144997" y="1202975"/>
                </a:cubicBezTo>
                <a:cubicBezTo>
                  <a:pt x="133763" y="1202688"/>
                  <a:pt x="122241" y="1205472"/>
                  <a:pt x="112064" y="1197503"/>
                </a:cubicBezTo>
                <a:cubicBezTo>
                  <a:pt x="102655" y="1190014"/>
                  <a:pt x="93148" y="1192221"/>
                  <a:pt x="83259" y="1197887"/>
                </a:cubicBezTo>
                <a:cubicBezTo>
                  <a:pt x="76154" y="1201920"/>
                  <a:pt x="68090" y="1205088"/>
                  <a:pt x="60120" y="1206624"/>
                </a:cubicBezTo>
                <a:cubicBezTo>
                  <a:pt x="49174" y="1208736"/>
                  <a:pt x="38324" y="1209601"/>
                  <a:pt x="26514" y="1208352"/>
                </a:cubicBezTo>
                <a:cubicBezTo>
                  <a:pt x="18161" y="1207488"/>
                  <a:pt x="11343" y="1207104"/>
                  <a:pt x="4814" y="1202015"/>
                </a:cubicBezTo>
                <a:cubicBezTo>
                  <a:pt x="3759" y="1201247"/>
                  <a:pt x="1839" y="1201055"/>
                  <a:pt x="398" y="1201152"/>
                </a:cubicBezTo>
                <a:lnTo>
                  <a:pt x="0" y="1201150"/>
                </a:lnTo>
                <a:lnTo>
                  <a:pt x="0" y="1004512"/>
                </a:lnTo>
                <a:lnTo>
                  <a:pt x="30355" y="1002784"/>
                </a:lnTo>
                <a:cubicBezTo>
                  <a:pt x="37748" y="1002111"/>
                  <a:pt x="44853" y="999520"/>
                  <a:pt x="52151" y="997695"/>
                </a:cubicBezTo>
                <a:cubicBezTo>
                  <a:pt x="56183" y="996639"/>
                  <a:pt x="60504" y="993855"/>
                  <a:pt x="64248" y="994430"/>
                </a:cubicBezTo>
                <a:cubicBezTo>
                  <a:pt x="85948" y="997791"/>
                  <a:pt x="105823" y="989534"/>
                  <a:pt x="126370" y="985405"/>
                </a:cubicBezTo>
                <a:cubicBezTo>
                  <a:pt x="135876" y="983485"/>
                  <a:pt x="144805" y="978876"/>
                  <a:pt x="154022" y="975708"/>
                </a:cubicBezTo>
                <a:cubicBezTo>
                  <a:pt x="156423" y="974843"/>
                  <a:pt x="159111" y="974075"/>
                  <a:pt x="161512" y="974268"/>
                </a:cubicBezTo>
                <a:cubicBezTo>
                  <a:pt x="175242" y="975420"/>
                  <a:pt x="188876" y="977052"/>
                  <a:pt x="202510" y="978300"/>
                </a:cubicBezTo>
                <a:cubicBezTo>
                  <a:pt x="214896" y="979452"/>
                  <a:pt x="227378" y="979836"/>
                  <a:pt x="233235" y="993950"/>
                </a:cubicBezTo>
                <a:cubicBezTo>
                  <a:pt x="234100" y="996159"/>
                  <a:pt x="236979" y="997791"/>
                  <a:pt x="239188" y="999231"/>
                </a:cubicBezTo>
                <a:cubicBezTo>
                  <a:pt x="273274" y="1021411"/>
                  <a:pt x="291516" y="1020835"/>
                  <a:pt x="324834" y="997407"/>
                </a:cubicBezTo>
                <a:cubicBezTo>
                  <a:pt x="328290" y="995007"/>
                  <a:pt x="335683" y="993278"/>
                  <a:pt x="337987" y="995198"/>
                </a:cubicBezTo>
                <a:cubicBezTo>
                  <a:pt x="357575" y="1011137"/>
                  <a:pt x="378986" y="1009409"/>
                  <a:pt x="401550" y="1004416"/>
                </a:cubicBezTo>
                <a:cubicBezTo>
                  <a:pt x="407407" y="1003072"/>
                  <a:pt x="415664" y="1003072"/>
                  <a:pt x="420081" y="1006240"/>
                </a:cubicBezTo>
                <a:cubicBezTo>
                  <a:pt x="441108" y="1020930"/>
                  <a:pt x="463672" y="1018819"/>
                  <a:pt x="486523" y="1014498"/>
                </a:cubicBezTo>
                <a:cubicBezTo>
                  <a:pt x="490075" y="1013826"/>
                  <a:pt x="494397" y="1010177"/>
                  <a:pt x="495932" y="1006817"/>
                </a:cubicBezTo>
                <a:cubicBezTo>
                  <a:pt x="501406" y="994911"/>
                  <a:pt x="511680" y="990878"/>
                  <a:pt x="523009" y="987517"/>
                </a:cubicBezTo>
                <a:cubicBezTo>
                  <a:pt x="540868" y="982044"/>
                  <a:pt x="558438" y="975611"/>
                  <a:pt x="576393" y="970427"/>
                </a:cubicBezTo>
                <a:cubicBezTo>
                  <a:pt x="580811" y="969179"/>
                  <a:pt x="586283" y="969947"/>
                  <a:pt x="590892" y="971387"/>
                </a:cubicBezTo>
                <a:cubicBezTo>
                  <a:pt x="606638" y="976284"/>
                  <a:pt x="616624" y="988574"/>
                  <a:pt x="627569" y="999904"/>
                </a:cubicBezTo>
                <a:cubicBezTo>
                  <a:pt x="632370" y="1004897"/>
                  <a:pt x="638995" y="1008449"/>
                  <a:pt x="645429" y="1011329"/>
                </a:cubicBezTo>
                <a:cubicBezTo>
                  <a:pt x="662135" y="1018723"/>
                  <a:pt x="679226" y="1025348"/>
                  <a:pt x="696125" y="1032356"/>
                </a:cubicBezTo>
                <a:cubicBezTo>
                  <a:pt x="697757" y="1033029"/>
                  <a:pt x="699100" y="1034757"/>
                  <a:pt x="700349" y="1036197"/>
                </a:cubicBezTo>
                <a:cubicBezTo>
                  <a:pt x="712831" y="1051368"/>
                  <a:pt x="725216" y="1066634"/>
                  <a:pt x="737795" y="1081804"/>
                </a:cubicBezTo>
                <a:cubicBezTo>
                  <a:pt x="740195" y="1084684"/>
                  <a:pt x="743652" y="1086797"/>
                  <a:pt x="746244" y="1089581"/>
                </a:cubicBezTo>
                <a:cubicBezTo>
                  <a:pt x="749893" y="1093422"/>
                  <a:pt x="754502" y="1097071"/>
                  <a:pt x="756422" y="1101680"/>
                </a:cubicBezTo>
                <a:cubicBezTo>
                  <a:pt x="762374" y="1116177"/>
                  <a:pt x="773801" y="1122419"/>
                  <a:pt x="788202" y="1125108"/>
                </a:cubicBezTo>
                <a:cubicBezTo>
                  <a:pt x="801357" y="1127603"/>
                  <a:pt x="814511" y="1129716"/>
                  <a:pt x="827569" y="1132596"/>
                </a:cubicBezTo>
                <a:cubicBezTo>
                  <a:pt x="843507" y="1136053"/>
                  <a:pt x="859350" y="1139798"/>
                  <a:pt x="875097" y="1144022"/>
                </a:cubicBezTo>
                <a:cubicBezTo>
                  <a:pt x="881913" y="1145847"/>
                  <a:pt x="889115" y="1147959"/>
                  <a:pt x="894972" y="1151704"/>
                </a:cubicBezTo>
                <a:cubicBezTo>
                  <a:pt x="911390" y="1162073"/>
                  <a:pt x="928961" y="1169082"/>
                  <a:pt x="948260" y="1166298"/>
                </a:cubicBezTo>
                <a:cubicBezTo>
                  <a:pt x="963718" y="1164089"/>
                  <a:pt x="976680" y="1169754"/>
                  <a:pt x="986282" y="1178588"/>
                </a:cubicBezTo>
                <a:cubicBezTo>
                  <a:pt x="1003757" y="1194623"/>
                  <a:pt x="1022479" y="1190973"/>
                  <a:pt x="1041107" y="1185789"/>
                </a:cubicBezTo>
                <a:cubicBezTo>
                  <a:pt x="1050708" y="1183101"/>
                  <a:pt x="1058581" y="1183485"/>
                  <a:pt x="1067703" y="1186076"/>
                </a:cubicBezTo>
                <a:cubicBezTo>
                  <a:pt x="1088826" y="1192126"/>
                  <a:pt x="1102941" y="1208544"/>
                  <a:pt x="1116574" y="1222946"/>
                </a:cubicBezTo>
                <a:cubicBezTo>
                  <a:pt x="1128193" y="1235236"/>
                  <a:pt x="1141251" y="1242149"/>
                  <a:pt x="1155557" y="1247335"/>
                </a:cubicBezTo>
                <a:cubicBezTo>
                  <a:pt x="1173608" y="1253959"/>
                  <a:pt x="1187914" y="1251464"/>
                  <a:pt x="1196556" y="1235525"/>
                </a:cubicBezTo>
                <a:cubicBezTo>
                  <a:pt x="1198956" y="1231012"/>
                  <a:pt x="1203180" y="1225730"/>
                  <a:pt x="1207693" y="1224387"/>
                </a:cubicBezTo>
                <a:cubicBezTo>
                  <a:pt x="1229488" y="1217666"/>
                  <a:pt x="1251572" y="1207872"/>
                  <a:pt x="1274904" y="1213826"/>
                </a:cubicBezTo>
                <a:cubicBezTo>
                  <a:pt x="1307165" y="1221987"/>
                  <a:pt x="1338658" y="1221507"/>
                  <a:pt x="1370919" y="1213442"/>
                </a:cubicBezTo>
                <a:cubicBezTo>
                  <a:pt x="1423247" y="1200383"/>
                  <a:pt x="1475575" y="1186557"/>
                  <a:pt x="1530593" y="1189437"/>
                </a:cubicBezTo>
                <a:cubicBezTo>
                  <a:pt x="1539713" y="1189917"/>
                  <a:pt x="1550563" y="1184060"/>
                  <a:pt x="1558436" y="1178299"/>
                </a:cubicBezTo>
                <a:cubicBezTo>
                  <a:pt x="1573511" y="1167354"/>
                  <a:pt x="1572838" y="1166489"/>
                  <a:pt x="1589737" y="1175515"/>
                </a:cubicBezTo>
                <a:cubicBezTo>
                  <a:pt x="1593770" y="1177724"/>
                  <a:pt x="1598763" y="1179068"/>
                  <a:pt x="1601740" y="1182333"/>
                </a:cubicBezTo>
                <a:cubicBezTo>
                  <a:pt x="1616909" y="1198943"/>
                  <a:pt x="1635633" y="1194910"/>
                  <a:pt x="1654259" y="1192510"/>
                </a:cubicBezTo>
                <a:cubicBezTo>
                  <a:pt x="1657524" y="1192030"/>
                  <a:pt x="1661460" y="1191358"/>
                  <a:pt x="1664246" y="1192702"/>
                </a:cubicBezTo>
                <a:cubicBezTo>
                  <a:pt x="1676823" y="1198750"/>
                  <a:pt x="1687481" y="1196639"/>
                  <a:pt x="1698427" y="1188381"/>
                </a:cubicBezTo>
                <a:cubicBezTo>
                  <a:pt x="1707932" y="1181276"/>
                  <a:pt x="1718878" y="1177052"/>
                  <a:pt x="1730112" y="1185885"/>
                </a:cubicBezTo>
                <a:cubicBezTo>
                  <a:pt x="1755076" y="1205472"/>
                  <a:pt x="1781767" y="1206432"/>
                  <a:pt x="1809996" y="1194046"/>
                </a:cubicBezTo>
                <a:cubicBezTo>
                  <a:pt x="1830159" y="1185213"/>
                  <a:pt x="1850034" y="1183196"/>
                  <a:pt x="1871254" y="1192126"/>
                </a:cubicBezTo>
                <a:cubicBezTo>
                  <a:pt x="1879415" y="1195582"/>
                  <a:pt x="1889977" y="1193278"/>
                  <a:pt x="1899482" y="1194046"/>
                </a:cubicBezTo>
                <a:cubicBezTo>
                  <a:pt x="1904859" y="1194430"/>
                  <a:pt x="1910813" y="1194526"/>
                  <a:pt x="1915420" y="1196927"/>
                </a:cubicBezTo>
                <a:cubicBezTo>
                  <a:pt x="1927711" y="1203072"/>
                  <a:pt x="1939136" y="1210945"/>
                  <a:pt x="1951522" y="1216994"/>
                </a:cubicBezTo>
                <a:cubicBezTo>
                  <a:pt x="1957475" y="1219874"/>
                  <a:pt x="1964580" y="1221410"/>
                  <a:pt x="1971302" y="1221507"/>
                </a:cubicBezTo>
                <a:cubicBezTo>
                  <a:pt x="1991177" y="1221987"/>
                  <a:pt x="2011052" y="1221987"/>
                  <a:pt x="2030831" y="1221123"/>
                </a:cubicBezTo>
                <a:cubicBezTo>
                  <a:pt x="2063476" y="1219778"/>
                  <a:pt x="2096601" y="1219490"/>
                  <a:pt x="2120125" y="1190878"/>
                </a:cubicBezTo>
                <a:cubicBezTo>
                  <a:pt x="2122046" y="1188573"/>
                  <a:pt x="2126174" y="1187229"/>
                  <a:pt x="2129439" y="1186845"/>
                </a:cubicBezTo>
                <a:cubicBezTo>
                  <a:pt x="2144513" y="1185021"/>
                  <a:pt x="2159971" y="1184828"/>
                  <a:pt x="2174854" y="1181852"/>
                </a:cubicBezTo>
                <a:cubicBezTo>
                  <a:pt x="2186760" y="1179452"/>
                  <a:pt x="2196650" y="1180220"/>
                  <a:pt x="2205674" y="1188669"/>
                </a:cubicBezTo>
                <a:cubicBezTo>
                  <a:pt x="2217485" y="1199807"/>
                  <a:pt x="2231887" y="1206336"/>
                  <a:pt x="2247634" y="1202784"/>
                </a:cubicBezTo>
                <a:cubicBezTo>
                  <a:pt x="2263379" y="1199327"/>
                  <a:pt x="2273749" y="1206816"/>
                  <a:pt x="2285367" y="1214594"/>
                </a:cubicBezTo>
                <a:cubicBezTo>
                  <a:pt x="2293817" y="1220258"/>
                  <a:pt x="2303418" y="1227363"/>
                  <a:pt x="2312827" y="1227939"/>
                </a:cubicBezTo>
                <a:cubicBezTo>
                  <a:pt x="2334143" y="1229187"/>
                  <a:pt x="2352482" y="1248967"/>
                  <a:pt x="2375622" y="1237733"/>
                </a:cubicBezTo>
                <a:cubicBezTo>
                  <a:pt x="2377158" y="1236965"/>
                  <a:pt x="2379942" y="1238885"/>
                  <a:pt x="2382151" y="1239365"/>
                </a:cubicBezTo>
                <a:cubicBezTo>
                  <a:pt x="2399817" y="1243014"/>
                  <a:pt x="2416428" y="1239461"/>
                  <a:pt x="2429390" y="1227459"/>
                </a:cubicBezTo>
                <a:cubicBezTo>
                  <a:pt x="2446385" y="1211809"/>
                  <a:pt x="2465203" y="1210272"/>
                  <a:pt x="2486134" y="1215362"/>
                </a:cubicBezTo>
                <a:cubicBezTo>
                  <a:pt x="2492856" y="1216994"/>
                  <a:pt x="2499577" y="1218146"/>
                  <a:pt x="2506394" y="1219490"/>
                </a:cubicBezTo>
                <a:cubicBezTo>
                  <a:pt x="2515611" y="1221410"/>
                  <a:pt x="2524925" y="1223427"/>
                  <a:pt x="2534142" y="1225347"/>
                </a:cubicBezTo>
                <a:cubicBezTo>
                  <a:pt x="2543072" y="1227268"/>
                  <a:pt x="2552962" y="1230532"/>
                  <a:pt x="2559874" y="1222275"/>
                </a:cubicBezTo>
                <a:cubicBezTo>
                  <a:pt x="2565827" y="1215169"/>
                  <a:pt x="2570052" y="1215842"/>
                  <a:pt x="2575525" y="1221987"/>
                </a:cubicBezTo>
                <a:cubicBezTo>
                  <a:pt x="2594536" y="1243494"/>
                  <a:pt x="2617580" y="1256936"/>
                  <a:pt x="2646960" y="1257896"/>
                </a:cubicBezTo>
                <a:cubicBezTo>
                  <a:pt x="2653009" y="1258088"/>
                  <a:pt x="2659154" y="1259432"/>
                  <a:pt x="2665107" y="1260873"/>
                </a:cubicBezTo>
                <a:cubicBezTo>
                  <a:pt x="2668756" y="1261736"/>
                  <a:pt x="2673173" y="1262697"/>
                  <a:pt x="2675381" y="1265290"/>
                </a:cubicBezTo>
                <a:cubicBezTo>
                  <a:pt x="2692567" y="1285068"/>
                  <a:pt x="2713979" y="1298799"/>
                  <a:pt x="2737311" y="1309841"/>
                </a:cubicBezTo>
                <a:cubicBezTo>
                  <a:pt x="2745664" y="1313777"/>
                  <a:pt x="2754594" y="1317713"/>
                  <a:pt x="2763619" y="1318866"/>
                </a:cubicBezTo>
                <a:cubicBezTo>
                  <a:pt x="2773028" y="1320018"/>
                  <a:pt x="2782917" y="1318098"/>
                  <a:pt x="2792519" y="1317041"/>
                </a:cubicBezTo>
                <a:cubicBezTo>
                  <a:pt x="2798184" y="1316466"/>
                  <a:pt x="2804713" y="1316561"/>
                  <a:pt x="2809226" y="1313777"/>
                </a:cubicBezTo>
                <a:cubicBezTo>
                  <a:pt x="2823532" y="1305039"/>
                  <a:pt x="2837358" y="1295631"/>
                  <a:pt x="2850705" y="1285452"/>
                </a:cubicBezTo>
                <a:cubicBezTo>
                  <a:pt x="2862131" y="1276715"/>
                  <a:pt x="2864435" y="1275467"/>
                  <a:pt x="2874324" y="1286413"/>
                </a:cubicBezTo>
                <a:cubicBezTo>
                  <a:pt x="2884502" y="1297647"/>
                  <a:pt x="2897176" y="1303503"/>
                  <a:pt x="2911194" y="1305903"/>
                </a:cubicBezTo>
                <a:cubicBezTo>
                  <a:pt x="2933373" y="1309648"/>
                  <a:pt x="2955745" y="1312816"/>
                  <a:pt x="2978116" y="1314641"/>
                </a:cubicBezTo>
                <a:cubicBezTo>
                  <a:pt x="2998375" y="1316273"/>
                  <a:pt x="3008073" y="1307440"/>
                  <a:pt x="3012106" y="1287373"/>
                </a:cubicBezTo>
                <a:cubicBezTo>
                  <a:pt x="3014410" y="1276235"/>
                  <a:pt x="3017387" y="1264137"/>
                  <a:pt x="3029676" y="1261161"/>
                </a:cubicBezTo>
                <a:cubicBezTo>
                  <a:pt x="3049744" y="1256360"/>
                  <a:pt x="3070579" y="1254248"/>
                  <a:pt x="3080469" y="1230724"/>
                </a:cubicBezTo>
                <a:cubicBezTo>
                  <a:pt x="3085941" y="1235909"/>
                  <a:pt x="3089302" y="1238981"/>
                  <a:pt x="3092567" y="1242054"/>
                </a:cubicBezTo>
                <a:cubicBezTo>
                  <a:pt x="3101592" y="1250599"/>
                  <a:pt x="3120314" y="1254248"/>
                  <a:pt x="3129821" y="1246855"/>
                </a:cubicBezTo>
                <a:cubicBezTo>
                  <a:pt x="3143839" y="1236101"/>
                  <a:pt x="3156705" y="1238117"/>
                  <a:pt x="3170147" y="1246471"/>
                </a:cubicBezTo>
                <a:cubicBezTo>
                  <a:pt x="3192615" y="1260297"/>
                  <a:pt x="3217674" y="1257128"/>
                  <a:pt x="3240429" y="1251559"/>
                </a:cubicBezTo>
                <a:cubicBezTo>
                  <a:pt x="3257617" y="1247430"/>
                  <a:pt x="3275956" y="1239845"/>
                  <a:pt x="3287189" y="1222466"/>
                </a:cubicBezTo>
                <a:cubicBezTo>
                  <a:pt x="3290741" y="1216898"/>
                  <a:pt x="3298711" y="1214113"/>
                  <a:pt x="3305049" y="1210465"/>
                </a:cubicBezTo>
                <a:cubicBezTo>
                  <a:pt x="3310329" y="1207488"/>
                  <a:pt x="3315898" y="1204704"/>
                  <a:pt x="3321755" y="1202784"/>
                </a:cubicBezTo>
                <a:cubicBezTo>
                  <a:pt x="3327995" y="1200671"/>
                  <a:pt x="3334909" y="1197598"/>
                  <a:pt x="3341055" y="1198463"/>
                </a:cubicBezTo>
                <a:cubicBezTo>
                  <a:pt x="3359681" y="1200959"/>
                  <a:pt x="3374467" y="1196062"/>
                  <a:pt x="3387621" y="1182140"/>
                </a:cubicBezTo>
                <a:cubicBezTo>
                  <a:pt x="3394439" y="1174939"/>
                  <a:pt x="3404520" y="1166202"/>
                  <a:pt x="3413161" y="1166105"/>
                </a:cubicBezTo>
                <a:cubicBezTo>
                  <a:pt x="3434189" y="1165818"/>
                  <a:pt x="3451663" y="1158905"/>
                  <a:pt x="3470579" y="1150647"/>
                </a:cubicBezTo>
                <a:cubicBezTo>
                  <a:pt x="3482772" y="1145366"/>
                  <a:pt x="3496598" y="1141718"/>
                  <a:pt x="3509657" y="1136821"/>
                </a:cubicBezTo>
                <a:cubicBezTo>
                  <a:pt x="3524923" y="1131060"/>
                  <a:pt x="3541534" y="1128948"/>
                  <a:pt x="3550847" y="1113009"/>
                </a:cubicBezTo>
                <a:cubicBezTo>
                  <a:pt x="3551903" y="1111281"/>
                  <a:pt x="3555072" y="1110993"/>
                  <a:pt x="3556608" y="1109361"/>
                </a:cubicBezTo>
                <a:cubicBezTo>
                  <a:pt x="3561505" y="1104368"/>
                  <a:pt x="3567842" y="1099760"/>
                  <a:pt x="3570435" y="1093710"/>
                </a:cubicBezTo>
                <a:cubicBezTo>
                  <a:pt x="3577923" y="1076044"/>
                  <a:pt x="3583780" y="1057800"/>
                  <a:pt x="3590501" y="1039846"/>
                </a:cubicBezTo>
                <a:cubicBezTo>
                  <a:pt x="3591942" y="1036005"/>
                  <a:pt x="3593285" y="1031108"/>
                  <a:pt x="3596263" y="1028900"/>
                </a:cubicBezTo>
                <a:cubicBezTo>
                  <a:pt x="3613449" y="1016226"/>
                  <a:pt x="3630925" y="1004032"/>
                  <a:pt x="3648591" y="992030"/>
                </a:cubicBezTo>
                <a:cubicBezTo>
                  <a:pt x="3655696" y="987229"/>
                  <a:pt x="3661649" y="989918"/>
                  <a:pt x="3667986" y="995487"/>
                </a:cubicBezTo>
                <a:cubicBezTo>
                  <a:pt x="3674131" y="1000768"/>
                  <a:pt x="3681717" y="1006240"/>
                  <a:pt x="3689397" y="1007585"/>
                </a:cubicBezTo>
                <a:cubicBezTo>
                  <a:pt x="3704760" y="1010177"/>
                  <a:pt x="3720698" y="1010753"/>
                  <a:pt x="3736349" y="1010753"/>
                </a:cubicBezTo>
                <a:cubicBezTo>
                  <a:pt x="3742205" y="1010753"/>
                  <a:pt x="3748446" y="1007297"/>
                  <a:pt x="3753919" y="1004513"/>
                </a:cubicBezTo>
                <a:cubicBezTo>
                  <a:pt x="3764289" y="999231"/>
                  <a:pt x="3773890" y="992126"/>
                  <a:pt x="3784643" y="987710"/>
                </a:cubicBezTo>
                <a:cubicBezTo>
                  <a:pt x="3797126" y="982621"/>
                  <a:pt x="3804615" y="974459"/>
                  <a:pt x="3808359" y="961689"/>
                </a:cubicBezTo>
                <a:cubicBezTo>
                  <a:pt x="3813929" y="942679"/>
                  <a:pt x="3827179" y="929428"/>
                  <a:pt x="3842829" y="918674"/>
                </a:cubicBezTo>
                <a:cubicBezTo>
                  <a:pt x="3862705" y="904944"/>
                  <a:pt x="3886421" y="905616"/>
                  <a:pt x="3908983" y="902256"/>
                </a:cubicBezTo>
                <a:cubicBezTo>
                  <a:pt x="3917625" y="901008"/>
                  <a:pt x="3926555" y="899951"/>
                  <a:pt x="3934428" y="896783"/>
                </a:cubicBezTo>
                <a:cubicBezTo>
                  <a:pt x="3964288" y="884877"/>
                  <a:pt x="3994149" y="873548"/>
                  <a:pt x="4026987" y="873835"/>
                </a:cubicBezTo>
                <a:cubicBezTo>
                  <a:pt x="4029674" y="873835"/>
                  <a:pt x="4032363" y="873548"/>
                  <a:pt x="4035051" y="873067"/>
                </a:cubicBezTo>
                <a:cubicBezTo>
                  <a:pt x="4058383" y="869131"/>
                  <a:pt x="4082483" y="867594"/>
                  <a:pt x="4099189" y="846664"/>
                </a:cubicBezTo>
                <a:cubicBezTo>
                  <a:pt x="4102261" y="842823"/>
                  <a:pt x="4109271" y="841671"/>
                  <a:pt x="4114647" y="840134"/>
                </a:cubicBezTo>
                <a:cubicBezTo>
                  <a:pt x="4123961" y="837638"/>
                  <a:pt x="4130203" y="832549"/>
                  <a:pt x="4133563" y="823427"/>
                </a:cubicBezTo>
                <a:cubicBezTo>
                  <a:pt x="4139229" y="807681"/>
                  <a:pt x="4145949" y="792223"/>
                  <a:pt x="4151039" y="776284"/>
                </a:cubicBezTo>
                <a:cubicBezTo>
                  <a:pt x="4154591" y="765338"/>
                  <a:pt x="4161215" y="759289"/>
                  <a:pt x="4171489" y="754776"/>
                </a:cubicBezTo>
                <a:cubicBezTo>
                  <a:pt x="4177251" y="752280"/>
                  <a:pt x="4182243" y="746808"/>
                  <a:pt x="4186372" y="741718"/>
                </a:cubicBezTo>
                <a:cubicBezTo>
                  <a:pt x="4191365" y="735573"/>
                  <a:pt x="4193957" y="727412"/>
                  <a:pt x="4199429" y="721940"/>
                </a:cubicBezTo>
                <a:cubicBezTo>
                  <a:pt x="4212775" y="708305"/>
                  <a:pt x="4216905" y="693231"/>
                  <a:pt x="4212487" y="674604"/>
                </a:cubicBezTo>
                <a:cubicBezTo>
                  <a:pt x="4208551" y="658090"/>
                  <a:pt x="4218921" y="636006"/>
                  <a:pt x="4232555" y="632645"/>
                </a:cubicBezTo>
                <a:cubicBezTo>
                  <a:pt x="4247629" y="628900"/>
                  <a:pt x="4257999" y="619684"/>
                  <a:pt x="4268657" y="609410"/>
                </a:cubicBezTo>
                <a:cubicBezTo>
                  <a:pt x="4274609" y="603649"/>
                  <a:pt x="4282963" y="598656"/>
                  <a:pt x="4291028" y="597216"/>
                </a:cubicBezTo>
                <a:cubicBezTo>
                  <a:pt x="4321657" y="591647"/>
                  <a:pt x="4350557" y="598464"/>
                  <a:pt x="4379651" y="609506"/>
                </a:cubicBezTo>
                <a:cubicBezTo>
                  <a:pt x="4398661" y="616707"/>
                  <a:pt x="4419784" y="618627"/>
                  <a:pt x="4440139" y="621507"/>
                </a:cubicBezTo>
                <a:cubicBezTo>
                  <a:pt x="4446477" y="622371"/>
                  <a:pt x="4454542" y="620452"/>
                  <a:pt x="4460015" y="616899"/>
                </a:cubicBezTo>
                <a:cubicBezTo>
                  <a:pt x="4479218" y="604609"/>
                  <a:pt x="4498325" y="591935"/>
                  <a:pt x="4516183" y="577724"/>
                </a:cubicBezTo>
                <a:cubicBezTo>
                  <a:pt x="4532795" y="564379"/>
                  <a:pt x="4551517" y="558810"/>
                  <a:pt x="4571681" y="560250"/>
                </a:cubicBezTo>
                <a:cubicBezTo>
                  <a:pt x="4586371" y="561306"/>
                  <a:pt x="4599621" y="558905"/>
                  <a:pt x="4613447" y="555257"/>
                </a:cubicBezTo>
                <a:cubicBezTo>
                  <a:pt x="4624969" y="552185"/>
                  <a:pt x="4637643" y="550072"/>
                  <a:pt x="4649355" y="551417"/>
                </a:cubicBezTo>
                <a:cubicBezTo>
                  <a:pt x="4665775" y="553337"/>
                  <a:pt x="4679313" y="550553"/>
                  <a:pt x="4692467" y="540663"/>
                </a:cubicBezTo>
                <a:cubicBezTo>
                  <a:pt x="4699476" y="535382"/>
                  <a:pt x="4708502" y="532598"/>
                  <a:pt x="4716855" y="528949"/>
                </a:cubicBezTo>
                <a:cubicBezTo>
                  <a:pt x="4729721" y="523284"/>
                  <a:pt x="4743067" y="518483"/>
                  <a:pt x="4755645" y="512147"/>
                </a:cubicBezTo>
                <a:cubicBezTo>
                  <a:pt x="4769183" y="505425"/>
                  <a:pt x="4781569" y="496112"/>
                  <a:pt x="4795395" y="490351"/>
                </a:cubicBezTo>
                <a:cubicBezTo>
                  <a:pt x="4810278" y="484110"/>
                  <a:pt x="4819879" y="474605"/>
                  <a:pt x="4825928" y="459818"/>
                </a:cubicBezTo>
                <a:cubicBezTo>
                  <a:pt x="4829769" y="450504"/>
                  <a:pt x="4835049" y="440615"/>
                  <a:pt x="4842347" y="434086"/>
                </a:cubicBezTo>
                <a:cubicBezTo>
                  <a:pt x="4857422" y="420740"/>
                  <a:pt x="4875087" y="410370"/>
                  <a:pt x="4890451" y="397216"/>
                </a:cubicBezTo>
                <a:cubicBezTo>
                  <a:pt x="4912054" y="378781"/>
                  <a:pt x="4932025" y="359194"/>
                  <a:pt x="4933945" y="327701"/>
                </a:cubicBezTo>
                <a:cubicBezTo>
                  <a:pt x="4935001" y="310322"/>
                  <a:pt x="4944219" y="302929"/>
                  <a:pt x="4961214" y="298801"/>
                </a:cubicBezTo>
                <a:cubicBezTo>
                  <a:pt x="4966878" y="297457"/>
                  <a:pt x="4974945" y="294864"/>
                  <a:pt x="4976672" y="290639"/>
                </a:cubicBezTo>
                <a:cubicBezTo>
                  <a:pt x="4981857" y="278061"/>
                  <a:pt x="4992610" y="275565"/>
                  <a:pt x="5002979" y="270573"/>
                </a:cubicBezTo>
                <a:cubicBezTo>
                  <a:pt x="5009221" y="267596"/>
                  <a:pt x="5016903" y="261739"/>
                  <a:pt x="5018535" y="255690"/>
                </a:cubicBezTo>
                <a:cubicBezTo>
                  <a:pt x="5025255" y="231206"/>
                  <a:pt x="5043690" y="216804"/>
                  <a:pt x="5061069" y="200961"/>
                </a:cubicBezTo>
                <a:cubicBezTo>
                  <a:pt x="5066158" y="196256"/>
                  <a:pt x="5071631" y="190879"/>
                  <a:pt x="5074127" y="184735"/>
                </a:cubicBezTo>
                <a:cubicBezTo>
                  <a:pt x="5079409" y="171484"/>
                  <a:pt x="5087281" y="161882"/>
                  <a:pt x="5101108" y="156891"/>
                </a:cubicBezTo>
                <a:cubicBezTo>
                  <a:pt x="5105524" y="155354"/>
                  <a:pt x="5109557" y="151801"/>
                  <a:pt x="5112918" y="148441"/>
                </a:cubicBezTo>
                <a:cubicBezTo>
                  <a:pt x="5120119" y="141144"/>
                  <a:pt x="5126167" y="132598"/>
                  <a:pt x="5133753" y="125782"/>
                </a:cubicBezTo>
                <a:cubicBezTo>
                  <a:pt x="5153051" y="108211"/>
                  <a:pt x="5172159" y="90928"/>
                  <a:pt x="5183393" y="66348"/>
                </a:cubicBezTo>
                <a:cubicBezTo>
                  <a:pt x="5188865" y="54346"/>
                  <a:pt x="5195107" y="41288"/>
                  <a:pt x="5204709" y="33030"/>
                </a:cubicBezTo>
                <a:cubicBezTo>
                  <a:pt x="5216903" y="22565"/>
                  <a:pt x="5232937" y="16612"/>
                  <a:pt x="5247243" y="8451"/>
                </a:cubicBezTo>
                <a:close/>
              </a:path>
            </a:pathLst>
          </a:custGeom>
          <a:blipFill dpi="0" rotWithShape="1">
            <a:blip r:embed="rId3">
              <a:alphaModFix amt="57000"/>
            </a:blip>
            <a:srcRect/>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5" name="角丸四角形吹き出し 4">
            <a:extLst>
              <a:ext uri="{FF2B5EF4-FFF2-40B4-BE49-F238E27FC236}">
                <a16:creationId xmlns:a16="http://schemas.microsoft.com/office/drawing/2014/main" id="{6C2F1764-764A-200F-C107-67B5634E7BD8}"/>
              </a:ext>
            </a:extLst>
          </p:cNvPr>
          <p:cNvSpPr/>
          <p:nvPr/>
        </p:nvSpPr>
        <p:spPr>
          <a:xfrm>
            <a:off x="2133600" y="0"/>
            <a:ext cx="1710266" cy="609600"/>
          </a:xfrm>
          <a:prstGeom prst="wedgeRoundRectCallout">
            <a:avLst>
              <a:gd name="adj1" fmla="val -30734"/>
              <a:gd name="adj2" fmla="val 81944"/>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kumimoji="1" lang="en-US" altLang="ja-JP" dirty="0"/>
              <a:t>VDD</a:t>
            </a:r>
            <a:r>
              <a:rPr kumimoji="1" lang="ja-JP" altLang="en-US"/>
              <a:t>ライン</a:t>
            </a:r>
          </a:p>
        </p:txBody>
      </p:sp>
      <p:sp>
        <p:nvSpPr>
          <p:cNvPr id="6" name="角丸四角形吹き出し 5">
            <a:extLst>
              <a:ext uri="{FF2B5EF4-FFF2-40B4-BE49-F238E27FC236}">
                <a16:creationId xmlns:a16="http://schemas.microsoft.com/office/drawing/2014/main" id="{6D35B884-E46D-6C27-904E-A778A53CE8CB}"/>
              </a:ext>
            </a:extLst>
          </p:cNvPr>
          <p:cNvSpPr/>
          <p:nvPr/>
        </p:nvSpPr>
        <p:spPr>
          <a:xfrm>
            <a:off x="2133600" y="0"/>
            <a:ext cx="1710266" cy="609600"/>
          </a:xfrm>
          <a:prstGeom prst="wedgeRoundRectCallout">
            <a:avLst>
              <a:gd name="adj1" fmla="val 119761"/>
              <a:gd name="adj2" fmla="val 68055"/>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kumimoji="1" lang="en-US" altLang="ja-JP" dirty="0"/>
              <a:t>VDD</a:t>
            </a:r>
            <a:r>
              <a:rPr kumimoji="1" lang="ja-JP" altLang="en-US"/>
              <a:t>ライン</a:t>
            </a:r>
          </a:p>
        </p:txBody>
      </p:sp>
      <p:sp>
        <p:nvSpPr>
          <p:cNvPr id="7" name="角丸四角形吹き出し 6">
            <a:extLst>
              <a:ext uri="{FF2B5EF4-FFF2-40B4-BE49-F238E27FC236}">
                <a16:creationId xmlns:a16="http://schemas.microsoft.com/office/drawing/2014/main" id="{F2753041-6A33-7E49-3EA7-039C39DA64C4}"/>
              </a:ext>
            </a:extLst>
          </p:cNvPr>
          <p:cNvSpPr/>
          <p:nvPr/>
        </p:nvSpPr>
        <p:spPr>
          <a:xfrm>
            <a:off x="432329" y="5432663"/>
            <a:ext cx="1710266" cy="609600"/>
          </a:xfrm>
          <a:prstGeom prst="wedgeRoundRectCallout">
            <a:avLst>
              <a:gd name="adj1" fmla="val 47484"/>
              <a:gd name="adj2" fmla="val 118055"/>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ja-JP" dirty="0"/>
              <a:t>VSS</a:t>
            </a:r>
            <a:r>
              <a:rPr kumimoji="1" lang="ja-JP" altLang="en-US"/>
              <a:t>ライン</a:t>
            </a:r>
          </a:p>
        </p:txBody>
      </p:sp>
      <p:sp>
        <p:nvSpPr>
          <p:cNvPr id="8" name="角丸四角形吹き出し 7">
            <a:extLst>
              <a:ext uri="{FF2B5EF4-FFF2-40B4-BE49-F238E27FC236}">
                <a16:creationId xmlns:a16="http://schemas.microsoft.com/office/drawing/2014/main" id="{4923FB3F-F246-B1E0-FBE9-F65454BB1297}"/>
              </a:ext>
            </a:extLst>
          </p:cNvPr>
          <p:cNvSpPr/>
          <p:nvPr/>
        </p:nvSpPr>
        <p:spPr>
          <a:xfrm>
            <a:off x="432329" y="5432663"/>
            <a:ext cx="1710266" cy="609600"/>
          </a:xfrm>
          <a:prstGeom prst="wedgeRoundRectCallout">
            <a:avLst>
              <a:gd name="adj1" fmla="val 231643"/>
              <a:gd name="adj2" fmla="val 126388"/>
              <a:gd name="adj3" fmla="val 16667"/>
            </a:avLst>
          </a:prstGeom>
        </p:spPr>
        <p:style>
          <a:lnRef idx="1">
            <a:schemeClr val="accent3"/>
          </a:lnRef>
          <a:fillRef idx="2">
            <a:schemeClr val="accent3"/>
          </a:fillRef>
          <a:effectRef idx="1">
            <a:schemeClr val="accent3"/>
          </a:effectRef>
          <a:fontRef idx="minor">
            <a:schemeClr val="dk1"/>
          </a:fontRef>
        </p:style>
        <p:txBody>
          <a:bodyPr rtlCol="0" anchor="ctr"/>
          <a:lstStyle/>
          <a:p>
            <a:pPr algn="ctr"/>
            <a:r>
              <a:rPr lang="en-US" altLang="ja-JP" dirty="0"/>
              <a:t>VSS</a:t>
            </a:r>
            <a:r>
              <a:rPr kumimoji="1" lang="ja-JP" altLang="en-US"/>
              <a:t>ライン</a:t>
            </a:r>
          </a:p>
        </p:txBody>
      </p:sp>
      <p:sp>
        <p:nvSpPr>
          <p:cNvPr id="10" name="角丸四角形吹き出し 9">
            <a:extLst>
              <a:ext uri="{FF2B5EF4-FFF2-40B4-BE49-F238E27FC236}">
                <a16:creationId xmlns:a16="http://schemas.microsoft.com/office/drawing/2014/main" id="{9F3E9F41-9338-BBE8-E7F9-0F76F6BCA0FC}"/>
              </a:ext>
            </a:extLst>
          </p:cNvPr>
          <p:cNvSpPr/>
          <p:nvPr/>
        </p:nvSpPr>
        <p:spPr>
          <a:xfrm>
            <a:off x="7429765" y="2819400"/>
            <a:ext cx="1710266" cy="609600"/>
          </a:xfrm>
          <a:prstGeom prst="wedgeRoundRectCallout">
            <a:avLst>
              <a:gd name="adj1" fmla="val 96988"/>
              <a:gd name="adj2" fmla="val 170833"/>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ja-JP" altLang="en-US"/>
              <a:t>ピン</a:t>
            </a:r>
            <a:endParaRPr kumimoji="1" lang="ja-JP" altLang="en-US"/>
          </a:p>
        </p:txBody>
      </p:sp>
      <p:sp>
        <p:nvSpPr>
          <p:cNvPr id="12" name="角丸四角形吹き出し 11">
            <a:extLst>
              <a:ext uri="{FF2B5EF4-FFF2-40B4-BE49-F238E27FC236}">
                <a16:creationId xmlns:a16="http://schemas.microsoft.com/office/drawing/2014/main" id="{83165A6D-2403-3873-71AC-7594939DB1A6}"/>
              </a:ext>
            </a:extLst>
          </p:cNvPr>
          <p:cNvSpPr/>
          <p:nvPr/>
        </p:nvSpPr>
        <p:spPr>
          <a:xfrm>
            <a:off x="7493003" y="304800"/>
            <a:ext cx="1710266" cy="965136"/>
          </a:xfrm>
          <a:prstGeom prst="wedgeRoundRectCallout">
            <a:avLst>
              <a:gd name="adj1" fmla="val 95009"/>
              <a:gd name="adj2" fmla="val 101534"/>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altLang="ja-JP" dirty="0"/>
              <a:t>PMOS</a:t>
            </a:r>
          </a:p>
          <a:p>
            <a:pPr algn="ctr"/>
            <a:r>
              <a:rPr kumimoji="1" lang="en-US" altLang="ja-JP" dirty="0"/>
              <a:t>S</a:t>
            </a:r>
            <a:r>
              <a:rPr lang="ja-JP" altLang="en-US" dirty="0"/>
              <a:t>が共通</a:t>
            </a:r>
            <a:endParaRPr kumimoji="1" lang="ja-JP" altLang="en-US" dirty="0"/>
          </a:p>
        </p:txBody>
      </p:sp>
      <p:sp>
        <p:nvSpPr>
          <p:cNvPr id="14" name="角丸四角形吹き出し 13">
            <a:extLst>
              <a:ext uri="{FF2B5EF4-FFF2-40B4-BE49-F238E27FC236}">
                <a16:creationId xmlns:a16="http://schemas.microsoft.com/office/drawing/2014/main" id="{DFB8A465-CACB-C42D-7A95-01AD65C380A9}"/>
              </a:ext>
            </a:extLst>
          </p:cNvPr>
          <p:cNvSpPr/>
          <p:nvPr/>
        </p:nvSpPr>
        <p:spPr>
          <a:xfrm>
            <a:off x="7137403" y="4605931"/>
            <a:ext cx="1710266" cy="965136"/>
          </a:xfrm>
          <a:prstGeom prst="wedgeRoundRectCallout">
            <a:avLst>
              <a:gd name="adj1" fmla="val 113821"/>
              <a:gd name="adj2" fmla="val 64689"/>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lang="en-US" altLang="ja-JP" dirty="0"/>
              <a:t>NMOS</a:t>
            </a:r>
          </a:p>
          <a:p>
            <a:pPr algn="ctr"/>
            <a:r>
              <a:rPr kumimoji="1" lang="en-US" altLang="ja-JP" dirty="0"/>
              <a:t>S</a:t>
            </a:r>
            <a:r>
              <a:rPr lang="ja-JP" altLang="en-US" dirty="0"/>
              <a:t>が共通</a:t>
            </a:r>
            <a:endParaRPr kumimoji="1" lang="ja-JP" altLang="en-US" dirty="0"/>
          </a:p>
        </p:txBody>
      </p:sp>
      <p:sp>
        <p:nvSpPr>
          <p:cNvPr id="15" name="角丸四角形吹き出し 14">
            <a:extLst>
              <a:ext uri="{FF2B5EF4-FFF2-40B4-BE49-F238E27FC236}">
                <a16:creationId xmlns:a16="http://schemas.microsoft.com/office/drawing/2014/main" id="{68B6E237-A10B-AE99-76CE-65FCF5AA5E42}"/>
              </a:ext>
            </a:extLst>
          </p:cNvPr>
          <p:cNvSpPr/>
          <p:nvPr/>
        </p:nvSpPr>
        <p:spPr>
          <a:xfrm>
            <a:off x="7429765" y="2819400"/>
            <a:ext cx="1710266" cy="609600"/>
          </a:xfrm>
          <a:prstGeom prst="wedgeRoundRectCallout">
            <a:avLst>
              <a:gd name="adj1" fmla="val -102022"/>
              <a:gd name="adj2" fmla="val 93055"/>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ja-JP" altLang="en-US"/>
              <a:t>ピン</a:t>
            </a:r>
            <a:endParaRPr kumimoji="1" lang="ja-JP" altLang="en-US"/>
          </a:p>
        </p:txBody>
      </p:sp>
      <p:sp>
        <p:nvSpPr>
          <p:cNvPr id="16" name="角丸四角形吹き出し 15">
            <a:extLst>
              <a:ext uri="{FF2B5EF4-FFF2-40B4-BE49-F238E27FC236}">
                <a16:creationId xmlns:a16="http://schemas.microsoft.com/office/drawing/2014/main" id="{4A842731-DC24-A4E9-AA2C-0275F121DE80}"/>
              </a:ext>
            </a:extLst>
          </p:cNvPr>
          <p:cNvSpPr/>
          <p:nvPr/>
        </p:nvSpPr>
        <p:spPr>
          <a:xfrm>
            <a:off x="7429765" y="2819400"/>
            <a:ext cx="1710266" cy="609600"/>
          </a:xfrm>
          <a:prstGeom prst="wedgeRoundRectCallout">
            <a:avLst>
              <a:gd name="adj1" fmla="val 127681"/>
              <a:gd name="adj2" fmla="val -1389"/>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lang="ja-JP" altLang="en-US"/>
              <a:t>ピン</a:t>
            </a:r>
            <a:endParaRPr kumimoji="1" lang="ja-JP" altLang="en-US"/>
          </a:p>
        </p:txBody>
      </p:sp>
    </p:spTree>
    <p:extLst>
      <p:ext uri="{BB962C8B-B14F-4D97-AF65-F5344CB8AC3E}">
        <p14:creationId xmlns:p14="http://schemas.microsoft.com/office/powerpoint/2010/main" val="1593120780"/>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78BA5F19-D5E1-4ECC-BEC2-DF7AEDFD7C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Freeform: Shape 12">
            <a:extLst>
              <a:ext uri="{FF2B5EF4-FFF2-40B4-BE49-F238E27FC236}">
                <a16:creationId xmlns:a16="http://schemas.microsoft.com/office/drawing/2014/main" id="{50CC88A9-A661-4C48-866E-8734E511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
            <a:ext cx="11269336" cy="2008639"/>
          </a:xfrm>
          <a:custGeom>
            <a:avLst/>
            <a:gdLst>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296127 w 11269336"/>
              <a:gd name="connsiteY139" fmla="*/ 2023208 h 2323145"/>
              <a:gd name="connsiteX140" fmla="*/ 5174645 w 11269336"/>
              <a:gd name="connsiteY140" fmla="*/ 2088358 h 2323145"/>
              <a:gd name="connsiteX141" fmla="*/ 5092476 w 11269336"/>
              <a:gd name="connsiteY141" fmla="*/ 2100737 h 2323145"/>
              <a:gd name="connsiteX142" fmla="*/ 5060738 w 11269336"/>
              <a:gd name="connsiteY142" fmla="*/ 2083274 h 2323145"/>
              <a:gd name="connsiteX143" fmla="*/ 4860988 w 11269336"/>
              <a:gd name="connsiteY143" fmla="*/ 2135698 h 2323145"/>
              <a:gd name="connsiteX144" fmla="*/ 4807902 w 11269336"/>
              <a:gd name="connsiteY144" fmla="*/ 2138894 h 2323145"/>
              <a:gd name="connsiteX145" fmla="*/ 4765388 w 11269336"/>
              <a:gd name="connsiteY145" fmla="*/ 2162525 h 2323145"/>
              <a:gd name="connsiteX146" fmla="*/ 4745033 w 11269336"/>
              <a:gd name="connsiteY146" fmla="*/ 2158859 h 2323145"/>
              <a:gd name="connsiteX147" fmla="*/ 4741475 w 11269336"/>
              <a:gd name="connsiteY147" fmla="*/ 2157998 h 2323145"/>
              <a:gd name="connsiteX148" fmla="*/ 4728247 w 11269336"/>
              <a:gd name="connsiteY148" fmla="*/ 2159526 h 2323145"/>
              <a:gd name="connsiteX149" fmla="*/ 4723263 w 11269336"/>
              <a:gd name="connsiteY149" fmla="*/ 2153742 h 2323145"/>
              <a:gd name="connsiteX150" fmla="*/ 4702453 w 11269336"/>
              <a:gd name="connsiteY150" fmla="*/ 2151586 h 2323145"/>
              <a:gd name="connsiteX151" fmla="*/ 4678455 w 11269336"/>
              <a:gd name="connsiteY151" fmla="*/ 2156131 h 2323145"/>
              <a:gd name="connsiteX152" fmla="*/ 4593061 w 11269336"/>
              <a:gd name="connsiteY152" fmla="*/ 2171597 h 2323145"/>
              <a:gd name="connsiteX153" fmla="*/ 4579902 w 11269336"/>
              <a:gd name="connsiteY153" fmla="*/ 2177927 h 2323145"/>
              <a:gd name="connsiteX154" fmla="*/ 4533444 w 11269336"/>
              <a:gd name="connsiteY154" fmla="*/ 2181200 h 2323145"/>
              <a:gd name="connsiteX155" fmla="*/ 4492832 w 11269336"/>
              <a:gd name="connsiteY155" fmla="*/ 2188033 h 2323145"/>
              <a:gd name="connsiteX156" fmla="*/ 4467257 w 11269336"/>
              <a:gd name="connsiteY156" fmla="*/ 2196121 h 2323145"/>
              <a:gd name="connsiteX157" fmla="*/ 4459937 w 11269336"/>
              <a:gd name="connsiteY157" fmla="*/ 2195182 h 2323145"/>
              <a:gd name="connsiteX158" fmla="*/ 4433312 w 11269336"/>
              <a:gd name="connsiteY158" fmla="*/ 2199004 h 2323145"/>
              <a:gd name="connsiteX159" fmla="*/ 4420601 w 11269336"/>
              <a:gd name="connsiteY159" fmla="*/ 2205158 h 2323145"/>
              <a:gd name="connsiteX160" fmla="*/ 4405765 w 11269336"/>
              <a:gd name="connsiteY160" fmla="*/ 2199902 h 2323145"/>
              <a:gd name="connsiteX161" fmla="*/ 4401354 w 11269336"/>
              <a:gd name="connsiteY161" fmla="*/ 2194745 h 2323145"/>
              <a:gd name="connsiteX162" fmla="*/ 4383151 w 11269336"/>
              <a:gd name="connsiteY162" fmla="*/ 2201140 h 2323145"/>
              <a:gd name="connsiteX163" fmla="*/ 4366646 w 11269336"/>
              <a:gd name="connsiteY163" fmla="*/ 2198564 h 2323145"/>
              <a:gd name="connsiteX164" fmla="*/ 4354009 w 11269336"/>
              <a:gd name="connsiteY164" fmla="*/ 2204984 h 2323145"/>
              <a:gd name="connsiteX165" fmla="*/ 4348284 w 11269336"/>
              <a:gd name="connsiteY165" fmla="*/ 2205270 h 2323145"/>
              <a:gd name="connsiteX166" fmla="*/ 4333906 w 11269336"/>
              <a:gd name="connsiteY166" fmla="*/ 2205251 h 2323145"/>
              <a:gd name="connsiteX167" fmla="*/ 4308819 w 11269336"/>
              <a:gd name="connsiteY167" fmla="*/ 2203822 h 2323145"/>
              <a:gd name="connsiteX168" fmla="*/ 4301210 w 11269336"/>
              <a:gd name="connsiteY168" fmla="*/ 2204456 h 2323145"/>
              <a:gd name="connsiteX169" fmla="*/ 4283095 w 11269336"/>
              <a:gd name="connsiteY169" fmla="*/ 2198177 h 2323145"/>
              <a:gd name="connsiteX170" fmla="*/ 4250119 w 11269336"/>
              <a:gd name="connsiteY170" fmla="*/ 2196342 h 2323145"/>
              <a:gd name="connsiteX171" fmla="*/ 4189203 w 11269336"/>
              <a:gd name="connsiteY171" fmla="*/ 2178994 h 2323145"/>
              <a:gd name="connsiteX172" fmla="*/ 4154035 w 11269336"/>
              <a:gd name="connsiteY172" fmla="*/ 2171950 h 2323145"/>
              <a:gd name="connsiteX173" fmla="*/ 4129569 w 11269336"/>
              <a:gd name="connsiteY173" fmla="*/ 2163850 h 2323145"/>
              <a:gd name="connsiteX174" fmla="*/ 4061250 w 11269336"/>
              <a:gd name="connsiteY174" fmla="*/ 2159236 h 2323145"/>
              <a:gd name="connsiteX175" fmla="*/ 3945480 w 11269336"/>
              <a:gd name="connsiteY175" fmla="*/ 2158279 h 2323145"/>
              <a:gd name="connsiteX176" fmla="*/ 3921468 w 11269336"/>
              <a:gd name="connsiteY176" fmla="*/ 2156588 h 2323145"/>
              <a:gd name="connsiteX177" fmla="*/ 3903348 w 11269336"/>
              <a:gd name="connsiteY177" fmla="*/ 2149220 h 2323145"/>
              <a:gd name="connsiteX178" fmla="*/ 3901342 w 11269336"/>
              <a:gd name="connsiteY178" fmla="*/ 2142355 h 2323145"/>
              <a:gd name="connsiteX179" fmla="*/ 3888539 w 11269336"/>
              <a:gd name="connsiteY179" fmla="*/ 2140476 h 2323145"/>
              <a:gd name="connsiteX180" fmla="*/ 3885662 w 11269336"/>
              <a:gd name="connsiteY180" fmla="*/ 2138740 h 2323145"/>
              <a:gd name="connsiteX181" fmla="*/ 3868627 w 11269336"/>
              <a:gd name="connsiteY181" fmla="*/ 2130023 h 2323145"/>
              <a:gd name="connsiteX182" fmla="*/ 3819177 w 11269336"/>
              <a:gd name="connsiteY182" fmla="*/ 2142111 h 2323145"/>
              <a:gd name="connsiteX183" fmla="*/ 3769100 w 11269336"/>
              <a:gd name="connsiteY183" fmla="*/ 2131731 h 2323145"/>
              <a:gd name="connsiteX184" fmla="*/ 3562752 w 11269336"/>
              <a:gd name="connsiteY184" fmla="*/ 2131785 h 2323145"/>
              <a:gd name="connsiteX185" fmla="*/ 3541402 w 11269336"/>
              <a:gd name="connsiteY185" fmla="*/ 2106821 h 2323145"/>
              <a:gd name="connsiteX186" fmla="*/ 3460591 w 11269336"/>
              <a:gd name="connsiteY186" fmla="*/ 2097951 h 2323145"/>
              <a:gd name="connsiteX187" fmla="*/ 3320348 w 11269336"/>
              <a:gd name="connsiteY187" fmla="*/ 2130191 h 2323145"/>
              <a:gd name="connsiteX188" fmla="*/ 3170922 w 11269336"/>
              <a:gd name="connsiteY188" fmla="*/ 2115957 h 2323145"/>
              <a:gd name="connsiteX189" fmla="*/ 3156256 w 11269336"/>
              <a:gd name="connsiteY189" fmla="*/ 2124773 h 2323145"/>
              <a:gd name="connsiteX190" fmla="*/ 3140298 w 11269336"/>
              <a:gd name="connsiteY190" fmla="*/ 2129182 h 2323145"/>
              <a:gd name="connsiteX191" fmla="*/ 3138514 w 11269336"/>
              <a:gd name="connsiteY191" fmla="*/ 2128069 h 2323145"/>
              <a:gd name="connsiteX192" fmla="*/ 3120467 w 11269336"/>
              <a:gd name="connsiteY192" fmla="*/ 2128281 h 2323145"/>
              <a:gd name="connsiteX193" fmla="*/ 3116175 w 11269336"/>
              <a:gd name="connsiteY193" fmla="*/ 2131633 h 2323145"/>
              <a:gd name="connsiteX194" fmla="*/ 3103685 w 11269336"/>
              <a:gd name="connsiteY194" fmla="*/ 2132814 h 2323145"/>
              <a:gd name="connsiteX195" fmla="*/ 3078794 w 11269336"/>
              <a:gd name="connsiteY195" fmla="*/ 2137935 h 2323145"/>
              <a:gd name="connsiteX196" fmla="*/ 3074407 w 11269336"/>
              <a:gd name="connsiteY196" fmla="*/ 2136274 h 2323145"/>
              <a:gd name="connsiteX197" fmla="*/ 3037285 w 11269336"/>
              <a:gd name="connsiteY197" fmla="*/ 2139919 h 2323145"/>
              <a:gd name="connsiteX198" fmla="*/ 3036901 w 11269336"/>
              <a:gd name="connsiteY198" fmla="*/ 2138726 h 2323145"/>
              <a:gd name="connsiteX199" fmla="*/ 3026996 w 11269336"/>
              <a:gd name="connsiteY199" fmla="*/ 2134322 h 2323145"/>
              <a:gd name="connsiteX200" fmla="*/ 3007772 w 11269336"/>
              <a:gd name="connsiteY200" fmla="*/ 2128742 h 2323145"/>
              <a:gd name="connsiteX201" fmla="*/ 2965030 w 11269336"/>
              <a:gd name="connsiteY201" fmla="*/ 2100494 h 2323145"/>
              <a:gd name="connsiteX202" fmla="*/ 2926342 w 11269336"/>
              <a:gd name="connsiteY202" fmla="*/ 2104155 h 2323145"/>
              <a:gd name="connsiteX203" fmla="*/ 2918608 w 11269336"/>
              <a:gd name="connsiteY203" fmla="*/ 2104215 h 2323145"/>
              <a:gd name="connsiteX204" fmla="*/ 2918475 w 11269336"/>
              <a:gd name="connsiteY204" fmla="*/ 2103937 h 2323145"/>
              <a:gd name="connsiteX205" fmla="*/ 2910360 w 11269336"/>
              <a:gd name="connsiteY205" fmla="*/ 2103444 h 2323145"/>
              <a:gd name="connsiteX206" fmla="*/ 2904507 w 11269336"/>
              <a:gd name="connsiteY206" fmla="*/ 2104326 h 2323145"/>
              <a:gd name="connsiteX207" fmla="*/ 2889503 w 11269336"/>
              <a:gd name="connsiteY207" fmla="*/ 2104443 h 2323145"/>
              <a:gd name="connsiteX208" fmla="*/ 2884480 w 11269336"/>
              <a:gd name="connsiteY208" fmla="*/ 2102626 h 2323145"/>
              <a:gd name="connsiteX209" fmla="*/ 2882689 w 11269336"/>
              <a:gd name="connsiteY209" fmla="*/ 2099228 h 2323145"/>
              <a:gd name="connsiteX210" fmla="*/ 2881291 w 11269336"/>
              <a:gd name="connsiteY210" fmla="*/ 2099618 h 2323145"/>
              <a:gd name="connsiteX211" fmla="*/ 2853979 w 11269336"/>
              <a:gd name="connsiteY211" fmla="*/ 2090388 h 2323145"/>
              <a:gd name="connsiteX212" fmla="*/ 2791790 w 11269336"/>
              <a:gd name="connsiteY212" fmla="*/ 2080332 h 2323145"/>
              <a:gd name="connsiteX213" fmla="*/ 2755844 w 11269336"/>
              <a:gd name="connsiteY213" fmla="*/ 2078874 h 2323145"/>
              <a:gd name="connsiteX214" fmla="*/ 2657742 w 11269336"/>
              <a:gd name="connsiteY214" fmla="*/ 2070179 h 2323145"/>
              <a:gd name="connsiteX215" fmla="*/ 2559549 w 11269336"/>
              <a:gd name="connsiteY215" fmla="*/ 2057873 h 2323145"/>
              <a:gd name="connsiteX216" fmla="*/ 2512054 w 11269336"/>
              <a:gd name="connsiteY216" fmla="*/ 2031671 h 2323145"/>
              <a:gd name="connsiteX217" fmla="*/ 2506437 w 11269336"/>
              <a:gd name="connsiteY217" fmla="*/ 2030918 h 2323145"/>
              <a:gd name="connsiteX218" fmla="*/ 2491752 w 11269336"/>
              <a:gd name="connsiteY218" fmla="*/ 2033906 h 2323145"/>
              <a:gd name="connsiteX219" fmla="*/ 2486338 w 11269336"/>
              <a:gd name="connsiteY219" fmla="*/ 2035862 h 2323145"/>
              <a:gd name="connsiteX220" fmla="*/ 2478186 w 11269336"/>
              <a:gd name="connsiteY220" fmla="*/ 2036953 h 2323145"/>
              <a:gd name="connsiteX221" fmla="*/ 2477950 w 11269336"/>
              <a:gd name="connsiteY221" fmla="*/ 2036715 h 2323145"/>
              <a:gd name="connsiteX222" fmla="*/ 2470381 w 11269336"/>
              <a:gd name="connsiteY222" fmla="*/ 2038256 h 2323145"/>
              <a:gd name="connsiteX223" fmla="*/ 2433781 w 11269336"/>
              <a:gd name="connsiteY223" fmla="*/ 2049140 h 2323145"/>
              <a:gd name="connsiteX224" fmla="*/ 2381172 w 11269336"/>
              <a:gd name="connsiteY224" fmla="*/ 2030645 h 2323145"/>
              <a:gd name="connsiteX225" fmla="*/ 2360198 w 11269336"/>
              <a:gd name="connsiteY225" fmla="*/ 2029059 h 2323145"/>
              <a:gd name="connsiteX226" fmla="*/ 2348815 w 11269336"/>
              <a:gd name="connsiteY226" fmla="*/ 2026798 h 2323145"/>
              <a:gd name="connsiteX227" fmla="*/ 2347988 w 11269336"/>
              <a:gd name="connsiteY227" fmla="*/ 2025745 h 2323145"/>
              <a:gd name="connsiteX228" fmla="*/ 2312920 w 11269336"/>
              <a:gd name="connsiteY228" fmla="*/ 2036311 h 2323145"/>
              <a:gd name="connsiteX229" fmla="*/ 2307986 w 11269336"/>
              <a:gd name="connsiteY229" fmla="*/ 2035583 h 2323145"/>
              <a:gd name="connsiteX230" fmla="*/ 2285481 w 11269336"/>
              <a:gd name="connsiteY230" fmla="*/ 2045197 h 2323145"/>
              <a:gd name="connsiteX231" fmla="*/ 2273666 w 11269336"/>
              <a:gd name="connsiteY231" fmla="*/ 2048710 h 2323145"/>
              <a:gd name="connsiteX232" fmla="*/ 2270719 w 11269336"/>
              <a:gd name="connsiteY232" fmla="*/ 2052702 h 2323145"/>
              <a:gd name="connsiteX233" fmla="*/ 2253080 w 11269336"/>
              <a:gd name="connsiteY233" fmla="*/ 2056363 h 2323145"/>
              <a:gd name="connsiteX234" fmla="*/ 2250906 w 11269336"/>
              <a:gd name="connsiteY234" fmla="*/ 2055654 h 2323145"/>
              <a:gd name="connsiteX235" fmla="*/ 2236905 w 11269336"/>
              <a:gd name="connsiteY235" fmla="*/ 2062882 h 2323145"/>
              <a:gd name="connsiteX236" fmla="*/ 2225830 w 11269336"/>
              <a:gd name="connsiteY236" fmla="*/ 2074027 h 2323145"/>
              <a:gd name="connsiteX237" fmla="*/ 2073776 w 11269336"/>
              <a:gd name="connsiteY237" fmla="*/ 2089244 h 2323145"/>
              <a:gd name="connsiteX238" fmla="*/ 1948256 w 11269336"/>
              <a:gd name="connsiteY238" fmla="*/ 2146616 h 2323145"/>
              <a:gd name="connsiteX239" fmla="*/ 1865582 w 11269336"/>
              <a:gd name="connsiteY239" fmla="*/ 2153738 h 2323145"/>
              <a:gd name="connsiteX240" fmla="*/ 1835210 w 11269336"/>
              <a:gd name="connsiteY240" fmla="*/ 2134244 h 2323145"/>
              <a:gd name="connsiteX241" fmla="*/ 1632661 w 11269336"/>
              <a:gd name="connsiteY241" fmla="*/ 2173882 h 2323145"/>
              <a:gd name="connsiteX242" fmla="*/ 1579590 w 11269336"/>
              <a:gd name="connsiteY242" fmla="*/ 2173680 h 2323145"/>
              <a:gd name="connsiteX243" fmla="*/ 1535601 w 11269336"/>
              <a:gd name="connsiteY243" fmla="*/ 2194590 h 2323145"/>
              <a:gd name="connsiteX244" fmla="*/ 1515594 w 11269336"/>
              <a:gd name="connsiteY244" fmla="*/ 2189622 h 2323145"/>
              <a:gd name="connsiteX245" fmla="*/ 1512113 w 11269336"/>
              <a:gd name="connsiteY245" fmla="*/ 2188534 h 2323145"/>
              <a:gd name="connsiteX246" fmla="*/ 1498838 w 11269336"/>
              <a:gd name="connsiteY246" fmla="*/ 2189213 h 2323145"/>
              <a:gd name="connsiteX247" fmla="*/ 1494279 w 11269336"/>
              <a:gd name="connsiteY247" fmla="*/ 2183112 h 2323145"/>
              <a:gd name="connsiteX248" fmla="*/ 1473714 w 11269336"/>
              <a:gd name="connsiteY248" fmla="*/ 2179625 h 2323145"/>
              <a:gd name="connsiteX249" fmla="*/ 1449503 w 11269336"/>
              <a:gd name="connsiteY249" fmla="*/ 2182633 h 2323145"/>
              <a:gd name="connsiteX250" fmla="*/ 1335495 w 11269336"/>
              <a:gd name="connsiteY250" fmla="*/ 2203940 h 2323145"/>
              <a:gd name="connsiteX251" fmla="*/ 1266687 w 11269336"/>
              <a:gd name="connsiteY251" fmla="*/ 2212688 h 2323145"/>
              <a:gd name="connsiteX252" fmla="*/ 1239614 w 11269336"/>
              <a:gd name="connsiteY252" fmla="*/ 2209727 h 2323145"/>
              <a:gd name="connsiteX253" fmla="*/ 1202436 w 11269336"/>
              <a:gd name="connsiteY253" fmla="*/ 2209817 h 2323145"/>
              <a:gd name="connsiteX254" fmla="*/ 1136097 w 11269336"/>
              <a:gd name="connsiteY254" fmla="*/ 2205112 h 2323145"/>
              <a:gd name="connsiteX255" fmla="*/ 1048229 w 11269336"/>
              <a:gd name="connsiteY255" fmla="*/ 2207249 h 2323145"/>
              <a:gd name="connsiteX256" fmla="*/ 988232 w 11269336"/>
              <a:gd name="connsiteY256" fmla="*/ 2235635 h 2323145"/>
              <a:gd name="connsiteX257" fmla="*/ 981959 w 11269336"/>
              <a:gd name="connsiteY257" fmla="*/ 2231607 h 2323145"/>
              <a:gd name="connsiteX258" fmla="*/ 938600 w 11269336"/>
              <a:gd name="connsiteY258" fmla="*/ 2238113 h 2323145"/>
              <a:gd name="connsiteX259" fmla="*/ 791788 w 11269336"/>
              <a:gd name="connsiteY259" fmla="*/ 2293224 h 2323145"/>
              <a:gd name="connsiteX260" fmla="*/ 706914 w 11269336"/>
              <a:gd name="connsiteY260" fmla="*/ 2305046 h 2323145"/>
              <a:gd name="connsiteX261" fmla="*/ 675971 w 11269336"/>
              <a:gd name="connsiteY261" fmla="*/ 2304030 h 2323145"/>
              <a:gd name="connsiteX262" fmla="*/ 624180 w 11269336"/>
              <a:gd name="connsiteY262" fmla="*/ 2302650 h 2323145"/>
              <a:gd name="connsiteX263" fmla="*/ 583453 w 11269336"/>
              <a:gd name="connsiteY263" fmla="*/ 2288788 h 2323145"/>
              <a:gd name="connsiteX264" fmla="*/ 540946 w 11269336"/>
              <a:gd name="connsiteY264" fmla="*/ 2292721 h 2323145"/>
              <a:gd name="connsiteX265" fmla="*/ 533680 w 11269336"/>
              <a:gd name="connsiteY265" fmla="*/ 2310233 h 2323145"/>
              <a:gd name="connsiteX266" fmla="*/ 487366 w 11269336"/>
              <a:gd name="connsiteY266" fmla="*/ 2309053 h 2323145"/>
              <a:gd name="connsiteX267" fmla="*/ 416820 w 11269336"/>
              <a:gd name="connsiteY267" fmla="*/ 2305443 h 2323145"/>
              <a:gd name="connsiteX268" fmla="*/ 376805 w 11269336"/>
              <a:gd name="connsiteY268" fmla="*/ 2307647 h 2323145"/>
              <a:gd name="connsiteX269" fmla="*/ 266777 w 11269336"/>
              <a:gd name="connsiteY269" fmla="*/ 2309012 h 2323145"/>
              <a:gd name="connsiteX270" fmla="*/ 156013 w 11269336"/>
              <a:gd name="connsiteY270" fmla="*/ 2306832 h 2323145"/>
              <a:gd name="connsiteX271" fmla="*/ 87258 w 11269336"/>
              <a:gd name="connsiteY271" fmla="*/ 2285511 h 2323145"/>
              <a:gd name="connsiteX272" fmla="*/ 23798 w 11269336"/>
              <a:gd name="connsiteY272" fmla="*/ 2281822 h 2323145"/>
              <a:gd name="connsiteX273" fmla="*/ 0 w 11269336"/>
              <a:gd name="connsiteY273" fmla="*/ 2285369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296127 w 11269336"/>
              <a:gd name="connsiteY139" fmla="*/ 2023208 h 2323145"/>
              <a:gd name="connsiteX140" fmla="*/ 5092476 w 11269336"/>
              <a:gd name="connsiteY140" fmla="*/ 2100737 h 2323145"/>
              <a:gd name="connsiteX141" fmla="*/ 5060738 w 11269336"/>
              <a:gd name="connsiteY141" fmla="*/ 2083274 h 2323145"/>
              <a:gd name="connsiteX142" fmla="*/ 4860988 w 11269336"/>
              <a:gd name="connsiteY142" fmla="*/ 2135698 h 2323145"/>
              <a:gd name="connsiteX143" fmla="*/ 4807902 w 11269336"/>
              <a:gd name="connsiteY143" fmla="*/ 2138894 h 2323145"/>
              <a:gd name="connsiteX144" fmla="*/ 4765388 w 11269336"/>
              <a:gd name="connsiteY144" fmla="*/ 2162525 h 2323145"/>
              <a:gd name="connsiteX145" fmla="*/ 4745033 w 11269336"/>
              <a:gd name="connsiteY145" fmla="*/ 2158859 h 2323145"/>
              <a:gd name="connsiteX146" fmla="*/ 4741475 w 11269336"/>
              <a:gd name="connsiteY146" fmla="*/ 2157998 h 2323145"/>
              <a:gd name="connsiteX147" fmla="*/ 4728247 w 11269336"/>
              <a:gd name="connsiteY147" fmla="*/ 2159526 h 2323145"/>
              <a:gd name="connsiteX148" fmla="*/ 4723263 w 11269336"/>
              <a:gd name="connsiteY148" fmla="*/ 2153742 h 2323145"/>
              <a:gd name="connsiteX149" fmla="*/ 4702453 w 11269336"/>
              <a:gd name="connsiteY149" fmla="*/ 2151586 h 2323145"/>
              <a:gd name="connsiteX150" fmla="*/ 4678455 w 11269336"/>
              <a:gd name="connsiteY150" fmla="*/ 2156131 h 2323145"/>
              <a:gd name="connsiteX151" fmla="*/ 4593061 w 11269336"/>
              <a:gd name="connsiteY151" fmla="*/ 2171597 h 2323145"/>
              <a:gd name="connsiteX152" fmla="*/ 4579902 w 11269336"/>
              <a:gd name="connsiteY152" fmla="*/ 2177927 h 2323145"/>
              <a:gd name="connsiteX153" fmla="*/ 4533444 w 11269336"/>
              <a:gd name="connsiteY153" fmla="*/ 2181200 h 2323145"/>
              <a:gd name="connsiteX154" fmla="*/ 4492832 w 11269336"/>
              <a:gd name="connsiteY154" fmla="*/ 2188033 h 2323145"/>
              <a:gd name="connsiteX155" fmla="*/ 4467257 w 11269336"/>
              <a:gd name="connsiteY155" fmla="*/ 2196121 h 2323145"/>
              <a:gd name="connsiteX156" fmla="*/ 4459937 w 11269336"/>
              <a:gd name="connsiteY156" fmla="*/ 2195182 h 2323145"/>
              <a:gd name="connsiteX157" fmla="*/ 4433312 w 11269336"/>
              <a:gd name="connsiteY157" fmla="*/ 2199004 h 2323145"/>
              <a:gd name="connsiteX158" fmla="*/ 4420601 w 11269336"/>
              <a:gd name="connsiteY158" fmla="*/ 2205158 h 2323145"/>
              <a:gd name="connsiteX159" fmla="*/ 4405765 w 11269336"/>
              <a:gd name="connsiteY159" fmla="*/ 2199902 h 2323145"/>
              <a:gd name="connsiteX160" fmla="*/ 4401354 w 11269336"/>
              <a:gd name="connsiteY160" fmla="*/ 2194745 h 2323145"/>
              <a:gd name="connsiteX161" fmla="*/ 4383151 w 11269336"/>
              <a:gd name="connsiteY161" fmla="*/ 2201140 h 2323145"/>
              <a:gd name="connsiteX162" fmla="*/ 4366646 w 11269336"/>
              <a:gd name="connsiteY162" fmla="*/ 2198564 h 2323145"/>
              <a:gd name="connsiteX163" fmla="*/ 4354009 w 11269336"/>
              <a:gd name="connsiteY163" fmla="*/ 2204984 h 2323145"/>
              <a:gd name="connsiteX164" fmla="*/ 4348284 w 11269336"/>
              <a:gd name="connsiteY164" fmla="*/ 2205270 h 2323145"/>
              <a:gd name="connsiteX165" fmla="*/ 4333906 w 11269336"/>
              <a:gd name="connsiteY165" fmla="*/ 2205251 h 2323145"/>
              <a:gd name="connsiteX166" fmla="*/ 4308819 w 11269336"/>
              <a:gd name="connsiteY166" fmla="*/ 2203822 h 2323145"/>
              <a:gd name="connsiteX167" fmla="*/ 4301210 w 11269336"/>
              <a:gd name="connsiteY167" fmla="*/ 2204456 h 2323145"/>
              <a:gd name="connsiteX168" fmla="*/ 4283095 w 11269336"/>
              <a:gd name="connsiteY168" fmla="*/ 2198177 h 2323145"/>
              <a:gd name="connsiteX169" fmla="*/ 4250119 w 11269336"/>
              <a:gd name="connsiteY169" fmla="*/ 2196342 h 2323145"/>
              <a:gd name="connsiteX170" fmla="*/ 4189203 w 11269336"/>
              <a:gd name="connsiteY170" fmla="*/ 2178994 h 2323145"/>
              <a:gd name="connsiteX171" fmla="*/ 4154035 w 11269336"/>
              <a:gd name="connsiteY171" fmla="*/ 2171950 h 2323145"/>
              <a:gd name="connsiteX172" fmla="*/ 4129569 w 11269336"/>
              <a:gd name="connsiteY172" fmla="*/ 2163850 h 2323145"/>
              <a:gd name="connsiteX173" fmla="*/ 4061250 w 11269336"/>
              <a:gd name="connsiteY173" fmla="*/ 2159236 h 2323145"/>
              <a:gd name="connsiteX174" fmla="*/ 3945480 w 11269336"/>
              <a:gd name="connsiteY174" fmla="*/ 2158279 h 2323145"/>
              <a:gd name="connsiteX175" fmla="*/ 3921468 w 11269336"/>
              <a:gd name="connsiteY175" fmla="*/ 2156588 h 2323145"/>
              <a:gd name="connsiteX176" fmla="*/ 3903348 w 11269336"/>
              <a:gd name="connsiteY176" fmla="*/ 2149220 h 2323145"/>
              <a:gd name="connsiteX177" fmla="*/ 3901342 w 11269336"/>
              <a:gd name="connsiteY177" fmla="*/ 2142355 h 2323145"/>
              <a:gd name="connsiteX178" fmla="*/ 3888539 w 11269336"/>
              <a:gd name="connsiteY178" fmla="*/ 2140476 h 2323145"/>
              <a:gd name="connsiteX179" fmla="*/ 3885662 w 11269336"/>
              <a:gd name="connsiteY179" fmla="*/ 2138740 h 2323145"/>
              <a:gd name="connsiteX180" fmla="*/ 3868627 w 11269336"/>
              <a:gd name="connsiteY180" fmla="*/ 2130023 h 2323145"/>
              <a:gd name="connsiteX181" fmla="*/ 3819177 w 11269336"/>
              <a:gd name="connsiteY181" fmla="*/ 2142111 h 2323145"/>
              <a:gd name="connsiteX182" fmla="*/ 3769100 w 11269336"/>
              <a:gd name="connsiteY182" fmla="*/ 2131731 h 2323145"/>
              <a:gd name="connsiteX183" fmla="*/ 3562752 w 11269336"/>
              <a:gd name="connsiteY183" fmla="*/ 2131785 h 2323145"/>
              <a:gd name="connsiteX184" fmla="*/ 3541402 w 11269336"/>
              <a:gd name="connsiteY184" fmla="*/ 2106821 h 2323145"/>
              <a:gd name="connsiteX185" fmla="*/ 3460591 w 11269336"/>
              <a:gd name="connsiteY185" fmla="*/ 2097951 h 2323145"/>
              <a:gd name="connsiteX186" fmla="*/ 3320348 w 11269336"/>
              <a:gd name="connsiteY186" fmla="*/ 2130191 h 2323145"/>
              <a:gd name="connsiteX187" fmla="*/ 3170922 w 11269336"/>
              <a:gd name="connsiteY187" fmla="*/ 2115957 h 2323145"/>
              <a:gd name="connsiteX188" fmla="*/ 3156256 w 11269336"/>
              <a:gd name="connsiteY188" fmla="*/ 2124773 h 2323145"/>
              <a:gd name="connsiteX189" fmla="*/ 3140298 w 11269336"/>
              <a:gd name="connsiteY189" fmla="*/ 2129182 h 2323145"/>
              <a:gd name="connsiteX190" fmla="*/ 3138514 w 11269336"/>
              <a:gd name="connsiteY190" fmla="*/ 2128069 h 2323145"/>
              <a:gd name="connsiteX191" fmla="*/ 3120467 w 11269336"/>
              <a:gd name="connsiteY191" fmla="*/ 2128281 h 2323145"/>
              <a:gd name="connsiteX192" fmla="*/ 3116175 w 11269336"/>
              <a:gd name="connsiteY192" fmla="*/ 2131633 h 2323145"/>
              <a:gd name="connsiteX193" fmla="*/ 3103685 w 11269336"/>
              <a:gd name="connsiteY193" fmla="*/ 2132814 h 2323145"/>
              <a:gd name="connsiteX194" fmla="*/ 3078794 w 11269336"/>
              <a:gd name="connsiteY194" fmla="*/ 2137935 h 2323145"/>
              <a:gd name="connsiteX195" fmla="*/ 3074407 w 11269336"/>
              <a:gd name="connsiteY195" fmla="*/ 2136274 h 2323145"/>
              <a:gd name="connsiteX196" fmla="*/ 3037285 w 11269336"/>
              <a:gd name="connsiteY196" fmla="*/ 2139919 h 2323145"/>
              <a:gd name="connsiteX197" fmla="*/ 3036901 w 11269336"/>
              <a:gd name="connsiteY197" fmla="*/ 2138726 h 2323145"/>
              <a:gd name="connsiteX198" fmla="*/ 3026996 w 11269336"/>
              <a:gd name="connsiteY198" fmla="*/ 2134322 h 2323145"/>
              <a:gd name="connsiteX199" fmla="*/ 3007772 w 11269336"/>
              <a:gd name="connsiteY199" fmla="*/ 2128742 h 2323145"/>
              <a:gd name="connsiteX200" fmla="*/ 2965030 w 11269336"/>
              <a:gd name="connsiteY200" fmla="*/ 2100494 h 2323145"/>
              <a:gd name="connsiteX201" fmla="*/ 2926342 w 11269336"/>
              <a:gd name="connsiteY201" fmla="*/ 2104155 h 2323145"/>
              <a:gd name="connsiteX202" fmla="*/ 2918608 w 11269336"/>
              <a:gd name="connsiteY202" fmla="*/ 2104215 h 2323145"/>
              <a:gd name="connsiteX203" fmla="*/ 2918475 w 11269336"/>
              <a:gd name="connsiteY203" fmla="*/ 2103937 h 2323145"/>
              <a:gd name="connsiteX204" fmla="*/ 2910360 w 11269336"/>
              <a:gd name="connsiteY204" fmla="*/ 2103444 h 2323145"/>
              <a:gd name="connsiteX205" fmla="*/ 2904507 w 11269336"/>
              <a:gd name="connsiteY205" fmla="*/ 2104326 h 2323145"/>
              <a:gd name="connsiteX206" fmla="*/ 2889503 w 11269336"/>
              <a:gd name="connsiteY206" fmla="*/ 2104443 h 2323145"/>
              <a:gd name="connsiteX207" fmla="*/ 2884480 w 11269336"/>
              <a:gd name="connsiteY207" fmla="*/ 2102626 h 2323145"/>
              <a:gd name="connsiteX208" fmla="*/ 2882689 w 11269336"/>
              <a:gd name="connsiteY208" fmla="*/ 2099228 h 2323145"/>
              <a:gd name="connsiteX209" fmla="*/ 2881291 w 11269336"/>
              <a:gd name="connsiteY209" fmla="*/ 2099618 h 2323145"/>
              <a:gd name="connsiteX210" fmla="*/ 2853979 w 11269336"/>
              <a:gd name="connsiteY210" fmla="*/ 2090388 h 2323145"/>
              <a:gd name="connsiteX211" fmla="*/ 2791790 w 11269336"/>
              <a:gd name="connsiteY211" fmla="*/ 2080332 h 2323145"/>
              <a:gd name="connsiteX212" fmla="*/ 2755844 w 11269336"/>
              <a:gd name="connsiteY212" fmla="*/ 2078874 h 2323145"/>
              <a:gd name="connsiteX213" fmla="*/ 2657742 w 11269336"/>
              <a:gd name="connsiteY213" fmla="*/ 2070179 h 2323145"/>
              <a:gd name="connsiteX214" fmla="*/ 2559549 w 11269336"/>
              <a:gd name="connsiteY214" fmla="*/ 2057873 h 2323145"/>
              <a:gd name="connsiteX215" fmla="*/ 2512054 w 11269336"/>
              <a:gd name="connsiteY215" fmla="*/ 2031671 h 2323145"/>
              <a:gd name="connsiteX216" fmla="*/ 2506437 w 11269336"/>
              <a:gd name="connsiteY216" fmla="*/ 2030918 h 2323145"/>
              <a:gd name="connsiteX217" fmla="*/ 2491752 w 11269336"/>
              <a:gd name="connsiteY217" fmla="*/ 2033906 h 2323145"/>
              <a:gd name="connsiteX218" fmla="*/ 2486338 w 11269336"/>
              <a:gd name="connsiteY218" fmla="*/ 2035862 h 2323145"/>
              <a:gd name="connsiteX219" fmla="*/ 2478186 w 11269336"/>
              <a:gd name="connsiteY219" fmla="*/ 2036953 h 2323145"/>
              <a:gd name="connsiteX220" fmla="*/ 2477950 w 11269336"/>
              <a:gd name="connsiteY220" fmla="*/ 2036715 h 2323145"/>
              <a:gd name="connsiteX221" fmla="*/ 2470381 w 11269336"/>
              <a:gd name="connsiteY221" fmla="*/ 2038256 h 2323145"/>
              <a:gd name="connsiteX222" fmla="*/ 2433781 w 11269336"/>
              <a:gd name="connsiteY222" fmla="*/ 2049140 h 2323145"/>
              <a:gd name="connsiteX223" fmla="*/ 2381172 w 11269336"/>
              <a:gd name="connsiteY223" fmla="*/ 2030645 h 2323145"/>
              <a:gd name="connsiteX224" fmla="*/ 2360198 w 11269336"/>
              <a:gd name="connsiteY224" fmla="*/ 2029059 h 2323145"/>
              <a:gd name="connsiteX225" fmla="*/ 2348815 w 11269336"/>
              <a:gd name="connsiteY225" fmla="*/ 2026798 h 2323145"/>
              <a:gd name="connsiteX226" fmla="*/ 2347988 w 11269336"/>
              <a:gd name="connsiteY226" fmla="*/ 2025745 h 2323145"/>
              <a:gd name="connsiteX227" fmla="*/ 2312920 w 11269336"/>
              <a:gd name="connsiteY227" fmla="*/ 2036311 h 2323145"/>
              <a:gd name="connsiteX228" fmla="*/ 2307986 w 11269336"/>
              <a:gd name="connsiteY228" fmla="*/ 2035583 h 2323145"/>
              <a:gd name="connsiteX229" fmla="*/ 2285481 w 11269336"/>
              <a:gd name="connsiteY229" fmla="*/ 2045197 h 2323145"/>
              <a:gd name="connsiteX230" fmla="*/ 2273666 w 11269336"/>
              <a:gd name="connsiteY230" fmla="*/ 2048710 h 2323145"/>
              <a:gd name="connsiteX231" fmla="*/ 2270719 w 11269336"/>
              <a:gd name="connsiteY231" fmla="*/ 2052702 h 2323145"/>
              <a:gd name="connsiteX232" fmla="*/ 2253080 w 11269336"/>
              <a:gd name="connsiteY232" fmla="*/ 2056363 h 2323145"/>
              <a:gd name="connsiteX233" fmla="*/ 2250906 w 11269336"/>
              <a:gd name="connsiteY233" fmla="*/ 2055654 h 2323145"/>
              <a:gd name="connsiteX234" fmla="*/ 2236905 w 11269336"/>
              <a:gd name="connsiteY234" fmla="*/ 2062882 h 2323145"/>
              <a:gd name="connsiteX235" fmla="*/ 2225830 w 11269336"/>
              <a:gd name="connsiteY235" fmla="*/ 2074027 h 2323145"/>
              <a:gd name="connsiteX236" fmla="*/ 2073776 w 11269336"/>
              <a:gd name="connsiteY236" fmla="*/ 2089244 h 2323145"/>
              <a:gd name="connsiteX237" fmla="*/ 1948256 w 11269336"/>
              <a:gd name="connsiteY237" fmla="*/ 2146616 h 2323145"/>
              <a:gd name="connsiteX238" fmla="*/ 1865582 w 11269336"/>
              <a:gd name="connsiteY238" fmla="*/ 2153738 h 2323145"/>
              <a:gd name="connsiteX239" fmla="*/ 1835210 w 11269336"/>
              <a:gd name="connsiteY239" fmla="*/ 2134244 h 2323145"/>
              <a:gd name="connsiteX240" fmla="*/ 1632661 w 11269336"/>
              <a:gd name="connsiteY240" fmla="*/ 2173882 h 2323145"/>
              <a:gd name="connsiteX241" fmla="*/ 1579590 w 11269336"/>
              <a:gd name="connsiteY241" fmla="*/ 2173680 h 2323145"/>
              <a:gd name="connsiteX242" fmla="*/ 1535601 w 11269336"/>
              <a:gd name="connsiteY242" fmla="*/ 2194590 h 2323145"/>
              <a:gd name="connsiteX243" fmla="*/ 1515594 w 11269336"/>
              <a:gd name="connsiteY243" fmla="*/ 2189622 h 2323145"/>
              <a:gd name="connsiteX244" fmla="*/ 1512113 w 11269336"/>
              <a:gd name="connsiteY244" fmla="*/ 2188534 h 2323145"/>
              <a:gd name="connsiteX245" fmla="*/ 1498838 w 11269336"/>
              <a:gd name="connsiteY245" fmla="*/ 2189213 h 2323145"/>
              <a:gd name="connsiteX246" fmla="*/ 1494279 w 11269336"/>
              <a:gd name="connsiteY246" fmla="*/ 2183112 h 2323145"/>
              <a:gd name="connsiteX247" fmla="*/ 1473714 w 11269336"/>
              <a:gd name="connsiteY247" fmla="*/ 2179625 h 2323145"/>
              <a:gd name="connsiteX248" fmla="*/ 1449503 w 11269336"/>
              <a:gd name="connsiteY248" fmla="*/ 2182633 h 2323145"/>
              <a:gd name="connsiteX249" fmla="*/ 1335495 w 11269336"/>
              <a:gd name="connsiteY249" fmla="*/ 2203940 h 2323145"/>
              <a:gd name="connsiteX250" fmla="*/ 1266687 w 11269336"/>
              <a:gd name="connsiteY250" fmla="*/ 2212688 h 2323145"/>
              <a:gd name="connsiteX251" fmla="*/ 1239614 w 11269336"/>
              <a:gd name="connsiteY251" fmla="*/ 2209727 h 2323145"/>
              <a:gd name="connsiteX252" fmla="*/ 1202436 w 11269336"/>
              <a:gd name="connsiteY252" fmla="*/ 2209817 h 2323145"/>
              <a:gd name="connsiteX253" fmla="*/ 1136097 w 11269336"/>
              <a:gd name="connsiteY253" fmla="*/ 2205112 h 2323145"/>
              <a:gd name="connsiteX254" fmla="*/ 1048229 w 11269336"/>
              <a:gd name="connsiteY254" fmla="*/ 2207249 h 2323145"/>
              <a:gd name="connsiteX255" fmla="*/ 988232 w 11269336"/>
              <a:gd name="connsiteY255" fmla="*/ 2235635 h 2323145"/>
              <a:gd name="connsiteX256" fmla="*/ 981959 w 11269336"/>
              <a:gd name="connsiteY256" fmla="*/ 2231607 h 2323145"/>
              <a:gd name="connsiteX257" fmla="*/ 938600 w 11269336"/>
              <a:gd name="connsiteY257" fmla="*/ 2238113 h 2323145"/>
              <a:gd name="connsiteX258" fmla="*/ 791788 w 11269336"/>
              <a:gd name="connsiteY258" fmla="*/ 2293224 h 2323145"/>
              <a:gd name="connsiteX259" fmla="*/ 706914 w 11269336"/>
              <a:gd name="connsiteY259" fmla="*/ 2305046 h 2323145"/>
              <a:gd name="connsiteX260" fmla="*/ 675971 w 11269336"/>
              <a:gd name="connsiteY260" fmla="*/ 2304030 h 2323145"/>
              <a:gd name="connsiteX261" fmla="*/ 624180 w 11269336"/>
              <a:gd name="connsiteY261" fmla="*/ 2302650 h 2323145"/>
              <a:gd name="connsiteX262" fmla="*/ 583453 w 11269336"/>
              <a:gd name="connsiteY262" fmla="*/ 2288788 h 2323145"/>
              <a:gd name="connsiteX263" fmla="*/ 540946 w 11269336"/>
              <a:gd name="connsiteY263" fmla="*/ 2292721 h 2323145"/>
              <a:gd name="connsiteX264" fmla="*/ 533680 w 11269336"/>
              <a:gd name="connsiteY264" fmla="*/ 2310233 h 2323145"/>
              <a:gd name="connsiteX265" fmla="*/ 487366 w 11269336"/>
              <a:gd name="connsiteY265" fmla="*/ 2309053 h 2323145"/>
              <a:gd name="connsiteX266" fmla="*/ 416820 w 11269336"/>
              <a:gd name="connsiteY266" fmla="*/ 2305443 h 2323145"/>
              <a:gd name="connsiteX267" fmla="*/ 376805 w 11269336"/>
              <a:gd name="connsiteY267" fmla="*/ 2307647 h 2323145"/>
              <a:gd name="connsiteX268" fmla="*/ 266777 w 11269336"/>
              <a:gd name="connsiteY268" fmla="*/ 2309012 h 2323145"/>
              <a:gd name="connsiteX269" fmla="*/ 156013 w 11269336"/>
              <a:gd name="connsiteY269" fmla="*/ 2306832 h 2323145"/>
              <a:gd name="connsiteX270" fmla="*/ 87258 w 11269336"/>
              <a:gd name="connsiteY270" fmla="*/ 2285511 h 2323145"/>
              <a:gd name="connsiteX271" fmla="*/ 23798 w 11269336"/>
              <a:gd name="connsiteY271" fmla="*/ 2281822 h 2323145"/>
              <a:gd name="connsiteX272" fmla="*/ 0 w 11269336"/>
              <a:gd name="connsiteY272" fmla="*/ 2285369 h 2323145"/>
              <a:gd name="connsiteX273" fmla="*/ 0 w 11269336"/>
              <a:gd name="connsiteY273"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092476 w 11269336"/>
              <a:gd name="connsiteY139" fmla="*/ 2100737 h 2323145"/>
              <a:gd name="connsiteX140" fmla="*/ 5060738 w 11269336"/>
              <a:gd name="connsiteY140" fmla="*/ 2083274 h 2323145"/>
              <a:gd name="connsiteX141" fmla="*/ 4860988 w 11269336"/>
              <a:gd name="connsiteY141" fmla="*/ 2135698 h 2323145"/>
              <a:gd name="connsiteX142" fmla="*/ 4807902 w 11269336"/>
              <a:gd name="connsiteY142" fmla="*/ 2138894 h 2323145"/>
              <a:gd name="connsiteX143" fmla="*/ 4765388 w 11269336"/>
              <a:gd name="connsiteY143" fmla="*/ 2162525 h 2323145"/>
              <a:gd name="connsiteX144" fmla="*/ 4745033 w 11269336"/>
              <a:gd name="connsiteY144" fmla="*/ 2158859 h 2323145"/>
              <a:gd name="connsiteX145" fmla="*/ 4741475 w 11269336"/>
              <a:gd name="connsiteY145" fmla="*/ 2157998 h 2323145"/>
              <a:gd name="connsiteX146" fmla="*/ 4728247 w 11269336"/>
              <a:gd name="connsiteY146" fmla="*/ 2159526 h 2323145"/>
              <a:gd name="connsiteX147" fmla="*/ 4723263 w 11269336"/>
              <a:gd name="connsiteY147" fmla="*/ 2153742 h 2323145"/>
              <a:gd name="connsiteX148" fmla="*/ 4702453 w 11269336"/>
              <a:gd name="connsiteY148" fmla="*/ 2151586 h 2323145"/>
              <a:gd name="connsiteX149" fmla="*/ 4678455 w 11269336"/>
              <a:gd name="connsiteY149" fmla="*/ 2156131 h 2323145"/>
              <a:gd name="connsiteX150" fmla="*/ 4593061 w 11269336"/>
              <a:gd name="connsiteY150" fmla="*/ 2171597 h 2323145"/>
              <a:gd name="connsiteX151" fmla="*/ 4579902 w 11269336"/>
              <a:gd name="connsiteY151" fmla="*/ 2177927 h 2323145"/>
              <a:gd name="connsiteX152" fmla="*/ 4533444 w 11269336"/>
              <a:gd name="connsiteY152" fmla="*/ 2181200 h 2323145"/>
              <a:gd name="connsiteX153" fmla="*/ 4492832 w 11269336"/>
              <a:gd name="connsiteY153" fmla="*/ 2188033 h 2323145"/>
              <a:gd name="connsiteX154" fmla="*/ 4467257 w 11269336"/>
              <a:gd name="connsiteY154" fmla="*/ 2196121 h 2323145"/>
              <a:gd name="connsiteX155" fmla="*/ 4459937 w 11269336"/>
              <a:gd name="connsiteY155" fmla="*/ 2195182 h 2323145"/>
              <a:gd name="connsiteX156" fmla="*/ 4433312 w 11269336"/>
              <a:gd name="connsiteY156" fmla="*/ 2199004 h 2323145"/>
              <a:gd name="connsiteX157" fmla="*/ 4420601 w 11269336"/>
              <a:gd name="connsiteY157" fmla="*/ 2205158 h 2323145"/>
              <a:gd name="connsiteX158" fmla="*/ 4405765 w 11269336"/>
              <a:gd name="connsiteY158" fmla="*/ 2199902 h 2323145"/>
              <a:gd name="connsiteX159" fmla="*/ 4401354 w 11269336"/>
              <a:gd name="connsiteY159" fmla="*/ 2194745 h 2323145"/>
              <a:gd name="connsiteX160" fmla="*/ 4383151 w 11269336"/>
              <a:gd name="connsiteY160" fmla="*/ 2201140 h 2323145"/>
              <a:gd name="connsiteX161" fmla="*/ 4366646 w 11269336"/>
              <a:gd name="connsiteY161" fmla="*/ 2198564 h 2323145"/>
              <a:gd name="connsiteX162" fmla="*/ 4354009 w 11269336"/>
              <a:gd name="connsiteY162" fmla="*/ 2204984 h 2323145"/>
              <a:gd name="connsiteX163" fmla="*/ 4348284 w 11269336"/>
              <a:gd name="connsiteY163" fmla="*/ 2205270 h 2323145"/>
              <a:gd name="connsiteX164" fmla="*/ 4333906 w 11269336"/>
              <a:gd name="connsiteY164" fmla="*/ 2205251 h 2323145"/>
              <a:gd name="connsiteX165" fmla="*/ 4308819 w 11269336"/>
              <a:gd name="connsiteY165" fmla="*/ 2203822 h 2323145"/>
              <a:gd name="connsiteX166" fmla="*/ 4301210 w 11269336"/>
              <a:gd name="connsiteY166" fmla="*/ 2204456 h 2323145"/>
              <a:gd name="connsiteX167" fmla="*/ 4283095 w 11269336"/>
              <a:gd name="connsiteY167" fmla="*/ 2198177 h 2323145"/>
              <a:gd name="connsiteX168" fmla="*/ 4250119 w 11269336"/>
              <a:gd name="connsiteY168" fmla="*/ 2196342 h 2323145"/>
              <a:gd name="connsiteX169" fmla="*/ 4189203 w 11269336"/>
              <a:gd name="connsiteY169" fmla="*/ 2178994 h 2323145"/>
              <a:gd name="connsiteX170" fmla="*/ 4154035 w 11269336"/>
              <a:gd name="connsiteY170" fmla="*/ 2171950 h 2323145"/>
              <a:gd name="connsiteX171" fmla="*/ 4129569 w 11269336"/>
              <a:gd name="connsiteY171" fmla="*/ 2163850 h 2323145"/>
              <a:gd name="connsiteX172" fmla="*/ 4061250 w 11269336"/>
              <a:gd name="connsiteY172" fmla="*/ 2159236 h 2323145"/>
              <a:gd name="connsiteX173" fmla="*/ 3945480 w 11269336"/>
              <a:gd name="connsiteY173" fmla="*/ 2158279 h 2323145"/>
              <a:gd name="connsiteX174" fmla="*/ 3921468 w 11269336"/>
              <a:gd name="connsiteY174" fmla="*/ 2156588 h 2323145"/>
              <a:gd name="connsiteX175" fmla="*/ 3903348 w 11269336"/>
              <a:gd name="connsiteY175" fmla="*/ 2149220 h 2323145"/>
              <a:gd name="connsiteX176" fmla="*/ 3901342 w 11269336"/>
              <a:gd name="connsiteY176" fmla="*/ 2142355 h 2323145"/>
              <a:gd name="connsiteX177" fmla="*/ 3888539 w 11269336"/>
              <a:gd name="connsiteY177" fmla="*/ 2140476 h 2323145"/>
              <a:gd name="connsiteX178" fmla="*/ 3885662 w 11269336"/>
              <a:gd name="connsiteY178" fmla="*/ 2138740 h 2323145"/>
              <a:gd name="connsiteX179" fmla="*/ 3868627 w 11269336"/>
              <a:gd name="connsiteY179" fmla="*/ 2130023 h 2323145"/>
              <a:gd name="connsiteX180" fmla="*/ 3819177 w 11269336"/>
              <a:gd name="connsiteY180" fmla="*/ 2142111 h 2323145"/>
              <a:gd name="connsiteX181" fmla="*/ 3769100 w 11269336"/>
              <a:gd name="connsiteY181" fmla="*/ 2131731 h 2323145"/>
              <a:gd name="connsiteX182" fmla="*/ 3562752 w 11269336"/>
              <a:gd name="connsiteY182" fmla="*/ 2131785 h 2323145"/>
              <a:gd name="connsiteX183" fmla="*/ 3541402 w 11269336"/>
              <a:gd name="connsiteY183" fmla="*/ 2106821 h 2323145"/>
              <a:gd name="connsiteX184" fmla="*/ 3460591 w 11269336"/>
              <a:gd name="connsiteY184" fmla="*/ 2097951 h 2323145"/>
              <a:gd name="connsiteX185" fmla="*/ 3320348 w 11269336"/>
              <a:gd name="connsiteY185" fmla="*/ 2130191 h 2323145"/>
              <a:gd name="connsiteX186" fmla="*/ 3170922 w 11269336"/>
              <a:gd name="connsiteY186" fmla="*/ 2115957 h 2323145"/>
              <a:gd name="connsiteX187" fmla="*/ 3156256 w 11269336"/>
              <a:gd name="connsiteY187" fmla="*/ 2124773 h 2323145"/>
              <a:gd name="connsiteX188" fmla="*/ 3140298 w 11269336"/>
              <a:gd name="connsiteY188" fmla="*/ 2129182 h 2323145"/>
              <a:gd name="connsiteX189" fmla="*/ 3138514 w 11269336"/>
              <a:gd name="connsiteY189" fmla="*/ 2128069 h 2323145"/>
              <a:gd name="connsiteX190" fmla="*/ 3120467 w 11269336"/>
              <a:gd name="connsiteY190" fmla="*/ 2128281 h 2323145"/>
              <a:gd name="connsiteX191" fmla="*/ 3116175 w 11269336"/>
              <a:gd name="connsiteY191" fmla="*/ 2131633 h 2323145"/>
              <a:gd name="connsiteX192" fmla="*/ 3103685 w 11269336"/>
              <a:gd name="connsiteY192" fmla="*/ 2132814 h 2323145"/>
              <a:gd name="connsiteX193" fmla="*/ 3078794 w 11269336"/>
              <a:gd name="connsiteY193" fmla="*/ 2137935 h 2323145"/>
              <a:gd name="connsiteX194" fmla="*/ 3074407 w 11269336"/>
              <a:gd name="connsiteY194" fmla="*/ 2136274 h 2323145"/>
              <a:gd name="connsiteX195" fmla="*/ 3037285 w 11269336"/>
              <a:gd name="connsiteY195" fmla="*/ 2139919 h 2323145"/>
              <a:gd name="connsiteX196" fmla="*/ 3036901 w 11269336"/>
              <a:gd name="connsiteY196" fmla="*/ 2138726 h 2323145"/>
              <a:gd name="connsiteX197" fmla="*/ 3026996 w 11269336"/>
              <a:gd name="connsiteY197" fmla="*/ 2134322 h 2323145"/>
              <a:gd name="connsiteX198" fmla="*/ 3007772 w 11269336"/>
              <a:gd name="connsiteY198" fmla="*/ 2128742 h 2323145"/>
              <a:gd name="connsiteX199" fmla="*/ 2965030 w 11269336"/>
              <a:gd name="connsiteY199" fmla="*/ 2100494 h 2323145"/>
              <a:gd name="connsiteX200" fmla="*/ 2926342 w 11269336"/>
              <a:gd name="connsiteY200" fmla="*/ 2104155 h 2323145"/>
              <a:gd name="connsiteX201" fmla="*/ 2918608 w 11269336"/>
              <a:gd name="connsiteY201" fmla="*/ 2104215 h 2323145"/>
              <a:gd name="connsiteX202" fmla="*/ 2918475 w 11269336"/>
              <a:gd name="connsiteY202" fmla="*/ 2103937 h 2323145"/>
              <a:gd name="connsiteX203" fmla="*/ 2910360 w 11269336"/>
              <a:gd name="connsiteY203" fmla="*/ 2103444 h 2323145"/>
              <a:gd name="connsiteX204" fmla="*/ 2904507 w 11269336"/>
              <a:gd name="connsiteY204" fmla="*/ 2104326 h 2323145"/>
              <a:gd name="connsiteX205" fmla="*/ 2889503 w 11269336"/>
              <a:gd name="connsiteY205" fmla="*/ 2104443 h 2323145"/>
              <a:gd name="connsiteX206" fmla="*/ 2884480 w 11269336"/>
              <a:gd name="connsiteY206" fmla="*/ 2102626 h 2323145"/>
              <a:gd name="connsiteX207" fmla="*/ 2882689 w 11269336"/>
              <a:gd name="connsiteY207" fmla="*/ 2099228 h 2323145"/>
              <a:gd name="connsiteX208" fmla="*/ 2881291 w 11269336"/>
              <a:gd name="connsiteY208" fmla="*/ 2099618 h 2323145"/>
              <a:gd name="connsiteX209" fmla="*/ 2853979 w 11269336"/>
              <a:gd name="connsiteY209" fmla="*/ 2090388 h 2323145"/>
              <a:gd name="connsiteX210" fmla="*/ 2791790 w 11269336"/>
              <a:gd name="connsiteY210" fmla="*/ 2080332 h 2323145"/>
              <a:gd name="connsiteX211" fmla="*/ 2755844 w 11269336"/>
              <a:gd name="connsiteY211" fmla="*/ 2078874 h 2323145"/>
              <a:gd name="connsiteX212" fmla="*/ 2657742 w 11269336"/>
              <a:gd name="connsiteY212" fmla="*/ 2070179 h 2323145"/>
              <a:gd name="connsiteX213" fmla="*/ 2559549 w 11269336"/>
              <a:gd name="connsiteY213" fmla="*/ 2057873 h 2323145"/>
              <a:gd name="connsiteX214" fmla="*/ 2512054 w 11269336"/>
              <a:gd name="connsiteY214" fmla="*/ 2031671 h 2323145"/>
              <a:gd name="connsiteX215" fmla="*/ 2506437 w 11269336"/>
              <a:gd name="connsiteY215" fmla="*/ 2030918 h 2323145"/>
              <a:gd name="connsiteX216" fmla="*/ 2491752 w 11269336"/>
              <a:gd name="connsiteY216" fmla="*/ 2033906 h 2323145"/>
              <a:gd name="connsiteX217" fmla="*/ 2486338 w 11269336"/>
              <a:gd name="connsiteY217" fmla="*/ 2035862 h 2323145"/>
              <a:gd name="connsiteX218" fmla="*/ 2478186 w 11269336"/>
              <a:gd name="connsiteY218" fmla="*/ 2036953 h 2323145"/>
              <a:gd name="connsiteX219" fmla="*/ 2477950 w 11269336"/>
              <a:gd name="connsiteY219" fmla="*/ 2036715 h 2323145"/>
              <a:gd name="connsiteX220" fmla="*/ 2470381 w 11269336"/>
              <a:gd name="connsiteY220" fmla="*/ 2038256 h 2323145"/>
              <a:gd name="connsiteX221" fmla="*/ 2433781 w 11269336"/>
              <a:gd name="connsiteY221" fmla="*/ 2049140 h 2323145"/>
              <a:gd name="connsiteX222" fmla="*/ 2381172 w 11269336"/>
              <a:gd name="connsiteY222" fmla="*/ 2030645 h 2323145"/>
              <a:gd name="connsiteX223" fmla="*/ 2360198 w 11269336"/>
              <a:gd name="connsiteY223" fmla="*/ 2029059 h 2323145"/>
              <a:gd name="connsiteX224" fmla="*/ 2348815 w 11269336"/>
              <a:gd name="connsiteY224" fmla="*/ 2026798 h 2323145"/>
              <a:gd name="connsiteX225" fmla="*/ 2347988 w 11269336"/>
              <a:gd name="connsiteY225" fmla="*/ 2025745 h 2323145"/>
              <a:gd name="connsiteX226" fmla="*/ 2312920 w 11269336"/>
              <a:gd name="connsiteY226" fmla="*/ 2036311 h 2323145"/>
              <a:gd name="connsiteX227" fmla="*/ 2307986 w 11269336"/>
              <a:gd name="connsiteY227" fmla="*/ 2035583 h 2323145"/>
              <a:gd name="connsiteX228" fmla="*/ 2285481 w 11269336"/>
              <a:gd name="connsiteY228" fmla="*/ 2045197 h 2323145"/>
              <a:gd name="connsiteX229" fmla="*/ 2273666 w 11269336"/>
              <a:gd name="connsiteY229" fmla="*/ 2048710 h 2323145"/>
              <a:gd name="connsiteX230" fmla="*/ 2270719 w 11269336"/>
              <a:gd name="connsiteY230" fmla="*/ 2052702 h 2323145"/>
              <a:gd name="connsiteX231" fmla="*/ 2253080 w 11269336"/>
              <a:gd name="connsiteY231" fmla="*/ 2056363 h 2323145"/>
              <a:gd name="connsiteX232" fmla="*/ 2250906 w 11269336"/>
              <a:gd name="connsiteY232" fmla="*/ 2055654 h 2323145"/>
              <a:gd name="connsiteX233" fmla="*/ 2236905 w 11269336"/>
              <a:gd name="connsiteY233" fmla="*/ 2062882 h 2323145"/>
              <a:gd name="connsiteX234" fmla="*/ 2225830 w 11269336"/>
              <a:gd name="connsiteY234" fmla="*/ 2074027 h 2323145"/>
              <a:gd name="connsiteX235" fmla="*/ 2073776 w 11269336"/>
              <a:gd name="connsiteY235" fmla="*/ 2089244 h 2323145"/>
              <a:gd name="connsiteX236" fmla="*/ 1948256 w 11269336"/>
              <a:gd name="connsiteY236" fmla="*/ 2146616 h 2323145"/>
              <a:gd name="connsiteX237" fmla="*/ 1865582 w 11269336"/>
              <a:gd name="connsiteY237" fmla="*/ 2153738 h 2323145"/>
              <a:gd name="connsiteX238" fmla="*/ 1835210 w 11269336"/>
              <a:gd name="connsiteY238" fmla="*/ 2134244 h 2323145"/>
              <a:gd name="connsiteX239" fmla="*/ 1632661 w 11269336"/>
              <a:gd name="connsiteY239" fmla="*/ 2173882 h 2323145"/>
              <a:gd name="connsiteX240" fmla="*/ 1579590 w 11269336"/>
              <a:gd name="connsiteY240" fmla="*/ 2173680 h 2323145"/>
              <a:gd name="connsiteX241" fmla="*/ 1535601 w 11269336"/>
              <a:gd name="connsiteY241" fmla="*/ 2194590 h 2323145"/>
              <a:gd name="connsiteX242" fmla="*/ 1515594 w 11269336"/>
              <a:gd name="connsiteY242" fmla="*/ 2189622 h 2323145"/>
              <a:gd name="connsiteX243" fmla="*/ 1512113 w 11269336"/>
              <a:gd name="connsiteY243" fmla="*/ 2188534 h 2323145"/>
              <a:gd name="connsiteX244" fmla="*/ 1498838 w 11269336"/>
              <a:gd name="connsiteY244" fmla="*/ 2189213 h 2323145"/>
              <a:gd name="connsiteX245" fmla="*/ 1494279 w 11269336"/>
              <a:gd name="connsiteY245" fmla="*/ 2183112 h 2323145"/>
              <a:gd name="connsiteX246" fmla="*/ 1473714 w 11269336"/>
              <a:gd name="connsiteY246" fmla="*/ 2179625 h 2323145"/>
              <a:gd name="connsiteX247" fmla="*/ 1449503 w 11269336"/>
              <a:gd name="connsiteY247" fmla="*/ 2182633 h 2323145"/>
              <a:gd name="connsiteX248" fmla="*/ 1335495 w 11269336"/>
              <a:gd name="connsiteY248" fmla="*/ 2203940 h 2323145"/>
              <a:gd name="connsiteX249" fmla="*/ 1266687 w 11269336"/>
              <a:gd name="connsiteY249" fmla="*/ 2212688 h 2323145"/>
              <a:gd name="connsiteX250" fmla="*/ 1239614 w 11269336"/>
              <a:gd name="connsiteY250" fmla="*/ 2209727 h 2323145"/>
              <a:gd name="connsiteX251" fmla="*/ 1202436 w 11269336"/>
              <a:gd name="connsiteY251" fmla="*/ 2209817 h 2323145"/>
              <a:gd name="connsiteX252" fmla="*/ 1136097 w 11269336"/>
              <a:gd name="connsiteY252" fmla="*/ 2205112 h 2323145"/>
              <a:gd name="connsiteX253" fmla="*/ 1048229 w 11269336"/>
              <a:gd name="connsiteY253" fmla="*/ 2207249 h 2323145"/>
              <a:gd name="connsiteX254" fmla="*/ 988232 w 11269336"/>
              <a:gd name="connsiteY254" fmla="*/ 2235635 h 2323145"/>
              <a:gd name="connsiteX255" fmla="*/ 981959 w 11269336"/>
              <a:gd name="connsiteY255" fmla="*/ 2231607 h 2323145"/>
              <a:gd name="connsiteX256" fmla="*/ 938600 w 11269336"/>
              <a:gd name="connsiteY256" fmla="*/ 2238113 h 2323145"/>
              <a:gd name="connsiteX257" fmla="*/ 791788 w 11269336"/>
              <a:gd name="connsiteY257" fmla="*/ 2293224 h 2323145"/>
              <a:gd name="connsiteX258" fmla="*/ 706914 w 11269336"/>
              <a:gd name="connsiteY258" fmla="*/ 2305046 h 2323145"/>
              <a:gd name="connsiteX259" fmla="*/ 675971 w 11269336"/>
              <a:gd name="connsiteY259" fmla="*/ 2304030 h 2323145"/>
              <a:gd name="connsiteX260" fmla="*/ 624180 w 11269336"/>
              <a:gd name="connsiteY260" fmla="*/ 2302650 h 2323145"/>
              <a:gd name="connsiteX261" fmla="*/ 583453 w 11269336"/>
              <a:gd name="connsiteY261" fmla="*/ 2288788 h 2323145"/>
              <a:gd name="connsiteX262" fmla="*/ 540946 w 11269336"/>
              <a:gd name="connsiteY262" fmla="*/ 2292721 h 2323145"/>
              <a:gd name="connsiteX263" fmla="*/ 533680 w 11269336"/>
              <a:gd name="connsiteY263" fmla="*/ 2310233 h 2323145"/>
              <a:gd name="connsiteX264" fmla="*/ 487366 w 11269336"/>
              <a:gd name="connsiteY264" fmla="*/ 2309053 h 2323145"/>
              <a:gd name="connsiteX265" fmla="*/ 416820 w 11269336"/>
              <a:gd name="connsiteY265" fmla="*/ 2305443 h 2323145"/>
              <a:gd name="connsiteX266" fmla="*/ 376805 w 11269336"/>
              <a:gd name="connsiteY266" fmla="*/ 2307647 h 2323145"/>
              <a:gd name="connsiteX267" fmla="*/ 266777 w 11269336"/>
              <a:gd name="connsiteY267" fmla="*/ 2309012 h 2323145"/>
              <a:gd name="connsiteX268" fmla="*/ 156013 w 11269336"/>
              <a:gd name="connsiteY268" fmla="*/ 2306832 h 2323145"/>
              <a:gd name="connsiteX269" fmla="*/ 87258 w 11269336"/>
              <a:gd name="connsiteY269" fmla="*/ 2285511 h 2323145"/>
              <a:gd name="connsiteX270" fmla="*/ 23798 w 11269336"/>
              <a:gd name="connsiteY270" fmla="*/ 2281822 h 2323145"/>
              <a:gd name="connsiteX271" fmla="*/ 0 w 11269336"/>
              <a:gd name="connsiteY271" fmla="*/ 2285369 h 2323145"/>
              <a:gd name="connsiteX272" fmla="*/ 0 w 11269336"/>
              <a:gd name="connsiteY272"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159151 w 11269336"/>
              <a:gd name="connsiteY139" fmla="*/ 2029640 h 2323145"/>
              <a:gd name="connsiteX140" fmla="*/ 5060738 w 11269336"/>
              <a:gd name="connsiteY140" fmla="*/ 2083274 h 2323145"/>
              <a:gd name="connsiteX141" fmla="*/ 4860988 w 11269336"/>
              <a:gd name="connsiteY141" fmla="*/ 2135698 h 2323145"/>
              <a:gd name="connsiteX142" fmla="*/ 4807902 w 11269336"/>
              <a:gd name="connsiteY142" fmla="*/ 2138894 h 2323145"/>
              <a:gd name="connsiteX143" fmla="*/ 4765388 w 11269336"/>
              <a:gd name="connsiteY143" fmla="*/ 2162525 h 2323145"/>
              <a:gd name="connsiteX144" fmla="*/ 4745033 w 11269336"/>
              <a:gd name="connsiteY144" fmla="*/ 2158859 h 2323145"/>
              <a:gd name="connsiteX145" fmla="*/ 4741475 w 11269336"/>
              <a:gd name="connsiteY145" fmla="*/ 2157998 h 2323145"/>
              <a:gd name="connsiteX146" fmla="*/ 4728247 w 11269336"/>
              <a:gd name="connsiteY146" fmla="*/ 2159526 h 2323145"/>
              <a:gd name="connsiteX147" fmla="*/ 4723263 w 11269336"/>
              <a:gd name="connsiteY147" fmla="*/ 2153742 h 2323145"/>
              <a:gd name="connsiteX148" fmla="*/ 4702453 w 11269336"/>
              <a:gd name="connsiteY148" fmla="*/ 2151586 h 2323145"/>
              <a:gd name="connsiteX149" fmla="*/ 4678455 w 11269336"/>
              <a:gd name="connsiteY149" fmla="*/ 2156131 h 2323145"/>
              <a:gd name="connsiteX150" fmla="*/ 4593061 w 11269336"/>
              <a:gd name="connsiteY150" fmla="*/ 2171597 h 2323145"/>
              <a:gd name="connsiteX151" fmla="*/ 4579902 w 11269336"/>
              <a:gd name="connsiteY151" fmla="*/ 2177927 h 2323145"/>
              <a:gd name="connsiteX152" fmla="*/ 4533444 w 11269336"/>
              <a:gd name="connsiteY152" fmla="*/ 2181200 h 2323145"/>
              <a:gd name="connsiteX153" fmla="*/ 4492832 w 11269336"/>
              <a:gd name="connsiteY153" fmla="*/ 2188033 h 2323145"/>
              <a:gd name="connsiteX154" fmla="*/ 4467257 w 11269336"/>
              <a:gd name="connsiteY154" fmla="*/ 2196121 h 2323145"/>
              <a:gd name="connsiteX155" fmla="*/ 4459937 w 11269336"/>
              <a:gd name="connsiteY155" fmla="*/ 2195182 h 2323145"/>
              <a:gd name="connsiteX156" fmla="*/ 4433312 w 11269336"/>
              <a:gd name="connsiteY156" fmla="*/ 2199004 h 2323145"/>
              <a:gd name="connsiteX157" fmla="*/ 4420601 w 11269336"/>
              <a:gd name="connsiteY157" fmla="*/ 2205158 h 2323145"/>
              <a:gd name="connsiteX158" fmla="*/ 4405765 w 11269336"/>
              <a:gd name="connsiteY158" fmla="*/ 2199902 h 2323145"/>
              <a:gd name="connsiteX159" fmla="*/ 4401354 w 11269336"/>
              <a:gd name="connsiteY159" fmla="*/ 2194745 h 2323145"/>
              <a:gd name="connsiteX160" fmla="*/ 4383151 w 11269336"/>
              <a:gd name="connsiteY160" fmla="*/ 2201140 h 2323145"/>
              <a:gd name="connsiteX161" fmla="*/ 4366646 w 11269336"/>
              <a:gd name="connsiteY161" fmla="*/ 2198564 h 2323145"/>
              <a:gd name="connsiteX162" fmla="*/ 4354009 w 11269336"/>
              <a:gd name="connsiteY162" fmla="*/ 2204984 h 2323145"/>
              <a:gd name="connsiteX163" fmla="*/ 4348284 w 11269336"/>
              <a:gd name="connsiteY163" fmla="*/ 2205270 h 2323145"/>
              <a:gd name="connsiteX164" fmla="*/ 4333906 w 11269336"/>
              <a:gd name="connsiteY164" fmla="*/ 2205251 h 2323145"/>
              <a:gd name="connsiteX165" fmla="*/ 4308819 w 11269336"/>
              <a:gd name="connsiteY165" fmla="*/ 2203822 h 2323145"/>
              <a:gd name="connsiteX166" fmla="*/ 4301210 w 11269336"/>
              <a:gd name="connsiteY166" fmla="*/ 2204456 h 2323145"/>
              <a:gd name="connsiteX167" fmla="*/ 4283095 w 11269336"/>
              <a:gd name="connsiteY167" fmla="*/ 2198177 h 2323145"/>
              <a:gd name="connsiteX168" fmla="*/ 4250119 w 11269336"/>
              <a:gd name="connsiteY168" fmla="*/ 2196342 h 2323145"/>
              <a:gd name="connsiteX169" fmla="*/ 4189203 w 11269336"/>
              <a:gd name="connsiteY169" fmla="*/ 2178994 h 2323145"/>
              <a:gd name="connsiteX170" fmla="*/ 4154035 w 11269336"/>
              <a:gd name="connsiteY170" fmla="*/ 2171950 h 2323145"/>
              <a:gd name="connsiteX171" fmla="*/ 4129569 w 11269336"/>
              <a:gd name="connsiteY171" fmla="*/ 2163850 h 2323145"/>
              <a:gd name="connsiteX172" fmla="*/ 4061250 w 11269336"/>
              <a:gd name="connsiteY172" fmla="*/ 2159236 h 2323145"/>
              <a:gd name="connsiteX173" fmla="*/ 3945480 w 11269336"/>
              <a:gd name="connsiteY173" fmla="*/ 2158279 h 2323145"/>
              <a:gd name="connsiteX174" fmla="*/ 3921468 w 11269336"/>
              <a:gd name="connsiteY174" fmla="*/ 2156588 h 2323145"/>
              <a:gd name="connsiteX175" fmla="*/ 3903348 w 11269336"/>
              <a:gd name="connsiteY175" fmla="*/ 2149220 h 2323145"/>
              <a:gd name="connsiteX176" fmla="*/ 3901342 w 11269336"/>
              <a:gd name="connsiteY176" fmla="*/ 2142355 h 2323145"/>
              <a:gd name="connsiteX177" fmla="*/ 3888539 w 11269336"/>
              <a:gd name="connsiteY177" fmla="*/ 2140476 h 2323145"/>
              <a:gd name="connsiteX178" fmla="*/ 3885662 w 11269336"/>
              <a:gd name="connsiteY178" fmla="*/ 2138740 h 2323145"/>
              <a:gd name="connsiteX179" fmla="*/ 3868627 w 11269336"/>
              <a:gd name="connsiteY179" fmla="*/ 2130023 h 2323145"/>
              <a:gd name="connsiteX180" fmla="*/ 3819177 w 11269336"/>
              <a:gd name="connsiteY180" fmla="*/ 2142111 h 2323145"/>
              <a:gd name="connsiteX181" fmla="*/ 3769100 w 11269336"/>
              <a:gd name="connsiteY181" fmla="*/ 2131731 h 2323145"/>
              <a:gd name="connsiteX182" fmla="*/ 3562752 w 11269336"/>
              <a:gd name="connsiteY182" fmla="*/ 2131785 h 2323145"/>
              <a:gd name="connsiteX183" fmla="*/ 3541402 w 11269336"/>
              <a:gd name="connsiteY183" fmla="*/ 2106821 h 2323145"/>
              <a:gd name="connsiteX184" fmla="*/ 3460591 w 11269336"/>
              <a:gd name="connsiteY184" fmla="*/ 2097951 h 2323145"/>
              <a:gd name="connsiteX185" fmla="*/ 3320348 w 11269336"/>
              <a:gd name="connsiteY185" fmla="*/ 2130191 h 2323145"/>
              <a:gd name="connsiteX186" fmla="*/ 3170922 w 11269336"/>
              <a:gd name="connsiteY186" fmla="*/ 2115957 h 2323145"/>
              <a:gd name="connsiteX187" fmla="*/ 3156256 w 11269336"/>
              <a:gd name="connsiteY187" fmla="*/ 2124773 h 2323145"/>
              <a:gd name="connsiteX188" fmla="*/ 3140298 w 11269336"/>
              <a:gd name="connsiteY188" fmla="*/ 2129182 h 2323145"/>
              <a:gd name="connsiteX189" fmla="*/ 3138514 w 11269336"/>
              <a:gd name="connsiteY189" fmla="*/ 2128069 h 2323145"/>
              <a:gd name="connsiteX190" fmla="*/ 3120467 w 11269336"/>
              <a:gd name="connsiteY190" fmla="*/ 2128281 h 2323145"/>
              <a:gd name="connsiteX191" fmla="*/ 3116175 w 11269336"/>
              <a:gd name="connsiteY191" fmla="*/ 2131633 h 2323145"/>
              <a:gd name="connsiteX192" fmla="*/ 3103685 w 11269336"/>
              <a:gd name="connsiteY192" fmla="*/ 2132814 h 2323145"/>
              <a:gd name="connsiteX193" fmla="*/ 3078794 w 11269336"/>
              <a:gd name="connsiteY193" fmla="*/ 2137935 h 2323145"/>
              <a:gd name="connsiteX194" fmla="*/ 3074407 w 11269336"/>
              <a:gd name="connsiteY194" fmla="*/ 2136274 h 2323145"/>
              <a:gd name="connsiteX195" fmla="*/ 3037285 w 11269336"/>
              <a:gd name="connsiteY195" fmla="*/ 2139919 h 2323145"/>
              <a:gd name="connsiteX196" fmla="*/ 3036901 w 11269336"/>
              <a:gd name="connsiteY196" fmla="*/ 2138726 h 2323145"/>
              <a:gd name="connsiteX197" fmla="*/ 3026996 w 11269336"/>
              <a:gd name="connsiteY197" fmla="*/ 2134322 h 2323145"/>
              <a:gd name="connsiteX198" fmla="*/ 3007772 w 11269336"/>
              <a:gd name="connsiteY198" fmla="*/ 2128742 h 2323145"/>
              <a:gd name="connsiteX199" fmla="*/ 2965030 w 11269336"/>
              <a:gd name="connsiteY199" fmla="*/ 2100494 h 2323145"/>
              <a:gd name="connsiteX200" fmla="*/ 2926342 w 11269336"/>
              <a:gd name="connsiteY200" fmla="*/ 2104155 h 2323145"/>
              <a:gd name="connsiteX201" fmla="*/ 2918608 w 11269336"/>
              <a:gd name="connsiteY201" fmla="*/ 2104215 h 2323145"/>
              <a:gd name="connsiteX202" fmla="*/ 2918475 w 11269336"/>
              <a:gd name="connsiteY202" fmla="*/ 2103937 h 2323145"/>
              <a:gd name="connsiteX203" fmla="*/ 2910360 w 11269336"/>
              <a:gd name="connsiteY203" fmla="*/ 2103444 h 2323145"/>
              <a:gd name="connsiteX204" fmla="*/ 2904507 w 11269336"/>
              <a:gd name="connsiteY204" fmla="*/ 2104326 h 2323145"/>
              <a:gd name="connsiteX205" fmla="*/ 2889503 w 11269336"/>
              <a:gd name="connsiteY205" fmla="*/ 2104443 h 2323145"/>
              <a:gd name="connsiteX206" fmla="*/ 2884480 w 11269336"/>
              <a:gd name="connsiteY206" fmla="*/ 2102626 h 2323145"/>
              <a:gd name="connsiteX207" fmla="*/ 2882689 w 11269336"/>
              <a:gd name="connsiteY207" fmla="*/ 2099228 h 2323145"/>
              <a:gd name="connsiteX208" fmla="*/ 2881291 w 11269336"/>
              <a:gd name="connsiteY208" fmla="*/ 2099618 h 2323145"/>
              <a:gd name="connsiteX209" fmla="*/ 2853979 w 11269336"/>
              <a:gd name="connsiteY209" fmla="*/ 2090388 h 2323145"/>
              <a:gd name="connsiteX210" fmla="*/ 2791790 w 11269336"/>
              <a:gd name="connsiteY210" fmla="*/ 2080332 h 2323145"/>
              <a:gd name="connsiteX211" fmla="*/ 2755844 w 11269336"/>
              <a:gd name="connsiteY211" fmla="*/ 2078874 h 2323145"/>
              <a:gd name="connsiteX212" fmla="*/ 2657742 w 11269336"/>
              <a:gd name="connsiteY212" fmla="*/ 2070179 h 2323145"/>
              <a:gd name="connsiteX213" fmla="*/ 2559549 w 11269336"/>
              <a:gd name="connsiteY213" fmla="*/ 2057873 h 2323145"/>
              <a:gd name="connsiteX214" fmla="*/ 2512054 w 11269336"/>
              <a:gd name="connsiteY214" fmla="*/ 2031671 h 2323145"/>
              <a:gd name="connsiteX215" fmla="*/ 2506437 w 11269336"/>
              <a:gd name="connsiteY215" fmla="*/ 2030918 h 2323145"/>
              <a:gd name="connsiteX216" fmla="*/ 2491752 w 11269336"/>
              <a:gd name="connsiteY216" fmla="*/ 2033906 h 2323145"/>
              <a:gd name="connsiteX217" fmla="*/ 2486338 w 11269336"/>
              <a:gd name="connsiteY217" fmla="*/ 2035862 h 2323145"/>
              <a:gd name="connsiteX218" fmla="*/ 2478186 w 11269336"/>
              <a:gd name="connsiteY218" fmla="*/ 2036953 h 2323145"/>
              <a:gd name="connsiteX219" fmla="*/ 2477950 w 11269336"/>
              <a:gd name="connsiteY219" fmla="*/ 2036715 h 2323145"/>
              <a:gd name="connsiteX220" fmla="*/ 2470381 w 11269336"/>
              <a:gd name="connsiteY220" fmla="*/ 2038256 h 2323145"/>
              <a:gd name="connsiteX221" fmla="*/ 2433781 w 11269336"/>
              <a:gd name="connsiteY221" fmla="*/ 2049140 h 2323145"/>
              <a:gd name="connsiteX222" fmla="*/ 2381172 w 11269336"/>
              <a:gd name="connsiteY222" fmla="*/ 2030645 h 2323145"/>
              <a:gd name="connsiteX223" fmla="*/ 2360198 w 11269336"/>
              <a:gd name="connsiteY223" fmla="*/ 2029059 h 2323145"/>
              <a:gd name="connsiteX224" fmla="*/ 2348815 w 11269336"/>
              <a:gd name="connsiteY224" fmla="*/ 2026798 h 2323145"/>
              <a:gd name="connsiteX225" fmla="*/ 2347988 w 11269336"/>
              <a:gd name="connsiteY225" fmla="*/ 2025745 h 2323145"/>
              <a:gd name="connsiteX226" fmla="*/ 2312920 w 11269336"/>
              <a:gd name="connsiteY226" fmla="*/ 2036311 h 2323145"/>
              <a:gd name="connsiteX227" fmla="*/ 2307986 w 11269336"/>
              <a:gd name="connsiteY227" fmla="*/ 2035583 h 2323145"/>
              <a:gd name="connsiteX228" fmla="*/ 2285481 w 11269336"/>
              <a:gd name="connsiteY228" fmla="*/ 2045197 h 2323145"/>
              <a:gd name="connsiteX229" fmla="*/ 2273666 w 11269336"/>
              <a:gd name="connsiteY229" fmla="*/ 2048710 h 2323145"/>
              <a:gd name="connsiteX230" fmla="*/ 2270719 w 11269336"/>
              <a:gd name="connsiteY230" fmla="*/ 2052702 h 2323145"/>
              <a:gd name="connsiteX231" fmla="*/ 2253080 w 11269336"/>
              <a:gd name="connsiteY231" fmla="*/ 2056363 h 2323145"/>
              <a:gd name="connsiteX232" fmla="*/ 2250906 w 11269336"/>
              <a:gd name="connsiteY232" fmla="*/ 2055654 h 2323145"/>
              <a:gd name="connsiteX233" fmla="*/ 2236905 w 11269336"/>
              <a:gd name="connsiteY233" fmla="*/ 2062882 h 2323145"/>
              <a:gd name="connsiteX234" fmla="*/ 2225830 w 11269336"/>
              <a:gd name="connsiteY234" fmla="*/ 2074027 h 2323145"/>
              <a:gd name="connsiteX235" fmla="*/ 2073776 w 11269336"/>
              <a:gd name="connsiteY235" fmla="*/ 2089244 h 2323145"/>
              <a:gd name="connsiteX236" fmla="*/ 1948256 w 11269336"/>
              <a:gd name="connsiteY236" fmla="*/ 2146616 h 2323145"/>
              <a:gd name="connsiteX237" fmla="*/ 1865582 w 11269336"/>
              <a:gd name="connsiteY237" fmla="*/ 2153738 h 2323145"/>
              <a:gd name="connsiteX238" fmla="*/ 1835210 w 11269336"/>
              <a:gd name="connsiteY238" fmla="*/ 2134244 h 2323145"/>
              <a:gd name="connsiteX239" fmla="*/ 1632661 w 11269336"/>
              <a:gd name="connsiteY239" fmla="*/ 2173882 h 2323145"/>
              <a:gd name="connsiteX240" fmla="*/ 1579590 w 11269336"/>
              <a:gd name="connsiteY240" fmla="*/ 2173680 h 2323145"/>
              <a:gd name="connsiteX241" fmla="*/ 1535601 w 11269336"/>
              <a:gd name="connsiteY241" fmla="*/ 2194590 h 2323145"/>
              <a:gd name="connsiteX242" fmla="*/ 1515594 w 11269336"/>
              <a:gd name="connsiteY242" fmla="*/ 2189622 h 2323145"/>
              <a:gd name="connsiteX243" fmla="*/ 1512113 w 11269336"/>
              <a:gd name="connsiteY243" fmla="*/ 2188534 h 2323145"/>
              <a:gd name="connsiteX244" fmla="*/ 1498838 w 11269336"/>
              <a:gd name="connsiteY244" fmla="*/ 2189213 h 2323145"/>
              <a:gd name="connsiteX245" fmla="*/ 1494279 w 11269336"/>
              <a:gd name="connsiteY245" fmla="*/ 2183112 h 2323145"/>
              <a:gd name="connsiteX246" fmla="*/ 1473714 w 11269336"/>
              <a:gd name="connsiteY246" fmla="*/ 2179625 h 2323145"/>
              <a:gd name="connsiteX247" fmla="*/ 1449503 w 11269336"/>
              <a:gd name="connsiteY247" fmla="*/ 2182633 h 2323145"/>
              <a:gd name="connsiteX248" fmla="*/ 1335495 w 11269336"/>
              <a:gd name="connsiteY248" fmla="*/ 2203940 h 2323145"/>
              <a:gd name="connsiteX249" fmla="*/ 1266687 w 11269336"/>
              <a:gd name="connsiteY249" fmla="*/ 2212688 h 2323145"/>
              <a:gd name="connsiteX250" fmla="*/ 1239614 w 11269336"/>
              <a:gd name="connsiteY250" fmla="*/ 2209727 h 2323145"/>
              <a:gd name="connsiteX251" fmla="*/ 1202436 w 11269336"/>
              <a:gd name="connsiteY251" fmla="*/ 2209817 h 2323145"/>
              <a:gd name="connsiteX252" fmla="*/ 1136097 w 11269336"/>
              <a:gd name="connsiteY252" fmla="*/ 2205112 h 2323145"/>
              <a:gd name="connsiteX253" fmla="*/ 1048229 w 11269336"/>
              <a:gd name="connsiteY253" fmla="*/ 2207249 h 2323145"/>
              <a:gd name="connsiteX254" fmla="*/ 988232 w 11269336"/>
              <a:gd name="connsiteY254" fmla="*/ 2235635 h 2323145"/>
              <a:gd name="connsiteX255" fmla="*/ 981959 w 11269336"/>
              <a:gd name="connsiteY255" fmla="*/ 2231607 h 2323145"/>
              <a:gd name="connsiteX256" fmla="*/ 938600 w 11269336"/>
              <a:gd name="connsiteY256" fmla="*/ 2238113 h 2323145"/>
              <a:gd name="connsiteX257" fmla="*/ 791788 w 11269336"/>
              <a:gd name="connsiteY257" fmla="*/ 2293224 h 2323145"/>
              <a:gd name="connsiteX258" fmla="*/ 706914 w 11269336"/>
              <a:gd name="connsiteY258" fmla="*/ 2305046 h 2323145"/>
              <a:gd name="connsiteX259" fmla="*/ 675971 w 11269336"/>
              <a:gd name="connsiteY259" fmla="*/ 2304030 h 2323145"/>
              <a:gd name="connsiteX260" fmla="*/ 624180 w 11269336"/>
              <a:gd name="connsiteY260" fmla="*/ 2302650 h 2323145"/>
              <a:gd name="connsiteX261" fmla="*/ 583453 w 11269336"/>
              <a:gd name="connsiteY261" fmla="*/ 2288788 h 2323145"/>
              <a:gd name="connsiteX262" fmla="*/ 540946 w 11269336"/>
              <a:gd name="connsiteY262" fmla="*/ 2292721 h 2323145"/>
              <a:gd name="connsiteX263" fmla="*/ 533680 w 11269336"/>
              <a:gd name="connsiteY263" fmla="*/ 2310233 h 2323145"/>
              <a:gd name="connsiteX264" fmla="*/ 487366 w 11269336"/>
              <a:gd name="connsiteY264" fmla="*/ 2309053 h 2323145"/>
              <a:gd name="connsiteX265" fmla="*/ 416820 w 11269336"/>
              <a:gd name="connsiteY265" fmla="*/ 2305443 h 2323145"/>
              <a:gd name="connsiteX266" fmla="*/ 376805 w 11269336"/>
              <a:gd name="connsiteY266" fmla="*/ 2307647 h 2323145"/>
              <a:gd name="connsiteX267" fmla="*/ 266777 w 11269336"/>
              <a:gd name="connsiteY267" fmla="*/ 2309012 h 2323145"/>
              <a:gd name="connsiteX268" fmla="*/ 156013 w 11269336"/>
              <a:gd name="connsiteY268" fmla="*/ 2306832 h 2323145"/>
              <a:gd name="connsiteX269" fmla="*/ 87258 w 11269336"/>
              <a:gd name="connsiteY269" fmla="*/ 2285511 h 2323145"/>
              <a:gd name="connsiteX270" fmla="*/ 23798 w 11269336"/>
              <a:gd name="connsiteY270" fmla="*/ 2281822 h 2323145"/>
              <a:gd name="connsiteX271" fmla="*/ 0 w 11269336"/>
              <a:gd name="connsiteY271" fmla="*/ 2285369 h 2323145"/>
              <a:gd name="connsiteX272" fmla="*/ 0 w 11269336"/>
              <a:gd name="connsiteY272"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159151 w 11269336"/>
              <a:gd name="connsiteY139" fmla="*/ 2029640 h 2323145"/>
              <a:gd name="connsiteX140" fmla="*/ 5041688 w 11269336"/>
              <a:gd name="connsiteY140" fmla="*/ 2022334 h 2323145"/>
              <a:gd name="connsiteX141" fmla="*/ 4860988 w 11269336"/>
              <a:gd name="connsiteY141" fmla="*/ 2135698 h 2323145"/>
              <a:gd name="connsiteX142" fmla="*/ 4807902 w 11269336"/>
              <a:gd name="connsiteY142" fmla="*/ 2138894 h 2323145"/>
              <a:gd name="connsiteX143" fmla="*/ 4765388 w 11269336"/>
              <a:gd name="connsiteY143" fmla="*/ 2162525 h 2323145"/>
              <a:gd name="connsiteX144" fmla="*/ 4745033 w 11269336"/>
              <a:gd name="connsiteY144" fmla="*/ 2158859 h 2323145"/>
              <a:gd name="connsiteX145" fmla="*/ 4741475 w 11269336"/>
              <a:gd name="connsiteY145" fmla="*/ 2157998 h 2323145"/>
              <a:gd name="connsiteX146" fmla="*/ 4728247 w 11269336"/>
              <a:gd name="connsiteY146" fmla="*/ 2159526 h 2323145"/>
              <a:gd name="connsiteX147" fmla="*/ 4723263 w 11269336"/>
              <a:gd name="connsiteY147" fmla="*/ 2153742 h 2323145"/>
              <a:gd name="connsiteX148" fmla="*/ 4702453 w 11269336"/>
              <a:gd name="connsiteY148" fmla="*/ 2151586 h 2323145"/>
              <a:gd name="connsiteX149" fmla="*/ 4678455 w 11269336"/>
              <a:gd name="connsiteY149" fmla="*/ 2156131 h 2323145"/>
              <a:gd name="connsiteX150" fmla="*/ 4593061 w 11269336"/>
              <a:gd name="connsiteY150" fmla="*/ 2171597 h 2323145"/>
              <a:gd name="connsiteX151" fmla="*/ 4579902 w 11269336"/>
              <a:gd name="connsiteY151" fmla="*/ 2177927 h 2323145"/>
              <a:gd name="connsiteX152" fmla="*/ 4533444 w 11269336"/>
              <a:gd name="connsiteY152" fmla="*/ 2181200 h 2323145"/>
              <a:gd name="connsiteX153" fmla="*/ 4492832 w 11269336"/>
              <a:gd name="connsiteY153" fmla="*/ 2188033 h 2323145"/>
              <a:gd name="connsiteX154" fmla="*/ 4467257 w 11269336"/>
              <a:gd name="connsiteY154" fmla="*/ 2196121 h 2323145"/>
              <a:gd name="connsiteX155" fmla="*/ 4459937 w 11269336"/>
              <a:gd name="connsiteY155" fmla="*/ 2195182 h 2323145"/>
              <a:gd name="connsiteX156" fmla="*/ 4433312 w 11269336"/>
              <a:gd name="connsiteY156" fmla="*/ 2199004 h 2323145"/>
              <a:gd name="connsiteX157" fmla="*/ 4420601 w 11269336"/>
              <a:gd name="connsiteY157" fmla="*/ 2205158 h 2323145"/>
              <a:gd name="connsiteX158" fmla="*/ 4405765 w 11269336"/>
              <a:gd name="connsiteY158" fmla="*/ 2199902 h 2323145"/>
              <a:gd name="connsiteX159" fmla="*/ 4401354 w 11269336"/>
              <a:gd name="connsiteY159" fmla="*/ 2194745 h 2323145"/>
              <a:gd name="connsiteX160" fmla="*/ 4383151 w 11269336"/>
              <a:gd name="connsiteY160" fmla="*/ 2201140 h 2323145"/>
              <a:gd name="connsiteX161" fmla="*/ 4366646 w 11269336"/>
              <a:gd name="connsiteY161" fmla="*/ 2198564 h 2323145"/>
              <a:gd name="connsiteX162" fmla="*/ 4354009 w 11269336"/>
              <a:gd name="connsiteY162" fmla="*/ 2204984 h 2323145"/>
              <a:gd name="connsiteX163" fmla="*/ 4348284 w 11269336"/>
              <a:gd name="connsiteY163" fmla="*/ 2205270 h 2323145"/>
              <a:gd name="connsiteX164" fmla="*/ 4333906 w 11269336"/>
              <a:gd name="connsiteY164" fmla="*/ 2205251 h 2323145"/>
              <a:gd name="connsiteX165" fmla="*/ 4308819 w 11269336"/>
              <a:gd name="connsiteY165" fmla="*/ 2203822 h 2323145"/>
              <a:gd name="connsiteX166" fmla="*/ 4301210 w 11269336"/>
              <a:gd name="connsiteY166" fmla="*/ 2204456 h 2323145"/>
              <a:gd name="connsiteX167" fmla="*/ 4283095 w 11269336"/>
              <a:gd name="connsiteY167" fmla="*/ 2198177 h 2323145"/>
              <a:gd name="connsiteX168" fmla="*/ 4250119 w 11269336"/>
              <a:gd name="connsiteY168" fmla="*/ 2196342 h 2323145"/>
              <a:gd name="connsiteX169" fmla="*/ 4189203 w 11269336"/>
              <a:gd name="connsiteY169" fmla="*/ 2178994 h 2323145"/>
              <a:gd name="connsiteX170" fmla="*/ 4154035 w 11269336"/>
              <a:gd name="connsiteY170" fmla="*/ 2171950 h 2323145"/>
              <a:gd name="connsiteX171" fmla="*/ 4129569 w 11269336"/>
              <a:gd name="connsiteY171" fmla="*/ 2163850 h 2323145"/>
              <a:gd name="connsiteX172" fmla="*/ 4061250 w 11269336"/>
              <a:gd name="connsiteY172" fmla="*/ 2159236 h 2323145"/>
              <a:gd name="connsiteX173" fmla="*/ 3945480 w 11269336"/>
              <a:gd name="connsiteY173" fmla="*/ 2158279 h 2323145"/>
              <a:gd name="connsiteX174" fmla="*/ 3921468 w 11269336"/>
              <a:gd name="connsiteY174" fmla="*/ 2156588 h 2323145"/>
              <a:gd name="connsiteX175" fmla="*/ 3903348 w 11269336"/>
              <a:gd name="connsiteY175" fmla="*/ 2149220 h 2323145"/>
              <a:gd name="connsiteX176" fmla="*/ 3901342 w 11269336"/>
              <a:gd name="connsiteY176" fmla="*/ 2142355 h 2323145"/>
              <a:gd name="connsiteX177" fmla="*/ 3888539 w 11269336"/>
              <a:gd name="connsiteY177" fmla="*/ 2140476 h 2323145"/>
              <a:gd name="connsiteX178" fmla="*/ 3885662 w 11269336"/>
              <a:gd name="connsiteY178" fmla="*/ 2138740 h 2323145"/>
              <a:gd name="connsiteX179" fmla="*/ 3868627 w 11269336"/>
              <a:gd name="connsiteY179" fmla="*/ 2130023 h 2323145"/>
              <a:gd name="connsiteX180" fmla="*/ 3819177 w 11269336"/>
              <a:gd name="connsiteY180" fmla="*/ 2142111 h 2323145"/>
              <a:gd name="connsiteX181" fmla="*/ 3769100 w 11269336"/>
              <a:gd name="connsiteY181" fmla="*/ 2131731 h 2323145"/>
              <a:gd name="connsiteX182" fmla="*/ 3562752 w 11269336"/>
              <a:gd name="connsiteY182" fmla="*/ 2131785 h 2323145"/>
              <a:gd name="connsiteX183" fmla="*/ 3541402 w 11269336"/>
              <a:gd name="connsiteY183" fmla="*/ 2106821 h 2323145"/>
              <a:gd name="connsiteX184" fmla="*/ 3460591 w 11269336"/>
              <a:gd name="connsiteY184" fmla="*/ 2097951 h 2323145"/>
              <a:gd name="connsiteX185" fmla="*/ 3320348 w 11269336"/>
              <a:gd name="connsiteY185" fmla="*/ 2130191 h 2323145"/>
              <a:gd name="connsiteX186" fmla="*/ 3170922 w 11269336"/>
              <a:gd name="connsiteY186" fmla="*/ 2115957 h 2323145"/>
              <a:gd name="connsiteX187" fmla="*/ 3156256 w 11269336"/>
              <a:gd name="connsiteY187" fmla="*/ 2124773 h 2323145"/>
              <a:gd name="connsiteX188" fmla="*/ 3140298 w 11269336"/>
              <a:gd name="connsiteY188" fmla="*/ 2129182 h 2323145"/>
              <a:gd name="connsiteX189" fmla="*/ 3138514 w 11269336"/>
              <a:gd name="connsiteY189" fmla="*/ 2128069 h 2323145"/>
              <a:gd name="connsiteX190" fmla="*/ 3120467 w 11269336"/>
              <a:gd name="connsiteY190" fmla="*/ 2128281 h 2323145"/>
              <a:gd name="connsiteX191" fmla="*/ 3116175 w 11269336"/>
              <a:gd name="connsiteY191" fmla="*/ 2131633 h 2323145"/>
              <a:gd name="connsiteX192" fmla="*/ 3103685 w 11269336"/>
              <a:gd name="connsiteY192" fmla="*/ 2132814 h 2323145"/>
              <a:gd name="connsiteX193" fmla="*/ 3078794 w 11269336"/>
              <a:gd name="connsiteY193" fmla="*/ 2137935 h 2323145"/>
              <a:gd name="connsiteX194" fmla="*/ 3074407 w 11269336"/>
              <a:gd name="connsiteY194" fmla="*/ 2136274 h 2323145"/>
              <a:gd name="connsiteX195" fmla="*/ 3037285 w 11269336"/>
              <a:gd name="connsiteY195" fmla="*/ 2139919 h 2323145"/>
              <a:gd name="connsiteX196" fmla="*/ 3036901 w 11269336"/>
              <a:gd name="connsiteY196" fmla="*/ 2138726 h 2323145"/>
              <a:gd name="connsiteX197" fmla="*/ 3026996 w 11269336"/>
              <a:gd name="connsiteY197" fmla="*/ 2134322 h 2323145"/>
              <a:gd name="connsiteX198" fmla="*/ 3007772 w 11269336"/>
              <a:gd name="connsiteY198" fmla="*/ 2128742 h 2323145"/>
              <a:gd name="connsiteX199" fmla="*/ 2965030 w 11269336"/>
              <a:gd name="connsiteY199" fmla="*/ 2100494 h 2323145"/>
              <a:gd name="connsiteX200" fmla="*/ 2926342 w 11269336"/>
              <a:gd name="connsiteY200" fmla="*/ 2104155 h 2323145"/>
              <a:gd name="connsiteX201" fmla="*/ 2918608 w 11269336"/>
              <a:gd name="connsiteY201" fmla="*/ 2104215 h 2323145"/>
              <a:gd name="connsiteX202" fmla="*/ 2918475 w 11269336"/>
              <a:gd name="connsiteY202" fmla="*/ 2103937 h 2323145"/>
              <a:gd name="connsiteX203" fmla="*/ 2910360 w 11269336"/>
              <a:gd name="connsiteY203" fmla="*/ 2103444 h 2323145"/>
              <a:gd name="connsiteX204" fmla="*/ 2904507 w 11269336"/>
              <a:gd name="connsiteY204" fmla="*/ 2104326 h 2323145"/>
              <a:gd name="connsiteX205" fmla="*/ 2889503 w 11269336"/>
              <a:gd name="connsiteY205" fmla="*/ 2104443 h 2323145"/>
              <a:gd name="connsiteX206" fmla="*/ 2884480 w 11269336"/>
              <a:gd name="connsiteY206" fmla="*/ 2102626 h 2323145"/>
              <a:gd name="connsiteX207" fmla="*/ 2882689 w 11269336"/>
              <a:gd name="connsiteY207" fmla="*/ 2099228 h 2323145"/>
              <a:gd name="connsiteX208" fmla="*/ 2881291 w 11269336"/>
              <a:gd name="connsiteY208" fmla="*/ 2099618 h 2323145"/>
              <a:gd name="connsiteX209" fmla="*/ 2853979 w 11269336"/>
              <a:gd name="connsiteY209" fmla="*/ 2090388 h 2323145"/>
              <a:gd name="connsiteX210" fmla="*/ 2791790 w 11269336"/>
              <a:gd name="connsiteY210" fmla="*/ 2080332 h 2323145"/>
              <a:gd name="connsiteX211" fmla="*/ 2755844 w 11269336"/>
              <a:gd name="connsiteY211" fmla="*/ 2078874 h 2323145"/>
              <a:gd name="connsiteX212" fmla="*/ 2657742 w 11269336"/>
              <a:gd name="connsiteY212" fmla="*/ 2070179 h 2323145"/>
              <a:gd name="connsiteX213" fmla="*/ 2559549 w 11269336"/>
              <a:gd name="connsiteY213" fmla="*/ 2057873 h 2323145"/>
              <a:gd name="connsiteX214" fmla="*/ 2512054 w 11269336"/>
              <a:gd name="connsiteY214" fmla="*/ 2031671 h 2323145"/>
              <a:gd name="connsiteX215" fmla="*/ 2506437 w 11269336"/>
              <a:gd name="connsiteY215" fmla="*/ 2030918 h 2323145"/>
              <a:gd name="connsiteX216" fmla="*/ 2491752 w 11269336"/>
              <a:gd name="connsiteY216" fmla="*/ 2033906 h 2323145"/>
              <a:gd name="connsiteX217" fmla="*/ 2486338 w 11269336"/>
              <a:gd name="connsiteY217" fmla="*/ 2035862 h 2323145"/>
              <a:gd name="connsiteX218" fmla="*/ 2478186 w 11269336"/>
              <a:gd name="connsiteY218" fmla="*/ 2036953 h 2323145"/>
              <a:gd name="connsiteX219" fmla="*/ 2477950 w 11269336"/>
              <a:gd name="connsiteY219" fmla="*/ 2036715 h 2323145"/>
              <a:gd name="connsiteX220" fmla="*/ 2470381 w 11269336"/>
              <a:gd name="connsiteY220" fmla="*/ 2038256 h 2323145"/>
              <a:gd name="connsiteX221" fmla="*/ 2433781 w 11269336"/>
              <a:gd name="connsiteY221" fmla="*/ 2049140 h 2323145"/>
              <a:gd name="connsiteX222" fmla="*/ 2381172 w 11269336"/>
              <a:gd name="connsiteY222" fmla="*/ 2030645 h 2323145"/>
              <a:gd name="connsiteX223" fmla="*/ 2360198 w 11269336"/>
              <a:gd name="connsiteY223" fmla="*/ 2029059 h 2323145"/>
              <a:gd name="connsiteX224" fmla="*/ 2348815 w 11269336"/>
              <a:gd name="connsiteY224" fmla="*/ 2026798 h 2323145"/>
              <a:gd name="connsiteX225" fmla="*/ 2347988 w 11269336"/>
              <a:gd name="connsiteY225" fmla="*/ 2025745 h 2323145"/>
              <a:gd name="connsiteX226" fmla="*/ 2312920 w 11269336"/>
              <a:gd name="connsiteY226" fmla="*/ 2036311 h 2323145"/>
              <a:gd name="connsiteX227" fmla="*/ 2307986 w 11269336"/>
              <a:gd name="connsiteY227" fmla="*/ 2035583 h 2323145"/>
              <a:gd name="connsiteX228" fmla="*/ 2285481 w 11269336"/>
              <a:gd name="connsiteY228" fmla="*/ 2045197 h 2323145"/>
              <a:gd name="connsiteX229" fmla="*/ 2273666 w 11269336"/>
              <a:gd name="connsiteY229" fmla="*/ 2048710 h 2323145"/>
              <a:gd name="connsiteX230" fmla="*/ 2270719 w 11269336"/>
              <a:gd name="connsiteY230" fmla="*/ 2052702 h 2323145"/>
              <a:gd name="connsiteX231" fmla="*/ 2253080 w 11269336"/>
              <a:gd name="connsiteY231" fmla="*/ 2056363 h 2323145"/>
              <a:gd name="connsiteX232" fmla="*/ 2250906 w 11269336"/>
              <a:gd name="connsiteY232" fmla="*/ 2055654 h 2323145"/>
              <a:gd name="connsiteX233" fmla="*/ 2236905 w 11269336"/>
              <a:gd name="connsiteY233" fmla="*/ 2062882 h 2323145"/>
              <a:gd name="connsiteX234" fmla="*/ 2225830 w 11269336"/>
              <a:gd name="connsiteY234" fmla="*/ 2074027 h 2323145"/>
              <a:gd name="connsiteX235" fmla="*/ 2073776 w 11269336"/>
              <a:gd name="connsiteY235" fmla="*/ 2089244 h 2323145"/>
              <a:gd name="connsiteX236" fmla="*/ 1948256 w 11269336"/>
              <a:gd name="connsiteY236" fmla="*/ 2146616 h 2323145"/>
              <a:gd name="connsiteX237" fmla="*/ 1865582 w 11269336"/>
              <a:gd name="connsiteY237" fmla="*/ 2153738 h 2323145"/>
              <a:gd name="connsiteX238" fmla="*/ 1835210 w 11269336"/>
              <a:gd name="connsiteY238" fmla="*/ 2134244 h 2323145"/>
              <a:gd name="connsiteX239" fmla="*/ 1632661 w 11269336"/>
              <a:gd name="connsiteY239" fmla="*/ 2173882 h 2323145"/>
              <a:gd name="connsiteX240" fmla="*/ 1579590 w 11269336"/>
              <a:gd name="connsiteY240" fmla="*/ 2173680 h 2323145"/>
              <a:gd name="connsiteX241" fmla="*/ 1535601 w 11269336"/>
              <a:gd name="connsiteY241" fmla="*/ 2194590 h 2323145"/>
              <a:gd name="connsiteX242" fmla="*/ 1515594 w 11269336"/>
              <a:gd name="connsiteY242" fmla="*/ 2189622 h 2323145"/>
              <a:gd name="connsiteX243" fmla="*/ 1512113 w 11269336"/>
              <a:gd name="connsiteY243" fmla="*/ 2188534 h 2323145"/>
              <a:gd name="connsiteX244" fmla="*/ 1498838 w 11269336"/>
              <a:gd name="connsiteY244" fmla="*/ 2189213 h 2323145"/>
              <a:gd name="connsiteX245" fmla="*/ 1494279 w 11269336"/>
              <a:gd name="connsiteY245" fmla="*/ 2183112 h 2323145"/>
              <a:gd name="connsiteX246" fmla="*/ 1473714 w 11269336"/>
              <a:gd name="connsiteY246" fmla="*/ 2179625 h 2323145"/>
              <a:gd name="connsiteX247" fmla="*/ 1449503 w 11269336"/>
              <a:gd name="connsiteY247" fmla="*/ 2182633 h 2323145"/>
              <a:gd name="connsiteX248" fmla="*/ 1335495 w 11269336"/>
              <a:gd name="connsiteY248" fmla="*/ 2203940 h 2323145"/>
              <a:gd name="connsiteX249" fmla="*/ 1266687 w 11269336"/>
              <a:gd name="connsiteY249" fmla="*/ 2212688 h 2323145"/>
              <a:gd name="connsiteX250" fmla="*/ 1239614 w 11269336"/>
              <a:gd name="connsiteY250" fmla="*/ 2209727 h 2323145"/>
              <a:gd name="connsiteX251" fmla="*/ 1202436 w 11269336"/>
              <a:gd name="connsiteY251" fmla="*/ 2209817 h 2323145"/>
              <a:gd name="connsiteX252" fmla="*/ 1136097 w 11269336"/>
              <a:gd name="connsiteY252" fmla="*/ 2205112 h 2323145"/>
              <a:gd name="connsiteX253" fmla="*/ 1048229 w 11269336"/>
              <a:gd name="connsiteY253" fmla="*/ 2207249 h 2323145"/>
              <a:gd name="connsiteX254" fmla="*/ 988232 w 11269336"/>
              <a:gd name="connsiteY254" fmla="*/ 2235635 h 2323145"/>
              <a:gd name="connsiteX255" fmla="*/ 981959 w 11269336"/>
              <a:gd name="connsiteY255" fmla="*/ 2231607 h 2323145"/>
              <a:gd name="connsiteX256" fmla="*/ 938600 w 11269336"/>
              <a:gd name="connsiteY256" fmla="*/ 2238113 h 2323145"/>
              <a:gd name="connsiteX257" fmla="*/ 791788 w 11269336"/>
              <a:gd name="connsiteY257" fmla="*/ 2293224 h 2323145"/>
              <a:gd name="connsiteX258" fmla="*/ 706914 w 11269336"/>
              <a:gd name="connsiteY258" fmla="*/ 2305046 h 2323145"/>
              <a:gd name="connsiteX259" fmla="*/ 675971 w 11269336"/>
              <a:gd name="connsiteY259" fmla="*/ 2304030 h 2323145"/>
              <a:gd name="connsiteX260" fmla="*/ 624180 w 11269336"/>
              <a:gd name="connsiteY260" fmla="*/ 2302650 h 2323145"/>
              <a:gd name="connsiteX261" fmla="*/ 583453 w 11269336"/>
              <a:gd name="connsiteY261" fmla="*/ 2288788 h 2323145"/>
              <a:gd name="connsiteX262" fmla="*/ 540946 w 11269336"/>
              <a:gd name="connsiteY262" fmla="*/ 2292721 h 2323145"/>
              <a:gd name="connsiteX263" fmla="*/ 533680 w 11269336"/>
              <a:gd name="connsiteY263" fmla="*/ 2310233 h 2323145"/>
              <a:gd name="connsiteX264" fmla="*/ 487366 w 11269336"/>
              <a:gd name="connsiteY264" fmla="*/ 2309053 h 2323145"/>
              <a:gd name="connsiteX265" fmla="*/ 416820 w 11269336"/>
              <a:gd name="connsiteY265" fmla="*/ 2305443 h 2323145"/>
              <a:gd name="connsiteX266" fmla="*/ 376805 w 11269336"/>
              <a:gd name="connsiteY266" fmla="*/ 2307647 h 2323145"/>
              <a:gd name="connsiteX267" fmla="*/ 266777 w 11269336"/>
              <a:gd name="connsiteY267" fmla="*/ 2309012 h 2323145"/>
              <a:gd name="connsiteX268" fmla="*/ 156013 w 11269336"/>
              <a:gd name="connsiteY268" fmla="*/ 2306832 h 2323145"/>
              <a:gd name="connsiteX269" fmla="*/ 87258 w 11269336"/>
              <a:gd name="connsiteY269" fmla="*/ 2285511 h 2323145"/>
              <a:gd name="connsiteX270" fmla="*/ 23798 w 11269336"/>
              <a:gd name="connsiteY270" fmla="*/ 2281822 h 2323145"/>
              <a:gd name="connsiteX271" fmla="*/ 0 w 11269336"/>
              <a:gd name="connsiteY271" fmla="*/ 2285369 h 2323145"/>
              <a:gd name="connsiteX272" fmla="*/ 0 w 11269336"/>
              <a:gd name="connsiteY272"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159151 w 11269336"/>
              <a:gd name="connsiteY139" fmla="*/ 2029640 h 2323145"/>
              <a:gd name="connsiteX140" fmla="*/ 5041688 w 11269336"/>
              <a:gd name="connsiteY140" fmla="*/ 2022334 h 2323145"/>
              <a:gd name="connsiteX141" fmla="*/ 4860988 w 11269336"/>
              <a:gd name="connsiteY141" fmla="*/ 2135698 h 2323145"/>
              <a:gd name="connsiteX142" fmla="*/ 4807902 w 11269336"/>
              <a:gd name="connsiteY142" fmla="*/ 2138894 h 2323145"/>
              <a:gd name="connsiteX143" fmla="*/ 4765388 w 11269336"/>
              <a:gd name="connsiteY143" fmla="*/ 2162525 h 2323145"/>
              <a:gd name="connsiteX144" fmla="*/ 4745033 w 11269336"/>
              <a:gd name="connsiteY144" fmla="*/ 2158859 h 2323145"/>
              <a:gd name="connsiteX145" fmla="*/ 4741475 w 11269336"/>
              <a:gd name="connsiteY145" fmla="*/ 2157998 h 2323145"/>
              <a:gd name="connsiteX146" fmla="*/ 4728247 w 11269336"/>
              <a:gd name="connsiteY146" fmla="*/ 2159526 h 2323145"/>
              <a:gd name="connsiteX147" fmla="*/ 4723263 w 11269336"/>
              <a:gd name="connsiteY147" fmla="*/ 2153742 h 2323145"/>
              <a:gd name="connsiteX148" fmla="*/ 4702453 w 11269336"/>
              <a:gd name="connsiteY148" fmla="*/ 2151586 h 2323145"/>
              <a:gd name="connsiteX149" fmla="*/ 4678455 w 11269336"/>
              <a:gd name="connsiteY149" fmla="*/ 2156131 h 2323145"/>
              <a:gd name="connsiteX150" fmla="*/ 4593061 w 11269336"/>
              <a:gd name="connsiteY150" fmla="*/ 2171597 h 2323145"/>
              <a:gd name="connsiteX151" fmla="*/ 4579902 w 11269336"/>
              <a:gd name="connsiteY151" fmla="*/ 2177927 h 2323145"/>
              <a:gd name="connsiteX152" fmla="*/ 4533444 w 11269336"/>
              <a:gd name="connsiteY152" fmla="*/ 2181200 h 2323145"/>
              <a:gd name="connsiteX153" fmla="*/ 4492832 w 11269336"/>
              <a:gd name="connsiteY153" fmla="*/ 2188033 h 2323145"/>
              <a:gd name="connsiteX154" fmla="*/ 4467257 w 11269336"/>
              <a:gd name="connsiteY154" fmla="*/ 2196121 h 2323145"/>
              <a:gd name="connsiteX155" fmla="*/ 4459937 w 11269336"/>
              <a:gd name="connsiteY155" fmla="*/ 2195182 h 2323145"/>
              <a:gd name="connsiteX156" fmla="*/ 4433312 w 11269336"/>
              <a:gd name="connsiteY156" fmla="*/ 2199004 h 2323145"/>
              <a:gd name="connsiteX157" fmla="*/ 4420601 w 11269336"/>
              <a:gd name="connsiteY157" fmla="*/ 2205158 h 2323145"/>
              <a:gd name="connsiteX158" fmla="*/ 4405765 w 11269336"/>
              <a:gd name="connsiteY158" fmla="*/ 2199902 h 2323145"/>
              <a:gd name="connsiteX159" fmla="*/ 4401354 w 11269336"/>
              <a:gd name="connsiteY159" fmla="*/ 2194745 h 2323145"/>
              <a:gd name="connsiteX160" fmla="*/ 4383151 w 11269336"/>
              <a:gd name="connsiteY160" fmla="*/ 2201140 h 2323145"/>
              <a:gd name="connsiteX161" fmla="*/ 4366646 w 11269336"/>
              <a:gd name="connsiteY161" fmla="*/ 2198564 h 2323145"/>
              <a:gd name="connsiteX162" fmla="*/ 4354009 w 11269336"/>
              <a:gd name="connsiteY162" fmla="*/ 2204984 h 2323145"/>
              <a:gd name="connsiteX163" fmla="*/ 4348284 w 11269336"/>
              <a:gd name="connsiteY163" fmla="*/ 2205270 h 2323145"/>
              <a:gd name="connsiteX164" fmla="*/ 4333906 w 11269336"/>
              <a:gd name="connsiteY164" fmla="*/ 2205251 h 2323145"/>
              <a:gd name="connsiteX165" fmla="*/ 4308819 w 11269336"/>
              <a:gd name="connsiteY165" fmla="*/ 2203822 h 2323145"/>
              <a:gd name="connsiteX166" fmla="*/ 4301210 w 11269336"/>
              <a:gd name="connsiteY166" fmla="*/ 2204456 h 2323145"/>
              <a:gd name="connsiteX167" fmla="*/ 4283095 w 11269336"/>
              <a:gd name="connsiteY167" fmla="*/ 2198177 h 2323145"/>
              <a:gd name="connsiteX168" fmla="*/ 4250119 w 11269336"/>
              <a:gd name="connsiteY168" fmla="*/ 2196342 h 2323145"/>
              <a:gd name="connsiteX169" fmla="*/ 4189203 w 11269336"/>
              <a:gd name="connsiteY169" fmla="*/ 2178994 h 2323145"/>
              <a:gd name="connsiteX170" fmla="*/ 4154035 w 11269336"/>
              <a:gd name="connsiteY170" fmla="*/ 2171950 h 2323145"/>
              <a:gd name="connsiteX171" fmla="*/ 4129569 w 11269336"/>
              <a:gd name="connsiteY171" fmla="*/ 2163850 h 2323145"/>
              <a:gd name="connsiteX172" fmla="*/ 4061250 w 11269336"/>
              <a:gd name="connsiteY172" fmla="*/ 2159236 h 2323145"/>
              <a:gd name="connsiteX173" fmla="*/ 3945480 w 11269336"/>
              <a:gd name="connsiteY173" fmla="*/ 2158279 h 2323145"/>
              <a:gd name="connsiteX174" fmla="*/ 3921468 w 11269336"/>
              <a:gd name="connsiteY174" fmla="*/ 2156588 h 2323145"/>
              <a:gd name="connsiteX175" fmla="*/ 3903348 w 11269336"/>
              <a:gd name="connsiteY175" fmla="*/ 2149220 h 2323145"/>
              <a:gd name="connsiteX176" fmla="*/ 3901342 w 11269336"/>
              <a:gd name="connsiteY176" fmla="*/ 2142355 h 2323145"/>
              <a:gd name="connsiteX177" fmla="*/ 3888539 w 11269336"/>
              <a:gd name="connsiteY177" fmla="*/ 2140476 h 2323145"/>
              <a:gd name="connsiteX178" fmla="*/ 3885662 w 11269336"/>
              <a:gd name="connsiteY178" fmla="*/ 2138740 h 2323145"/>
              <a:gd name="connsiteX179" fmla="*/ 3868627 w 11269336"/>
              <a:gd name="connsiteY179" fmla="*/ 2130023 h 2323145"/>
              <a:gd name="connsiteX180" fmla="*/ 3819177 w 11269336"/>
              <a:gd name="connsiteY180" fmla="*/ 2142111 h 2323145"/>
              <a:gd name="connsiteX181" fmla="*/ 3769100 w 11269336"/>
              <a:gd name="connsiteY181" fmla="*/ 2131731 h 2323145"/>
              <a:gd name="connsiteX182" fmla="*/ 3562752 w 11269336"/>
              <a:gd name="connsiteY182" fmla="*/ 2131785 h 2323145"/>
              <a:gd name="connsiteX183" fmla="*/ 3541402 w 11269336"/>
              <a:gd name="connsiteY183" fmla="*/ 2106821 h 2323145"/>
              <a:gd name="connsiteX184" fmla="*/ 3460591 w 11269336"/>
              <a:gd name="connsiteY184" fmla="*/ 2097951 h 2323145"/>
              <a:gd name="connsiteX185" fmla="*/ 3170922 w 11269336"/>
              <a:gd name="connsiteY185" fmla="*/ 2115957 h 2323145"/>
              <a:gd name="connsiteX186" fmla="*/ 3156256 w 11269336"/>
              <a:gd name="connsiteY186" fmla="*/ 2124773 h 2323145"/>
              <a:gd name="connsiteX187" fmla="*/ 3140298 w 11269336"/>
              <a:gd name="connsiteY187" fmla="*/ 2129182 h 2323145"/>
              <a:gd name="connsiteX188" fmla="*/ 3138514 w 11269336"/>
              <a:gd name="connsiteY188" fmla="*/ 2128069 h 2323145"/>
              <a:gd name="connsiteX189" fmla="*/ 3120467 w 11269336"/>
              <a:gd name="connsiteY189" fmla="*/ 2128281 h 2323145"/>
              <a:gd name="connsiteX190" fmla="*/ 3116175 w 11269336"/>
              <a:gd name="connsiteY190" fmla="*/ 2131633 h 2323145"/>
              <a:gd name="connsiteX191" fmla="*/ 3103685 w 11269336"/>
              <a:gd name="connsiteY191" fmla="*/ 2132814 h 2323145"/>
              <a:gd name="connsiteX192" fmla="*/ 3078794 w 11269336"/>
              <a:gd name="connsiteY192" fmla="*/ 2137935 h 2323145"/>
              <a:gd name="connsiteX193" fmla="*/ 3074407 w 11269336"/>
              <a:gd name="connsiteY193" fmla="*/ 2136274 h 2323145"/>
              <a:gd name="connsiteX194" fmla="*/ 3037285 w 11269336"/>
              <a:gd name="connsiteY194" fmla="*/ 2139919 h 2323145"/>
              <a:gd name="connsiteX195" fmla="*/ 3036901 w 11269336"/>
              <a:gd name="connsiteY195" fmla="*/ 2138726 h 2323145"/>
              <a:gd name="connsiteX196" fmla="*/ 3026996 w 11269336"/>
              <a:gd name="connsiteY196" fmla="*/ 2134322 h 2323145"/>
              <a:gd name="connsiteX197" fmla="*/ 3007772 w 11269336"/>
              <a:gd name="connsiteY197" fmla="*/ 2128742 h 2323145"/>
              <a:gd name="connsiteX198" fmla="*/ 2965030 w 11269336"/>
              <a:gd name="connsiteY198" fmla="*/ 2100494 h 2323145"/>
              <a:gd name="connsiteX199" fmla="*/ 2926342 w 11269336"/>
              <a:gd name="connsiteY199" fmla="*/ 2104155 h 2323145"/>
              <a:gd name="connsiteX200" fmla="*/ 2918608 w 11269336"/>
              <a:gd name="connsiteY200" fmla="*/ 2104215 h 2323145"/>
              <a:gd name="connsiteX201" fmla="*/ 2918475 w 11269336"/>
              <a:gd name="connsiteY201" fmla="*/ 2103937 h 2323145"/>
              <a:gd name="connsiteX202" fmla="*/ 2910360 w 11269336"/>
              <a:gd name="connsiteY202" fmla="*/ 2103444 h 2323145"/>
              <a:gd name="connsiteX203" fmla="*/ 2904507 w 11269336"/>
              <a:gd name="connsiteY203" fmla="*/ 2104326 h 2323145"/>
              <a:gd name="connsiteX204" fmla="*/ 2889503 w 11269336"/>
              <a:gd name="connsiteY204" fmla="*/ 2104443 h 2323145"/>
              <a:gd name="connsiteX205" fmla="*/ 2884480 w 11269336"/>
              <a:gd name="connsiteY205" fmla="*/ 2102626 h 2323145"/>
              <a:gd name="connsiteX206" fmla="*/ 2882689 w 11269336"/>
              <a:gd name="connsiteY206" fmla="*/ 2099228 h 2323145"/>
              <a:gd name="connsiteX207" fmla="*/ 2881291 w 11269336"/>
              <a:gd name="connsiteY207" fmla="*/ 2099618 h 2323145"/>
              <a:gd name="connsiteX208" fmla="*/ 2853979 w 11269336"/>
              <a:gd name="connsiteY208" fmla="*/ 2090388 h 2323145"/>
              <a:gd name="connsiteX209" fmla="*/ 2791790 w 11269336"/>
              <a:gd name="connsiteY209" fmla="*/ 2080332 h 2323145"/>
              <a:gd name="connsiteX210" fmla="*/ 2755844 w 11269336"/>
              <a:gd name="connsiteY210" fmla="*/ 2078874 h 2323145"/>
              <a:gd name="connsiteX211" fmla="*/ 2657742 w 11269336"/>
              <a:gd name="connsiteY211" fmla="*/ 2070179 h 2323145"/>
              <a:gd name="connsiteX212" fmla="*/ 2559549 w 11269336"/>
              <a:gd name="connsiteY212" fmla="*/ 2057873 h 2323145"/>
              <a:gd name="connsiteX213" fmla="*/ 2512054 w 11269336"/>
              <a:gd name="connsiteY213" fmla="*/ 2031671 h 2323145"/>
              <a:gd name="connsiteX214" fmla="*/ 2506437 w 11269336"/>
              <a:gd name="connsiteY214" fmla="*/ 2030918 h 2323145"/>
              <a:gd name="connsiteX215" fmla="*/ 2491752 w 11269336"/>
              <a:gd name="connsiteY215" fmla="*/ 2033906 h 2323145"/>
              <a:gd name="connsiteX216" fmla="*/ 2486338 w 11269336"/>
              <a:gd name="connsiteY216" fmla="*/ 2035862 h 2323145"/>
              <a:gd name="connsiteX217" fmla="*/ 2478186 w 11269336"/>
              <a:gd name="connsiteY217" fmla="*/ 2036953 h 2323145"/>
              <a:gd name="connsiteX218" fmla="*/ 2477950 w 11269336"/>
              <a:gd name="connsiteY218" fmla="*/ 2036715 h 2323145"/>
              <a:gd name="connsiteX219" fmla="*/ 2470381 w 11269336"/>
              <a:gd name="connsiteY219" fmla="*/ 2038256 h 2323145"/>
              <a:gd name="connsiteX220" fmla="*/ 2433781 w 11269336"/>
              <a:gd name="connsiteY220" fmla="*/ 2049140 h 2323145"/>
              <a:gd name="connsiteX221" fmla="*/ 2381172 w 11269336"/>
              <a:gd name="connsiteY221" fmla="*/ 2030645 h 2323145"/>
              <a:gd name="connsiteX222" fmla="*/ 2360198 w 11269336"/>
              <a:gd name="connsiteY222" fmla="*/ 2029059 h 2323145"/>
              <a:gd name="connsiteX223" fmla="*/ 2348815 w 11269336"/>
              <a:gd name="connsiteY223" fmla="*/ 2026798 h 2323145"/>
              <a:gd name="connsiteX224" fmla="*/ 2347988 w 11269336"/>
              <a:gd name="connsiteY224" fmla="*/ 2025745 h 2323145"/>
              <a:gd name="connsiteX225" fmla="*/ 2312920 w 11269336"/>
              <a:gd name="connsiteY225" fmla="*/ 2036311 h 2323145"/>
              <a:gd name="connsiteX226" fmla="*/ 2307986 w 11269336"/>
              <a:gd name="connsiteY226" fmla="*/ 2035583 h 2323145"/>
              <a:gd name="connsiteX227" fmla="*/ 2285481 w 11269336"/>
              <a:gd name="connsiteY227" fmla="*/ 2045197 h 2323145"/>
              <a:gd name="connsiteX228" fmla="*/ 2273666 w 11269336"/>
              <a:gd name="connsiteY228" fmla="*/ 2048710 h 2323145"/>
              <a:gd name="connsiteX229" fmla="*/ 2270719 w 11269336"/>
              <a:gd name="connsiteY229" fmla="*/ 2052702 h 2323145"/>
              <a:gd name="connsiteX230" fmla="*/ 2253080 w 11269336"/>
              <a:gd name="connsiteY230" fmla="*/ 2056363 h 2323145"/>
              <a:gd name="connsiteX231" fmla="*/ 2250906 w 11269336"/>
              <a:gd name="connsiteY231" fmla="*/ 2055654 h 2323145"/>
              <a:gd name="connsiteX232" fmla="*/ 2236905 w 11269336"/>
              <a:gd name="connsiteY232" fmla="*/ 2062882 h 2323145"/>
              <a:gd name="connsiteX233" fmla="*/ 2225830 w 11269336"/>
              <a:gd name="connsiteY233" fmla="*/ 2074027 h 2323145"/>
              <a:gd name="connsiteX234" fmla="*/ 2073776 w 11269336"/>
              <a:gd name="connsiteY234" fmla="*/ 2089244 h 2323145"/>
              <a:gd name="connsiteX235" fmla="*/ 1948256 w 11269336"/>
              <a:gd name="connsiteY235" fmla="*/ 2146616 h 2323145"/>
              <a:gd name="connsiteX236" fmla="*/ 1865582 w 11269336"/>
              <a:gd name="connsiteY236" fmla="*/ 2153738 h 2323145"/>
              <a:gd name="connsiteX237" fmla="*/ 1835210 w 11269336"/>
              <a:gd name="connsiteY237" fmla="*/ 2134244 h 2323145"/>
              <a:gd name="connsiteX238" fmla="*/ 1632661 w 11269336"/>
              <a:gd name="connsiteY238" fmla="*/ 2173882 h 2323145"/>
              <a:gd name="connsiteX239" fmla="*/ 1579590 w 11269336"/>
              <a:gd name="connsiteY239" fmla="*/ 2173680 h 2323145"/>
              <a:gd name="connsiteX240" fmla="*/ 1535601 w 11269336"/>
              <a:gd name="connsiteY240" fmla="*/ 2194590 h 2323145"/>
              <a:gd name="connsiteX241" fmla="*/ 1515594 w 11269336"/>
              <a:gd name="connsiteY241" fmla="*/ 2189622 h 2323145"/>
              <a:gd name="connsiteX242" fmla="*/ 1512113 w 11269336"/>
              <a:gd name="connsiteY242" fmla="*/ 2188534 h 2323145"/>
              <a:gd name="connsiteX243" fmla="*/ 1498838 w 11269336"/>
              <a:gd name="connsiteY243" fmla="*/ 2189213 h 2323145"/>
              <a:gd name="connsiteX244" fmla="*/ 1494279 w 11269336"/>
              <a:gd name="connsiteY244" fmla="*/ 2183112 h 2323145"/>
              <a:gd name="connsiteX245" fmla="*/ 1473714 w 11269336"/>
              <a:gd name="connsiteY245" fmla="*/ 2179625 h 2323145"/>
              <a:gd name="connsiteX246" fmla="*/ 1449503 w 11269336"/>
              <a:gd name="connsiteY246" fmla="*/ 2182633 h 2323145"/>
              <a:gd name="connsiteX247" fmla="*/ 1335495 w 11269336"/>
              <a:gd name="connsiteY247" fmla="*/ 2203940 h 2323145"/>
              <a:gd name="connsiteX248" fmla="*/ 1266687 w 11269336"/>
              <a:gd name="connsiteY248" fmla="*/ 2212688 h 2323145"/>
              <a:gd name="connsiteX249" fmla="*/ 1239614 w 11269336"/>
              <a:gd name="connsiteY249" fmla="*/ 2209727 h 2323145"/>
              <a:gd name="connsiteX250" fmla="*/ 1202436 w 11269336"/>
              <a:gd name="connsiteY250" fmla="*/ 2209817 h 2323145"/>
              <a:gd name="connsiteX251" fmla="*/ 1136097 w 11269336"/>
              <a:gd name="connsiteY251" fmla="*/ 2205112 h 2323145"/>
              <a:gd name="connsiteX252" fmla="*/ 1048229 w 11269336"/>
              <a:gd name="connsiteY252" fmla="*/ 2207249 h 2323145"/>
              <a:gd name="connsiteX253" fmla="*/ 988232 w 11269336"/>
              <a:gd name="connsiteY253" fmla="*/ 2235635 h 2323145"/>
              <a:gd name="connsiteX254" fmla="*/ 981959 w 11269336"/>
              <a:gd name="connsiteY254" fmla="*/ 2231607 h 2323145"/>
              <a:gd name="connsiteX255" fmla="*/ 938600 w 11269336"/>
              <a:gd name="connsiteY255" fmla="*/ 2238113 h 2323145"/>
              <a:gd name="connsiteX256" fmla="*/ 791788 w 11269336"/>
              <a:gd name="connsiteY256" fmla="*/ 2293224 h 2323145"/>
              <a:gd name="connsiteX257" fmla="*/ 706914 w 11269336"/>
              <a:gd name="connsiteY257" fmla="*/ 2305046 h 2323145"/>
              <a:gd name="connsiteX258" fmla="*/ 675971 w 11269336"/>
              <a:gd name="connsiteY258" fmla="*/ 2304030 h 2323145"/>
              <a:gd name="connsiteX259" fmla="*/ 624180 w 11269336"/>
              <a:gd name="connsiteY259" fmla="*/ 2302650 h 2323145"/>
              <a:gd name="connsiteX260" fmla="*/ 583453 w 11269336"/>
              <a:gd name="connsiteY260" fmla="*/ 2288788 h 2323145"/>
              <a:gd name="connsiteX261" fmla="*/ 540946 w 11269336"/>
              <a:gd name="connsiteY261" fmla="*/ 2292721 h 2323145"/>
              <a:gd name="connsiteX262" fmla="*/ 533680 w 11269336"/>
              <a:gd name="connsiteY262" fmla="*/ 2310233 h 2323145"/>
              <a:gd name="connsiteX263" fmla="*/ 487366 w 11269336"/>
              <a:gd name="connsiteY263" fmla="*/ 2309053 h 2323145"/>
              <a:gd name="connsiteX264" fmla="*/ 416820 w 11269336"/>
              <a:gd name="connsiteY264" fmla="*/ 2305443 h 2323145"/>
              <a:gd name="connsiteX265" fmla="*/ 376805 w 11269336"/>
              <a:gd name="connsiteY265" fmla="*/ 2307647 h 2323145"/>
              <a:gd name="connsiteX266" fmla="*/ 266777 w 11269336"/>
              <a:gd name="connsiteY266" fmla="*/ 2309012 h 2323145"/>
              <a:gd name="connsiteX267" fmla="*/ 156013 w 11269336"/>
              <a:gd name="connsiteY267" fmla="*/ 2306832 h 2323145"/>
              <a:gd name="connsiteX268" fmla="*/ 87258 w 11269336"/>
              <a:gd name="connsiteY268" fmla="*/ 2285511 h 2323145"/>
              <a:gd name="connsiteX269" fmla="*/ 23798 w 11269336"/>
              <a:gd name="connsiteY269" fmla="*/ 2281822 h 2323145"/>
              <a:gd name="connsiteX270" fmla="*/ 0 w 11269336"/>
              <a:gd name="connsiteY270" fmla="*/ 2285369 h 2323145"/>
              <a:gd name="connsiteX271" fmla="*/ 0 w 11269336"/>
              <a:gd name="connsiteY271"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159151 w 11269336"/>
              <a:gd name="connsiteY139" fmla="*/ 2029640 h 2323145"/>
              <a:gd name="connsiteX140" fmla="*/ 5041688 w 11269336"/>
              <a:gd name="connsiteY140" fmla="*/ 2022334 h 2323145"/>
              <a:gd name="connsiteX141" fmla="*/ 4860988 w 11269336"/>
              <a:gd name="connsiteY141" fmla="*/ 2135698 h 2323145"/>
              <a:gd name="connsiteX142" fmla="*/ 4807902 w 11269336"/>
              <a:gd name="connsiteY142" fmla="*/ 2138894 h 2323145"/>
              <a:gd name="connsiteX143" fmla="*/ 4765388 w 11269336"/>
              <a:gd name="connsiteY143" fmla="*/ 2162525 h 2323145"/>
              <a:gd name="connsiteX144" fmla="*/ 4745033 w 11269336"/>
              <a:gd name="connsiteY144" fmla="*/ 2158859 h 2323145"/>
              <a:gd name="connsiteX145" fmla="*/ 4741475 w 11269336"/>
              <a:gd name="connsiteY145" fmla="*/ 2157998 h 2323145"/>
              <a:gd name="connsiteX146" fmla="*/ 4728247 w 11269336"/>
              <a:gd name="connsiteY146" fmla="*/ 2159526 h 2323145"/>
              <a:gd name="connsiteX147" fmla="*/ 4723263 w 11269336"/>
              <a:gd name="connsiteY147" fmla="*/ 2153742 h 2323145"/>
              <a:gd name="connsiteX148" fmla="*/ 4702453 w 11269336"/>
              <a:gd name="connsiteY148" fmla="*/ 2151586 h 2323145"/>
              <a:gd name="connsiteX149" fmla="*/ 4678455 w 11269336"/>
              <a:gd name="connsiteY149" fmla="*/ 2156131 h 2323145"/>
              <a:gd name="connsiteX150" fmla="*/ 4593061 w 11269336"/>
              <a:gd name="connsiteY150" fmla="*/ 2171597 h 2323145"/>
              <a:gd name="connsiteX151" fmla="*/ 4579902 w 11269336"/>
              <a:gd name="connsiteY151" fmla="*/ 2177927 h 2323145"/>
              <a:gd name="connsiteX152" fmla="*/ 4533444 w 11269336"/>
              <a:gd name="connsiteY152" fmla="*/ 2181200 h 2323145"/>
              <a:gd name="connsiteX153" fmla="*/ 4492832 w 11269336"/>
              <a:gd name="connsiteY153" fmla="*/ 2188033 h 2323145"/>
              <a:gd name="connsiteX154" fmla="*/ 4467257 w 11269336"/>
              <a:gd name="connsiteY154" fmla="*/ 2196121 h 2323145"/>
              <a:gd name="connsiteX155" fmla="*/ 4459937 w 11269336"/>
              <a:gd name="connsiteY155" fmla="*/ 2195182 h 2323145"/>
              <a:gd name="connsiteX156" fmla="*/ 4433312 w 11269336"/>
              <a:gd name="connsiteY156" fmla="*/ 2199004 h 2323145"/>
              <a:gd name="connsiteX157" fmla="*/ 4420601 w 11269336"/>
              <a:gd name="connsiteY157" fmla="*/ 2205158 h 2323145"/>
              <a:gd name="connsiteX158" fmla="*/ 4405765 w 11269336"/>
              <a:gd name="connsiteY158" fmla="*/ 2199902 h 2323145"/>
              <a:gd name="connsiteX159" fmla="*/ 4401354 w 11269336"/>
              <a:gd name="connsiteY159" fmla="*/ 2194745 h 2323145"/>
              <a:gd name="connsiteX160" fmla="*/ 4383151 w 11269336"/>
              <a:gd name="connsiteY160" fmla="*/ 2201140 h 2323145"/>
              <a:gd name="connsiteX161" fmla="*/ 4366646 w 11269336"/>
              <a:gd name="connsiteY161" fmla="*/ 2198564 h 2323145"/>
              <a:gd name="connsiteX162" fmla="*/ 4354009 w 11269336"/>
              <a:gd name="connsiteY162" fmla="*/ 2204984 h 2323145"/>
              <a:gd name="connsiteX163" fmla="*/ 4348284 w 11269336"/>
              <a:gd name="connsiteY163" fmla="*/ 2205270 h 2323145"/>
              <a:gd name="connsiteX164" fmla="*/ 4333906 w 11269336"/>
              <a:gd name="connsiteY164" fmla="*/ 2205251 h 2323145"/>
              <a:gd name="connsiteX165" fmla="*/ 4308819 w 11269336"/>
              <a:gd name="connsiteY165" fmla="*/ 2203822 h 2323145"/>
              <a:gd name="connsiteX166" fmla="*/ 4301210 w 11269336"/>
              <a:gd name="connsiteY166" fmla="*/ 2204456 h 2323145"/>
              <a:gd name="connsiteX167" fmla="*/ 4283095 w 11269336"/>
              <a:gd name="connsiteY167" fmla="*/ 2198177 h 2323145"/>
              <a:gd name="connsiteX168" fmla="*/ 4250119 w 11269336"/>
              <a:gd name="connsiteY168" fmla="*/ 2196342 h 2323145"/>
              <a:gd name="connsiteX169" fmla="*/ 4189203 w 11269336"/>
              <a:gd name="connsiteY169" fmla="*/ 2178994 h 2323145"/>
              <a:gd name="connsiteX170" fmla="*/ 4154035 w 11269336"/>
              <a:gd name="connsiteY170" fmla="*/ 2171950 h 2323145"/>
              <a:gd name="connsiteX171" fmla="*/ 4129569 w 11269336"/>
              <a:gd name="connsiteY171" fmla="*/ 2163850 h 2323145"/>
              <a:gd name="connsiteX172" fmla="*/ 4061250 w 11269336"/>
              <a:gd name="connsiteY172" fmla="*/ 2159236 h 2323145"/>
              <a:gd name="connsiteX173" fmla="*/ 3945480 w 11269336"/>
              <a:gd name="connsiteY173" fmla="*/ 2158279 h 2323145"/>
              <a:gd name="connsiteX174" fmla="*/ 3921468 w 11269336"/>
              <a:gd name="connsiteY174" fmla="*/ 2156588 h 2323145"/>
              <a:gd name="connsiteX175" fmla="*/ 3903348 w 11269336"/>
              <a:gd name="connsiteY175" fmla="*/ 2149220 h 2323145"/>
              <a:gd name="connsiteX176" fmla="*/ 3901342 w 11269336"/>
              <a:gd name="connsiteY176" fmla="*/ 2142355 h 2323145"/>
              <a:gd name="connsiteX177" fmla="*/ 3888539 w 11269336"/>
              <a:gd name="connsiteY177" fmla="*/ 2140476 h 2323145"/>
              <a:gd name="connsiteX178" fmla="*/ 3885662 w 11269336"/>
              <a:gd name="connsiteY178" fmla="*/ 2138740 h 2323145"/>
              <a:gd name="connsiteX179" fmla="*/ 3868627 w 11269336"/>
              <a:gd name="connsiteY179" fmla="*/ 2130023 h 2323145"/>
              <a:gd name="connsiteX180" fmla="*/ 3819177 w 11269336"/>
              <a:gd name="connsiteY180" fmla="*/ 2142111 h 2323145"/>
              <a:gd name="connsiteX181" fmla="*/ 3769100 w 11269336"/>
              <a:gd name="connsiteY181" fmla="*/ 2131731 h 2323145"/>
              <a:gd name="connsiteX182" fmla="*/ 3562752 w 11269336"/>
              <a:gd name="connsiteY182" fmla="*/ 2131785 h 2323145"/>
              <a:gd name="connsiteX183" fmla="*/ 3541402 w 11269336"/>
              <a:gd name="connsiteY183" fmla="*/ 2106821 h 2323145"/>
              <a:gd name="connsiteX184" fmla="*/ 3365341 w 11269336"/>
              <a:gd name="connsiteY184" fmla="*/ 2077638 h 2323145"/>
              <a:gd name="connsiteX185" fmla="*/ 3170922 w 11269336"/>
              <a:gd name="connsiteY185" fmla="*/ 2115957 h 2323145"/>
              <a:gd name="connsiteX186" fmla="*/ 3156256 w 11269336"/>
              <a:gd name="connsiteY186" fmla="*/ 2124773 h 2323145"/>
              <a:gd name="connsiteX187" fmla="*/ 3140298 w 11269336"/>
              <a:gd name="connsiteY187" fmla="*/ 2129182 h 2323145"/>
              <a:gd name="connsiteX188" fmla="*/ 3138514 w 11269336"/>
              <a:gd name="connsiteY188" fmla="*/ 2128069 h 2323145"/>
              <a:gd name="connsiteX189" fmla="*/ 3120467 w 11269336"/>
              <a:gd name="connsiteY189" fmla="*/ 2128281 h 2323145"/>
              <a:gd name="connsiteX190" fmla="*/ 3116175 w 11269336"/>
              <a:gd name="connsiteY190" fmla="*/ 2131633 h 2323145"/>
              <a:gd name="connsiteX191" fmla="*/ 3103685 w 11269336"/>
              <a:gd name="connsiteY191" fmla="*/ 2132814 h 2323145"/>
              <a:gd name="connsiteX192" fmla="*/ 3078794 w 11269336"/>
              <a:gd name="connsiteY192" fmla="*/ 2137935 h 2323145"/>
              <a:gd name="connsiteX193" fmla="*/ 3074407 w 11269336"/>
              <a:gd name="connsiteY193" fmla="*/ 2136274 h 2323145"/>
              <a:gd name="connsiteX194" fmla="*/ 3037285 w 11269336"/>
              <a:gd name="connsiteY194" fmla="*/ 2139919 h 2323145"/>
              <a:gd name="connsiteX195" fmla="*/ 3036901 w 11269336"/>
              <a:gd name="connsiteY195" fmla="*/ 2138726 h 2323145"/>
              <a:gd name="connsiteX196" fmla="*/ 3026996 w 11269336"/>
              <a:gd name="connsiteY196" fmla="*/ 2134322 h 2323145"/>
              <a:gd name="connsiteX197" fmla="*/ 3007772 w 11269336"/>
              <a:gd name="connsiteY197" fmla="*/ 2128742 h 2323145"/>
              <a:gd name="connsiteX198" fmla="*/ 2965030 w 11269336"/>
              <a:gd name="connsiteY198" fmla="*/ 2100494 h 2323145"/>
              <a:gd name="connsiteX199" fmla="*/ 2926342 w 11269336"/>
              <a:gd name="connsiteY199" fmla="*/ 2104155 h 2323145"/>
              <a:gd name="connsiteX200" fmla="*/ 2918608 w 11269336"/>
              <a:gd name="connsiteY200" fmla="*/ 2104215 h 2323145"/>
              <a:gd name="connsiteX201" fmla="*/ 2918475 w 11269336"/>
              <a:gd name="connsiteY201" fmla="*/ 2103937 h 2323145"/>
              <a:gd name="connsiteX202" fmla="*/ 2910360 w 11269336"/>
              <a:gd name="connsiteY202" fmla="*/ 2103444 h 2323145"/>
              <a:gd name="connsiteX203" fmla="*/ 2904507 w 11269336"/>
              <a:gd name="connsiteY203" fmla="*/ 2104326 h 2323145"/>
              <a:gd name="connsiteX204" fmla="*/ 2889503 w 11269336"/>
              <a:gd name="connsiteY204" fmla="*/ 2104443 h 2323145"/>
              <a:gd name="connsiteX205" fmla="*/ 2884480 w 11269336"/>
              <a:gd name="connsiteY205" fmla="*/ 2102626 h 2323145"/>
              <a:gd name="connsiteX206" fmla="*/ 2882689 w 11269336"/>
              <a:gd name="connsiteY206" fmla="*/ 2099228 h 2323145"/>
              <a:gd name="connsiteX207" fmla="*/ 2881291 w 11269336"/>
              <a:gd name="connsiteY207" fmla="*/ 2099618 h 2323145"/>
              <a:gd name="connsiteX208" fmla="*/ 2853979 w 11269336"/>
              <a:gd name="connsiteY208" fmla="*/ 2090388 h 2323145"/>
              <a:gd name="connsiteX209" fmla="*/ 2791790 w 11269336"/>
              <a:gd name="connsiteY209" fmla="*/ 2080332 h 2323145"/>
              <a:gd name="connsiteX210" fmla="*/ 2755844 w 11269336"/>
              <a:gd name="connsiteY210" fmla="*/ 2078874 h 2323145"/>
              <a:gd name="connsiteX211" fmla="*/ 2657742 w 11269336"/>
              <a:gd name="connsiteY211" fmla="*/ 2070179 h 2323145"/>
              <a:gd name="connsiteX212" fmla="*/ 2559549 w 11269336"/>
              <a:gd name="connsiteY212" fmla="*/ 2057873 h 2323145"/>
              <a:gd name="connsiteX213" fmla="*/ 2512054 w 11269336"/>
              <a:gd name="connsiteY213" fmla="*/ 2031671 h 2323145"/>
              <a:gd name="connsiteX214" fmla="*/ 2506437 w 11269336"/>
              <a:gd name="connsiteY214" fmla="*/ 2030918 h 2323145"/>
              <a:gd name="connsiteX215" fmla="*/ 2491752 w 11269336"/>
              <a:gd name="connsiteY215" fmla="*/ 2033906 h 2323145"/>
              <a:gd name="connsiteX216" fmla="*/ 2486338 w 11269336"/>
              <a:gd name="connsiteY216" fmla="*/ 2035862 h 2323145"/>
              <a:gd name="connsiteX217" fmla="*/ 2478186 w 11269336"/>
              <a:gd name="connsiteY217" fmla="*/ 2036953 h 2323145"/>
              <a:gd name="connsiteX218" fmla="*/ 2477950 w 11269336"/>
              <a:gd name="connsiteY218" fmla="*/ 2036715 h 2323145"/>
              <a:gd name="connsiteX219" fmla="*/ 2470381 w 11269336"/>
              <a:gd name="connsiteY219" fmla="*/ 2038256 h 2323145"/>
              <a:gd name="connsiteX220" fmla="*/ 2433781 w 11269336"/>
              <a:gd name="connsiteY220" fmla="*/ 2049140 h 2323145"/>
              <a:gd name="connsiteX221" fmla="*/ 2381172 w 11269336"/>
              <a:gd name="connsiteY221" fmla="*/ 2030645 h 2323145"/>
              <a:gd name="connsiteX222" fmla="*/ 2360198 w 11269336"/>
              <a:gd name="connsiteY222" fmla="*/ 2029059 h 2323145"/>
              <a:gd name="connsiteX223" fmla="*/ 2348815 w 11269336"/>
              <a:gd name="connsiteY223" fmla="*/ 2026798 h 2323145"/>
              <a:gd name="connsiteX224" fmla="*/ 2347988 w 11269336"/>
              <a:gd name="connsiteY224" fmla="*/ 2025745 h 2323145"/>
              <a:gd name="connsiteX225" fmla="*/ 2312920 w 11269336"/>
              <a:gd name="connsiteY225" fmla="*/ 2036311 h 2323145"/>
              <a:gd name="connsiteX226" fmla="*/ 2307986 w 11269336"/>
              <a:gd name="connsiteY226" fmla="*/ 2035583 h 2323145"/>
              <a:gd name="connsiteX227" fmla="*/ 2285481 w 11269336"/>
              <a:gd name="connsiteY227" fmla="*/ 2045197 h 2323145"/>
              <a:gd name="connsiteX228" fmla="*/ 2273666 w 11269336"/>
              <a:gd name="connsiteY228" fmla="*/ 2048710 h 2323145"/>
              <a:gd name="connsiteX229" fmla="*/ 2270719 w 11269336"/>
              <a:gd name="connsiteY229" fmla="*/ 2052702 h 2323145"/>
              <a:gd name="connsiteX230" fmla="*/ 2253080 w 11269336"/>
              <a:gd name="connsiteY230" fmla="*/ 2056363 h 2323145"/>
              <a:gd name="connsiteX231" fmla="*/ 2250906 w 11269336"/>
              <a:gd name="connsiteY231" fmla="*/ 2055654 h 2323145"/>
              <a:gd name="connsiteX232" fmla="*/ 2236905 w 11269336"/>
              <a:gd name="connsiteY232" fmla="*/ 2062882 h 2323145"/>
              <a:gd name="connsiteX233" fmla="*/ 2225830 w 11269336"/>
              <a:gd name="connsiteY233" fmla="*/ 2074027 h 2323145"/>
              <a:gd name="connsiteX234" fmla="*/ 2073776 w 11269336"/>
              <a:gd name="connsiteY234" fmla="*/ 2089244 h 2323145"/>
              <a:gd name="connsiteX235" fmla="*/ 1948256 w 11269336"/>
              <a:gd name="connsiteY235" fmla="*/ 2146616 h 2323145"/>
              <a:gd name="connsiteX236" fmla="*/ 1865582 w 11269336"/>
              <a:gd name="connsiteY236" fmla="*/ 2153738 h 2323145"/>
              <a:gd name="connsiteX237" fmla="*/ 1835210 w 11269336"/>
              <a:gd name="connsiteY237" fmla="*/ 2134244 h 2323145"/>
              <a:gd name="connsiteX238" fmla="*/ 1632661 w 11269336"/>
              <a:gd name="connsiteY238" fmla="*/ 2173882 h 2323145"/>
              <a:gd name="connsiteX239" fmla="*/ 1579590 w 11269336"/>
              <a:gd name="connsiteY239" fmla="*/ 2173680 h 2323145"/>
              <a:gd name="connsiteX240" fmla="*/ 1535601 w 11269336"/>
              <a:gd name="connsiteY240" fmla="*/ 2194590 h 2323145"/>
              <a:gd name="connsiteX241" fmla="*/ 1515594 w 11269336"/>
              <a:gd name="connsiteY241" fmla="*/ 2189622 h 2323145"/>
              <a:gd name="connsiteX242" fmla="*/ 1512113 w 11269336"/>
              <a:gd name="connsiteY242" fmla="*/ 2188534 h 2323145"/>
              <a:gd name="connsiteX243" fmla="*/ 1498838 w 11269336"/>
              <a:gd name="connsiteY243" fmla="*/ 2189213 h 2323145"/>
              <a:gd name="connsiteX244" fmla="*/ 1494279 w 11269336"/>
              <a:gd name="connsiteY244" fmla="*/ 2183112 h 2323145"/>
              <a:gd name="connsiteX245" fmla="*/ 1473714 w 11269336"/>
              <a:gd name="connsiteY245" fmla="*/ 2179625 h 2323145"/>
              <a:gd name="connsiteX246" fmla="*/ 1449503 w 11269336"/>
              <a:gd name="connsiteY246" fmla="*/ 2182633 h 2323145"/>
              <a:gd name="connsiteX247" fmla="*/ 1335495 w 11269336"/>
              <a:gd name="connsiteY247" fmla="*/ 2203940 h 2323145"/>
              <a:gd name="connsiteX248" fmla="*/ 1266687 w 11269336"/>
              <a:gd name="connsiteY248" fmla="*/ 2212688 h 2323145"/>
              <a:gd name="connsiteX249" fmla="*/ 1239614 w 11269336"/>
              <a:gd name="connsiteY249" fmla="*/ 2209727 h 2323145"/>
              <a:gd name="connsiteX250" fmla="*/ 1202436 w 11269336"/>
              <a:gd name="connsiteY250" fmla="*/ 2209817 h 2323145"/>
              <a:gd name="connsiteX251" fmla="*/ 1136097 w 11269336"/>
              <a:gd name="connsiteY251" fmla="*/ 2205112 h 2323145"/>
              <a:gd name="connsiteX252" fmla="*/ 1048229 w 11269336"/>
              <a:gd name="connsiteY252" fmla="*/ 2207249 h 2323145"/>
              <a:gd name="connsiteX253" fmla="*/ 988232 w 11269336"/>
              <a:gd name="connsiteY253" fmla="*/ 2235635 h 2323145"/>
              <a:gd name="connsiteX254" fmla="*/ 981959 w 11269336"/>
              <a:gd name="connsiteY254" fmla="*/ 2231607 h 2323145"/>
              <a:gd name="connsiteX255" fmla="*/ 938600 w 11269336"/>
              <a:gd name="connsiteY255" fmla="*/ 2238113 h 2323145"/>
              <a:gd name="connsiteX256" fmla="*/ 791788 w 11269336"/>
              <a:gd name="connsiteY256" fmla="*/ 2293224 h 2323145"/>
              <a:gd name="connsiteX257" fmla="*/ 706914 w 11269336"/>
              <a:gd name="connsiteY257" fmla="*/ 2305046 h 2323145"/>
              <a:gd name="connsiteX258" fmla="*/ 675971 w 11269336"/>
              <a:gd name="connsiteY258" fmla="*/ 2304030 h 2323145"/>
              <a:gd name="connsiteX259" fmla="*/ 624180 w 11269336"/>
              <a:gd name="connsiteY259" fmla="*/ 2302650 h 2323145"/>
              <a:gd name="connsiteX260" fmla="*/ 583453 w 11269336"/>
              <a:gd name="connsiteY260" fmla="*/ 2288788 h 2323145"/>
              <a:gd name="connsiteX261" fmla="*/ 540946 w 11269336"/>
              <a:gd name="connsiteY261" fmla="*/ 2292721 h 2323145"/>
              <a:gd name="connsiteX262" fmla="*/ 533680 w 11269336"/>
              <a:gd name="connsiteY262" fmla="*/ 2310233 h 2323145"/>
              <a:gd name="connsiteX263" fmla="*/ 487366 w 11269336"/>
              <a:gd name="connsiteY263" fmla="*/ 2309053 h 2323145"/>
              <a:gd name="connsiteX264" fmla="*/ 416820 w 11269336"/>
              <a:gd name="connsiteY264" fmla="*/ 2305443 h 2323145"/>
              <a:gd name="connsiteX265" fmla="*/ 376805 w 11269336"/>
              <a:gd name="connsiteY265" fmla="*/ 2307647 h 2323145"/>
              <a:gd name="connsiteX266" fmla="*/ 266777 w 11269336"/>
              <a:gd name="connsiteY266" fmla="*/ 2309012 h 2323145"/>
              <a:gd name="connsiteX267" fmla="*/ 156013 w 11269336"/>
              <a:gd name="connsiteY267" fmla="*/ 2306832 h 2323145"/>
              <a:gd name="connsiteX268" fmla="*/ 87258 w 11269336"/>
              <a:gd name="connsiteY268" fmla="*/ 2285511 h 2323145"/>
              <a:gd name="connsiteX269" fmla="*/ 23798 w 11269336"/>
              <a:gd name="connsiteY269" fmla="*/ 2281822 h 2323145"/>
              <a:gd name="connsiteX270" fmla="*/ 0 w 11269336"/>
              <a:gd name="connsiteY270" fmla="*/ 2285369 h 2323145"/>
              <a:gd name="connsiteX271" fmla="*/ 0 w 11269336"/>
              <a:gd name="connsiteY271"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159151 w 11269336"/>
              <a:gd name="connsiteY139" fmla="*/ 2029640 h 2323145"/>
              <a:gd name="connsiteX140" fmla="*/ 5041688 w 11269336"/>
              <a:gd name="connsiteY140" fmla="*/ 2022334 h 2323145"/>
              <a:gd name="connsiteX141" fmla="*/ 4860988 w 11269336"/>
              <a:gd name="connsiteY141" fmla="*/ 2135698 h 2323145"/>
              <a:gd name="connsiteX142" fmla="*/ 4807902 w 11269336"/>
              <a:gd name="connsiteY142" fmla="*/ 2138894 h 2323145"/>
              <a:gd name="connsiteX143" fmla="*/ 4765388 w 11269336"/>
              <a:gd name="connsiteY143" fmla="*/ 2162525 h 2323145"/>
              <a:gd name="connsiteX144" fmla="*/ 4745033 w 11269336"/>
              <a:gd name="connsiteY144" fmla="*/ 2158859 h 2323145"/>
              <a:gd name="connsiteX145" fmla="*/ 4741475 w 11269336"/>
              <a:gd name="connsiteY145" fmla="*/ 2157998 h 2323145"/>
              <a:gd name="connsiteX146" fmla="*/ 4728247 w 11269336"/>
              <a:gd name="connsiteY146" fmla="*/ 2159526 h 2323145"/>
              <a:gd name="connsiteX147" fmla="*/ 4723263 w 11269336"/>
              <a:gd name="connsiteY147" fmla="*/ 2153742 h 2323145"/>
              <a:gd name="connsiteX148" fmla="*/ 4702453 w 11269336"/>
              <a:gd name="connsiteY148" fmla="*/ 2151586 h 2323145"/>
              <a:gd name="connsiteX149" fmla="*/ 4678455 w 11269336"/>
              <a:gd name="connsiteY149" fmla="*/ 2156131 h 2323145"/>
              <a:gd name="connsiteX150" fmla="*/ 4593061 w 11269336"/>
              <a:gd name="connsiteY150" fmla="*/ 2171597 h 2323145"/>
              <a:gd name="connsiteX151" fmla="*/ 4579902 w 11269336"/>
              <a:gd name="connsiteY151" fmla="*/ 2177927 h 2323145"/>
              <a:gd name="connsiteX152" fmla="*/ 4533444 w 11269336"/>
              <a:gd name="connsiteY152" fmla="*/ 2181200 h 2323145"/>
              <a:gd name="connsiteX153" fmla="*/ 4492832 w 11269336"/>
              <a:gd name="connsiteY153" fmla="*/ 2188033 h 2323145"/>
              <a:gd name="connsiteX154" fmla="*/ 4467257 w 11269336"/>
              <a:gd name="connsiteY154" fmla="*/ 2196121 h 2323145"/>
              <a:gd name="connsiteX155" fmla="*/ 4459937 w 11269336"/>
              <a:gd name="connsiteY155" fmla="*/ 2195182 h 2323145"/>
              <a:gd name="connsiteX156" fmla="*/ 4433312 w 11269336"/>
              <a:gd name="connsiteY156" fmla="*/ 2199004 h 2323145"/>
              <a:gd name="connsiteX157" fmla="*/ 4420601 w 11269336"/>
              <a:gd name="connsiteY157" fmla="*/ 2205158 h 2323145"/>
              <a:gd name="connsiteX158" fmla="*/ 4405765 w 11269336"/>
              <a:gd name="connsiteY158" fmla="*/ 2199902 h 2323145"/>
              <a:gd name="connsiteX159" fmla="*/ 4401354 w 11269336"/>
              <a:gd name="connsiteY159" fmla="*/ 2194745 h 2323145"/>
              <a:gd name="connsiteX160" fmla="*/ 4383151 w 11269336"/>
              <a:gd name="connsiteY160" fmla="*/ 2201140 h 2323145"/>
              <a:gd name="connsiteX161" fmla="*/ 4366646 w 11269336"/>
              <a:gd name="connsiteY161" fmla="*/ 2198564 h 2323145"/>
              <a:gd name="connsiteX162" fmla="*/ 4354009 w 11269336"/>
              <a:gd name="connsiteY162" fmla="*/ 2204984 h 2323145"/>
              <a:gd name="connsiteX163" fmla="*/ 4348284 w 11269336"/>
              <a:gd name="connsiteY163" fmla="*/ 2205270 h 2323145"/>
              <a:gd name="connsiteX164" fmla="*/ 4333906 w 11269336"/>
              <a:gd name="connsiteY164" fmla="*/ 2205251 h 2323145"/>
              <a:gd name="connsiteX165" fmla="*/ 4308819 w 11269336"/>
              <a:gd name="connsiteY165" fmla="*/ 2203822 h 2323145"/>
              <a:gd name="connsiteX166" fmla="*/ 4301210 w 11269336"/>
              <a:gd name="connsiteY166" fmla="*/ 2204456 h 2323145"/>
              <a:gd name="connsiteX167" fmla="*/ 4283095 w 11269336"/>
              <a:gd name="connsiteY167" fmla="*/ 2198177 h 2323145"/>
              <a:gd name="connsiteX168" fmla="*/ 4250119 w 11269336"/>
              <a:gd name="connsiteY168" fmla="*/ 2196342 h 2323145"/>
              <a:gd name="connsiteX169" fmla="*/ 4189203 w 11269336"/>
              <a:gd name="connsiteY169" fmla="*/ 2178994 h 2323145"/>
              <a:gd name="connsiteX170" fmla="*/ 4154035 w 11269336"/>
              <a:gd name="connsiteY170" fmla="*/ 2171950 h 2323145"/>
              <a:gd name="connsiteX171" fmla="*/ 4129569 w 11269336"/>
              <a:gd name="connsiteY171" fmla="*/ 2163850 h 2323145"/>
              <a:gd name="connsiteX172" fmla="*/ 4061250 w 11269336"/>
              <a:gd name="connsiteY172" fmla="*/ 2159236 h 2323145"/>
              <a:gd name="connsiteX173" fmla="*/ 3945480 w 11269336"/>
              <a:gd name="connsiteY173" fmla="*/ 2158279 h 2323145"/>
              <a:gd name="connsiteX174" fmla="*/ 3921468 w 11269336"/>
              <a:gd name="connsiteY174" fmla="*/ 2156588 h 2323145"/>
              <a:gd name="connsiteX175" fmla="*/ 3903348 w 11269336"/>
              <a:gd name="connsiteY175" fmla="*/ 2149220 h 2323145"/>
              <a:gd name="connsiteX176" fmla="*/ 3901342 w 11269336"/>
              <a:gd name="connsiteY176" fmla="*/ 2142355 h 2323145"/>
              <a:gd name="connsiteX177" fmla="*/ 3888539 w 11269336"/>
              <a:gd name="connsiteY177" fmla="*/ 2140476 h 2323145"/>
              <a:gd name="connsiteX178" fmla="*/ 3885662 w 11269336"/>
              <a:gd name="connsiteY178" fmla="*/ 2138740 h 2323145"/>
              <a:gd name="connsiteX179" fmla="*/ 3868627 w 11269336"/>
              <a:gd name="connsiteY179" fmla="*/ 2130023 h 2323145"/>
              <a:gd name="connsiteX180" fmla="*/ 3819177 w 11269336"/>
              <a:gd name="connsiteY180" fmla="*/ 2142111 h 2323145"/>
              <a:gd name="connsiteX181" fmla="*/ 3769100 w 11269336"/>
              <a:gd name="connsiteY181" fmla="*/ 2131731 h 2323145"/>
              <a:gd name="connsiteX182" fmla="*/ 3562752 w 11269336"/>
              <a:gd name="connsiteY182" fmla="*/ 2131785 h 2323145"/>
              <a:gd name="connsiteX183" fmla="*/ 3541402 w 11269336"/>
              <a:gd name="connsiteY183" fmla="*/ 2106821 h 2323145"/>
              <a:gd name="connsiteX184" fmla="*/ 3365341 w 11269336"/>
              <a:gd name="connsiteY184" fmla="*/ 2077638 h 2323145"/>
              <a:gd name="connsiteX185" fmla="*/ 3170922 w 11269336"/>
              <a:gd name="connsiteY185" fmla="*/ 2115957 h 2323145"/>
              <a:gd name="connsiteX186" fmla="*/ 3156256 w 11269336"/>
              <a:gd name="connsiteY186" fmla="*/ 2124773 h 2323145"/>
              <a:gd name="connsiteX187" fmla="*/ 3140298 w 11269336"/>
              <a:gd name="connsiteY187" fmla="*/ 2129182 h 2323145"/>
              <a:gd name="connsiteX188" fmla="*/ 3138514 w 11269336"/>
              <a:gd name="connsiteY188" fmla="*/ 2128069 h 2323145"/>
              <a:gd name="connsiteX189" fmla="*/ 3120467 w 11269336"/>
              <a:gd name="connsiteY189" fmla="*/ 2128281 h 2323145"/>
              <a:gd name="connsiteX190" fmla="*/ 3116175 w 11269336"/>
              <a:gd name="connsiteY190" fmla="*/ 2131633 h 2323145"/>
              <a:gd name="connsiteX191" fmla="*/ 3103685 w 11269336"/>
              <a:gd name="connsiteY191" fmla="*/ 2132814 h 2323145"/>
              <a:gd name="connsiteX192" fmla="*/ 3078794 w 11269336"/>
              <a:gd name="connsiteY192" fmla="*/ 2137935 h 2323145"/>
              <a:gd name="connsiteX193" fmla="*/ 3074407 w 11269336"/>
              <a:gd name="connsiteY193" fmla="*/ 2136274 h 2323145"/>
              <a:gd name="connsiteX194" fmla="*/ 3037285 w 11269336"/>
              <a:gd name="connsiteY194" fmla="*/ 2139919 h 2323145"/>
              <a:gd name="connsiteX195" fmla="*/ 3036901 w 11269336"/>
              <a:gd name="connsiteY195" fmla="*/ 2138726 h 2323145"/>
              <a:gd name="connsiteX196" fmla="*/ 3026996 w 11269336"/>
              <a:gd name="connsiteY196" fmla="*/ 2134322 h 2323145"/>
              <a:gd name="connsiteX197" fmla="*/ 3007772 w 11269336"/>
              <a:gd name="connsiteY197" fmla="*/ 2128742 h 2323145"/>
              <a:gd name="connsiteX198" fmla="*/ 2965030 w 11269336"/>
              <a:gd name="connsiteY198" fmla="*/ 2100494 h 2323145"/>
              <a:gd name="connsiteX199" fmla="*/ 2926342 w 11269336"/>
              <a:gd name="connsiteY199" fmla="*/ 2104155 h 2323145"/>
              <a:gd name="connsiteX200" fmla="*/ 2918608 w 11269336"/>
              <a:gd name="connsiteY200" fmla="*/ 2104215 h 2323145"/>
              <a:gd name="connsiteX201" fmla="*/ 2918475 w 11269336"/>
              <a:gd name="connsiteY201" fmla="*/ 2103937 h 2323145"/>
              <a:gd name="connsiteX202" fmla="*/ 2910360 w 11269336"/>
              <a:gd name="connsiteY202" fmla="*/ 2103444 h 2323145"/>
              <a:gd name="connsiteX203" fmla="*/ 2904507 w 11269336"/>
              <a:gd name="connsiteY203" fmla="*/ 2104326 h 2323145"/>
              <a:gd name="connsiteX204" fmla="*/ 2889503 w 11269336"/>
              <a:gd name="connsiteY204" fmla="*/ 2104443 h 2323145"/>
              <a:gd name="connsiteX205" fmla="*/ 2884480 w 11269336"/>
              <a:gd name="connsiteY205" fmla="*/ 2102626 h 2323145"/>
              <a:gd name="connsiteX206" fmla="*/ 2882689 w 11269336"/>
              <a:gd name="connsiteY206" fmla="*/ 2099228 h 2323145"/>
              <a:gd name="connsiteX207" fmla="*/ 2881291 w 11269336"/>
              <a:gd name="connsiteY207" fmla="*/ 2099618 h 2323145"/>
              <a:gd name="connsiteX208" fmla="*/ 2853979 w 11269336"/>
              <a:gd name="connsiteY208" fmla="*/ 2090388 h 2323145"/>
              <a:gd name="connsiteX209" fmla="*/ 2791790 w 11269336"/>
              <a:gd name="connsiteY209" fmla="*/ 2080332 h 2323145"/>
              <a:gd name="connsiteX210" fmla="*/ 2755844 w 11269336"/>
              <a:gd name="connsiteY210" fmla="*/ 2078874 h 2323145"/>
              <a:gd name="connsiteX211" fmla="*/ 2657742 w 11269336"/>
              <a:gd name="connsiteY211" fmla="*/ 2070179 h 2323145"/>
              <a:gd name="connsiteX212" fmla="*/ 2559549 w 11269336"/>
              <a:gd name="connsiteY212" fmla="*/ 2057873 h 2323145"/>
              <a:gd name="connsiteX213" fmla="*/ 2512054 w 11269336"/>
              <a:gd name="connsiteY213" fmla="*/ 2031671 h 2323145"/>
              <a:gd name="connsiteX214" fmla="*/ 2506437 w 11269336"/>
              <a:gd name="connsiteY214" fmla="*/ 2030918 h 2323145"/>
              <a:gd name="connsiteX215" fmla="*/ 2491752 w 11269336"/>
              <a:gd name="connsiteY215" fmla="*/ 2033906 h 2323145"/>
              <a:gd name="connsiteX216" fmla="*/ 2486338 w 11269336"/>
              <a:gd name="connsiteY216" fmla="*/ 2035862 h 2323145"/>
              <a:gd name="connsiteX217" fmla="*/ 2478186 w 11269336"/>
              <a:gd name="connsiteY217" fmla="*/ 2036953 h 2323145"/>
              <a:gd name="connsiteX218" fmla="*/ 2477950 w 11269336"/>
              <a:gd name="connsiteY218" fmla="*/ 2036715 h 2323145"/>
              <a:gd name="connsiteX219" fmla="*/ 2470381 w 11269336"/>
              <a:gd name="connsiteY219" fmla="*/ 2038256 h 2323145"/>
              <a:gd name="connsiteX220" fmla="*/ 2433781 w 11269336"/>
              <a:gd name="connsiteY220" fmla="*/ 2049140 h 2323145"/>
              <a:gd name="connsiteX221" fmla="*/ 2381172 w 11269336"/>
              <a:gd name="connsiteY221" fmla="*/ 2030645 h 2323145"/>
              <a:gd name="connsiteX222" fmla="*/ 2360198 w 11269336"/>
              <a:gd name="connsiteY222" fmla="*/ 2029059 h 2323145"/>
              <a:gd name="connsiteX223" fmla="*/ 2348815 w 11269336"/>
              <a:gd name="connsiteY223" fmla="*/ 2026798 h 2323145"/>
              <a:gd name="connsiteX224" fmla="*/ 2347988 w 11269336"/>
              <a:gd name="connsiteY224" fmla="*/ 2025745 h 2323145"/>
              <a:gd name="connsiteX225" fmla="*/ 2312920 w 11269336"/>
              <a:gd name="connsiteY225" fmla="*/ 2036311 h 2323145"/>
              <a:gd name="connsiteX226" fmla="*/ 2307986 w 11269336"/>
              <a:gd name="connsiteY226" fmla="*/ 2035583 h 2323145"/>
              <a:gd name="connsiteX227" fmla="*/ 2285481 w 11269336"/>
              <a:gd name="connsiteY227" fmla="*/ 2045197 h 2323145"/>
              <a:gd name="connsiteX228" fmla="*/ 2273666 w 11269336"/>
              <a:gd name="connsiteY228" fmla="*/ 2048710 h 2323145"/>
              <a:gd name="connsiteX229" fmla="*/ 2270719 w 11269336"/>
              <a:gd name="connsiteY229" fmla="*/ 2052702 h 2323145"/>
              <a:gd name="connsiteX230" fmla="*/ 2253080 w 11269336"/>
              <a:gd name="connsiteY230" fmla="*/ 2056363 h 2323145"/>
              <a:gd name="connsiteX231" fmla="*/ 2250906 w 11269336"/>
              <a:gd name="connsiteY231" fmla="*/ 2055654 h 2323145"/>
              <a:gd name="connsiteX232" fmla="*/ 2236905 w 11269336"/>
              <a:gd name="connsiteY232" fmla="*/ 2062882 h 2323145"/>
              <a:gd name="connsiteX233" fmla="*/ 2225830 w 11269336"/>
              <a:gd name="connsiteY233" fmla="*/ 2074027 h 2323145"/>
              <a:gd name="connsiteX234" fmla="*/ 2073776 w 11269336"/>
              <a:gd name="connsiteY234" fmla="*/ 2089244 h 2323145"/>
              <a:gd name="connsiteX235" fmla="*/ 1948256 w 11269336"/>
              <a:gd name="connsiteY235" fmla="*/ 2146616 h 2323145"/>
              <a:gd name="connsiteX236" fmla="*/ 1865582 w 11269336"/>
              <a:gd name="connsiteY236" fmla="*/ 2153738 h 2323145"/>
              <a:gd name="connsiteX237" fmla="*/ 1835210 w 11269336"/>
              <a:gd name="connsiteY237" fmla="*/ 2134244 h 2323145"/>
              <a:gd name="connsiteX238" fmla="*/ 1632661 w 11269336"/>
              <a:gd name="connsiteY238" fmla="*/ 2173882 h 2323145"/>
              <a:gd name="connsiteX239" fmla="*/ 1579590 w 11269336"/>
              <a:gd name="connsiteY239" fmla="*/ 2173680 h 2323145"/>
              <a:gd name="connsiteX240" fmla="*/ 1535601 w 11269336"/>
              <a:gd name="connsiteY240" fmla="*/ 2194590 h 2323145"/>
              <a:gd name="connsiteX241" fmla="*/ 1515594 w 11269336"/>
              <a:gd name="connsiteY241" fmla="*/ 2189622 h 2323145"/>
              <a:gd name="connsiteX242" fmla="*/ 1512113 w 11269336"/>
              <a:gd name="connsiteY242" fmla="*/ 2188534 h 2323145"/>
              <a:gd name="connsiteX243" fmla="*/ 1498838 w 11269336"/>
              <a:gd name="connsiteY243" fmla="*/ 2189213 h 2323145"/>
              <a:gd name="connsiteX244" fmla="*/ 1494279 w 11269336"/>
              <a:gd name="connsiteY244" fmla="*/ 2183112 h 2323145"/>
              <a:gd name="connsiteX245" fmla="*/ 1473714 w 11269336"/>
              <a:gd name="connsiteY245" fmla="*/ 2179625 h 2323145"/>
              <a:gd name="connsiteX246" fmla="*/ 1449503 w 11269336"/>
              <a:gd name="connsiteY246" fmla="*/ 2182633 h 2323145"/>
              <a:gd name="connsiteX247" fmla="*/ 1335495 w 11269336"/>
              <a:gd name="connsiteY247" fmla="*/ 2203940 h 2323145"/>
              <a:gd name="connsiteX248" fmla="*/ 1266687 w 11269336"/>
              <a:gd name="connsiteY248" fmla="*/ 2212688 h 2323145"/>
              <a:gd name="connsiteX249" fmla="*/ 1239614 w 11269336"/>
              <a:gd name="connsiteY249" fmla="*/ 2209727 h 2323145"/>
              <a:gd name="connsiteX250" fmla="*/ 1202436 w 11269336"/>
              <a:gd name="connsiteY250" fmla="*/ 2209817 h 2323145"/>
              <a:gd name="connsiteX251" fmla="*/ 1136097 w 11269336"/>
              <a:gd name="connsiteY251" fmla="*/ 2205112 h 2323145"/>
              <a:gd name="connsiteX252" fmla="*/ 988232 w 11269336"/>
              <a:gd name="connsiteY252" fmla="*/ 2235635 h 2323145"/>
              <a:gd name="connsiteX253" fmla="*/ 981959 w 11269336"/>
              <a:gd name="connsiteY253" fmla="*/ 2231607 h 2323145"/>
              <a:gd name="connsiteX254" fmla="*/ 938600 w 11269336"/>
              <a:gd name="connsiteY254" fmla="*/ 2238113 h 2323145"/>
              <a:gd name="connsiteX255" fmla="*/ 791788 w 11269336"/>
              <a:gd name="connsiteY255" fmla="*/ 2293224 h 2323145"/>
              <a:gd name="connsiteX256" fmla="*/ 706914 w 11269336"/>
              <a:gd name="connsiteY256" fmla="*/ 2305046 h 2323145"/>
              <a:gd name="connsiteX257" fmla="*/ 675971 w 11269336"/>
              <a:gd name="connsiteY257" fmla="*/ 2304030 h 2323145"/>
              <a:gd name="connsiteX258" fmla="*/ 624180 w 11269336"/>
              <a:gd name="connsiteY258" fmla="*/ 2302650 h 2323145"/>
              <a:gd name="connsiteX259" fmla="*/ 583453 w 11269336"/>
              <a:gd name="connsiteY259" fmla="*/ 2288788 h 2323145"/>
              <a:gd name="connsiteX260" fmla="*/ 540946 w 11269336"/>
              <a:gd name="connsiteY260" fmla="*/ 2292721 h 2323145"/>
              <a:gd name="connsiteX261" fmla="*/ 533680 w 11269336"/>
              <a:gd name="connsiteY261" fmla="*/ 2310233 h 2323145"/>
              <a:gd name="connsiteX262" fmla="*/ 487366 w 11269336"/>
              <a:gd name="connsiteY262" fmla="*/ 2309053 h 2323145"/>
              <a:gd name="connsiteX263" fmla="*/ 416820 w 11269336"/>
              <a:gd name="connsiteY263" fmla="*/ 2305443 h 2323145"/>
              <a:gd name="connsiteX264" fmla="*/ 376805 w 11269336"/>
              <a:gd name="connsiteY264" fmla="*/ 2307647 h 2323145"/>
              <a:gd name="connsiteX265" fmla="*/ 266777 w 11269336"/>
              <a:gd name="connsiteY265" fmla="*/ 2309012 h 2323145"/>
              <a:gd name="connsiteX266" fmla="*/ 156013 w 11269336"/>
              <a:gd name="connsiteY266" fmla="*/ 2306832 h 2323145"/>
              <a:gd name="connsiteX267" fmla="*/ 87258 w 11269336"/>
              <a:gd name="connsiteY267" fmla="*/ 2285511 h 2323145"/>
              <a:gd name="connsiteX268" fmla="*/ 23798 w 11269336"/>
              <a:gd name="connsiteY268" fmla="*/ 2281822 h 2323145"/>
              <a:gd name="connsiteX269" fmla="*/ 0 w 11269336"/>
              <a:gd name="connsiteY269" fmla="*/ 2285369 h 2323145"/>
              <a:gd name="connsiteX270" fmla="*/ 0 w 11269336"/>
              <a:gd name="connsiteY270"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218531 w 11269336"/>
              <a:gd name="connsiteY54" fmla="*/ 1107622 h 2323145"/>
              <a:gd name="connsiteX55" fmla="*/ 8197391 w 11269336"/>
              <a:gd name="connsiteY55" fmla="*/ 1107746 h 2323145"/>
              <a:gd name="connsiteX56" fmla="*/ 8081474 w 11269336"/>
              <a:gd name="connsiteY56" fmla="*/ 1130125 h 2323145"/>
              <a:gd name="connsiteX57" fmla="*/ 8053585 w 11269336"/>
              <a:gd name="connsiteY57" fmla="*/ 1129169 h 2323145"/>
              <a:gd name="connsiteX58" fmla="*/ 8038422 w 11269336"/>
              <a:gd name="connsiteY58" fmla="*/ 1119092 h 2323145"/>
              <a:gd name="connsiteX59" fmla="*/ 8029450 w 11269336"/>
              <a:gd name="connsiteY59" fmla="*/ 1125592 h 2323145"/>
              <a:gd name="connsiteX60" fmla="*/ 7959552 w 11269336"/>
              <a:gd name="connsiteY60" fmla="*/ 1140188 h 2323145"/>
              <a:gd name="connsiteX61" fmla="*/ 7914188 w 11269336"/>
              <a:gd name="connsiteY61" fmla="*/ 1150862 h 2323145"/>
              <a:gd name="connsiteX62" fmla="*/ 7914918 w 11269336"/>
              <a:gd name="connsiteY62" fmla="*/ 1168758 h 2323145"/>
              <a:gd name="connsiteX63" fmla="*/ 7875510 w 11269336"/>
              <a:gd name="connsiteY63" fmla="*/ 1183153 h 2323145"/>
              <a:gd name="connsiteX64" fmla="*/ 7829932 w 11269336"/>
              <a:gd name="connsiteY64" fmla="*/ 1180782 h 2323145"/>
              <a:gd name="connsiteX65" fmla="*/ 7779182 w 11269336"/>
              <a:gd name="connsiteY65" fmla="*/ 1192665 h 2323145"/>
              <a:gd name="connsiteX66" fmla="*/ 7748774 w 11269336"/>
              <a:gd name="connsiteY66" fmla="*/ 1199586 h 2323145"/>
              <a:gd name="connsiteX67" fmla="*/ 7671846 w 11269336"/>
              <a:gd name="connsiteY67" fmla="*/ 1231966 h 2323145"/>
              <a:gd name="connsiteX68" fmla="*/ 7554146 w 11269336"/>
              <a:gd name="connsiteY68" fmla="*/ 1319748 h 2323145"/>
              <a:gd name="connsiteX69" fmla="*/ 7515052 w 11269336"/>
              <a:gd name="connsiteY69" fmla="*/ 1336718 h 2323145"/>
              <a:gd name="connsiteX70" fmla="*/ 7507193 w 11269336"/>
              <a:gd name="connsiteY70" fmla="*/ 1334617 h 2323145"/>
              <a:gd name="connsiteX71" fmla="*/ 7461694 w 11269336"/>
              <a:gd name="connsiteY71" fmla="*/ 1375866 h 2323145"/>
              <a:gd name="connsiteX72" fmla="*/ 7377571 w 11269336"/>
              <a:gd name="connsiteY72" fmla="*/ 1400128 h 2323145"/>
              <a:gd name="connsiteX73" fmla="*/ 7311261 w 11269336"/>
              <a:gd name="connsiteY73" fmla="*/ 1412652 h 2323145"/>
              <a:gd name="connsiteX74" fmla="*/ 7275307 w 11269336"/>
              <a:gd name="connsiteY74" fmla="*/ 1422171 h 2323145"/>
              <a:gd name="connsiteX75" fmla="*/ 7247783 w 11269336"/>
              <a:gd name="connsiteY75" fmla="*/ 1426330 h 2323145"/>
              <a:gd name="connsiteX76" fmla="*/ 7185047 w 11269336"/>
              <a:gd name="connsiteY76" fmla="*/ 1451812 h 2323145"/>
              <a:gd name="connsiteX77" fmla="*/ 7084117 w 11269336"/>
              <a:gd name="connsiteY77" fmla="*/ 1500281 h 2323145"/>
              <a:gd name="connsiteX78" fmla="*/ 7062011 w 11269336"/>
              <a:gd name="connsiteY78" fmla="*/ 1509183 h 2323145"/>
              <a:gd name="connsiteX79" fmla="*/ 7040555 w 11269336"/>
              <a:gd name="connsiteY79" fmla="*/ 1511207 h 2323145"/>
              <a:gd name="connsiteX80" fmla="*/ 7033438 w 11269336"/>
              <a:gd name="connsiteY80" fmla="*/ 1506772 h 2323145"/>
              <a:gd name="connsiteX81" fmla="*/ 7020886 w 11269336"/>
              <a:gd name="connsiteY81" fmla="*/ 1510764 h 2323145"/>
              <a:gd name="connsiteX82" fmla="*/ 7017033 w 11269336"/>
              <a:gd name="connsiteY82" fmla="*/ 1510650 h 2323145"/>
              <a:gd name="connsiteX83" fmla="*/ 6995460 w 11269336"/>
              <a:gd name="connsiteY83" fmla="*/ 1511173 h 2323145"/>
              <a:gd name="connsiteX84" fmla="*/ 6962144 w 11269336"/>
              <a:gd name="connsiteY84" fmla="*/ 1541508 h 2323145"/>
              <a:gd name="connsiteX85" fmla="*/ 6910674 w 11269336"/>
              <a:gd name="connsiteY85" fmla="*/ 1554793 h 2323145"/>
              <a:gd name="connsiteX86" fmla="*/ 6732152 w 11269336"/>
              <a:gd name="connsiteY86" fmla="*/ 1642538 h 2323145"/>
              <a:gd name="connsiteX87" fmla="*/ 6694106 w 11269336"/>
              <a:gd name="connsiteY87" fmla="*/ 1632377 h 2323145"/>
              <a:gd name="connsiteX88" fmla="*/ 6617223 w 11269336"/>
              <a:gd name="connsiteY88" fmla="*/ 1659889 h 2323145"/>
              <a:gd name="connsiteX89" fmla="*/ 6521138 w 11269336"/>
              <a:gd name="connsiteY89" fmla="*/ 1744340 h 2323145"/>
              <a:gd name="connsiteX90" fmla="*/ 6380677 w 11269336"/>
              <a:gd name="connsiteY90" fmla="*/ 1796883 h 2323145"/>
              <a:gd name="connsiteX91" fmla="*/ 6374897 w 11269336"/>
              <a:gd name="connsiteY91" fmla="*/ 1809910 h 2323145"/>
              <a:gd name="connsiteX92" fmla="*/ 6364545 w 11269336"/>
              <a:gd name="connsiteY92" fmla="*/ 1820090 h 2323145"/>
              <a:gd name="connsiteX93" fmla="*/ 6362126 w 11269336"/>
              <a:gd name="connsiteY93" fmla="*/ 1819991 h 2323145"/>
              <a:gd name="connsiteX94" fmla="*/ 6346673 w 11269336"/>
              <a:gd name="connsiteY94" fmla="*/ 1827824 h 2323145"/>
              <a:gd name="connsiteX95" fmla="*/ 6345588 w 11269336"/>
              <a:gd name="connsiteY95" fmla="*/ 1832232 h 2323145"/>
              <a:gd name="connsiteX96" fmla="*/ 6335708 w 11269336"/>
              <a:gd name="connsiteY96" fmla="*/ 1838451 h 2323145"/>
              <a:gd name="connsiteX97" fmla="*/ 6318182 w 11269336"/>
              <a:gd name="connsiteY97" fmla="*/ 1852975 h 2323145"/>
              <a:gd name="connsiteX98" fmla="*/ 6313084 w 11269336"/>
              <a:gd name="connsiteY98" fmla="*/ 1853561 h 2323145"/>
              <a:gd name="connsiteX99" fmla="*/ 6283816 w 11269336"/>
              <a:gd name="connsiteY99" fmla="*/ 1872148 h 2323145"/>
              <a:gd name="connsiteX100" fmla="*/ 6282550 w 11269336"/>
              <a:gd name="connsiteY100" fmla="*/ 1871392 h 2323145"/>
              <a:gd name="connsiteX101" fmla="*/ 6270527 w 11269336"/>
              <a:gd name="connsiteY101" fmla="*/ 1872208 h 2323145"/>
              <a:gd name="connsiteX102" fmla="*/ 6249518 w 11269336"/>
              <a:gd name="connsiteY102" fmla="*/ 1876079 h 2323145"/>
              <a:gd name="connsiteX103" fmla="*/ 6190386 w 11269336"/>
              <a:gd name="connsiteY103" fmla="*/ 1872478 h 2323145"/>
              <a:gd name="connsiteX104" fmla="*/ 6159777 w 11269336"/>
              <a:gd name="connsiteY104" fmla="*/ 1891745 h 2323145"/>
              <a:gd name="connsiteX105" fmla="*/ 6153131 w 11269336"/>
              <a:gd name="connsiteY105" fmla="*/ 1895079 h 2323145"/>
              <a:gd name="connsiteX106" fmla="*/ 6152798 w 11269336"/>
              <a:gd name="connsiteY106" fmla="*/ 1894920 h 2323145"/>
              <a:gd name="connsiteX107" fmla="*/ 6145388 w 11269336"/>
              <a:gd name="connsiteY107" fmla="*/ 1897990 h 2323145"/>
              <a:gd name="connsiteX108" fmla="*/ 6141014 w 11269336"/>
              <a:gd name="connsiteY108" fmla="*/ 1901155 h 2323145"/>
              <a:gd name="connsiteX109" fmla="*/ 6128122 w 11269336"/>
              <a:gd name="connsiteY109" fmla="*/ 1907623 h 2323145"/>
              <a:gd name="connsiteX110" fmla="*/ 6122351 w 11269336"/>
              <a:gd name="connsiteY110" fmla="*/ 1908359 h 2323145"/>
              <a:gd name="connsiteX111" fmla="*/ 6064750 w 11269336"/>
              <a:gd name="connsiteY111" fmla="*/ 1896394 h 2323145"/>
              <a:gd name="connsiteX112" fmla="*/ 5964230 w 11269336"/>
              <a:gd name="connsiteY112" fmla="*/ 1910038 h 2323145"/>
              <a:gd name="connsiteX113" fmla="*/ 5865399 w 11269336"/>
              <a:gd name="connsiteY113" fmla="*/ 1926966 h 2323145"/>
              <a:gd name="connsiteX114" fmla="*/ 5829951 w 11269336"/>
              <a:gd name="connsiteY114" fmla="*/ 1934755 h 2323145"/>
              <a:gd name="connsiteX115" fmla="*/ 5765285 w 11269336"/>
              <a:gd name="connsiteY115" fmla="*/ 1941322 h 2323145"/>
              <a:gd name="connsiteX116" fmla="*/ 5734750 w 11269336"/>
              <a:gd name="connsiteY116" fmla="*/ 1939793 h 2323145"/>
              <a:gd name="connsiteX117" fmla="*/ 5733569 w 11269336"/>
              <a:gd name="connsiteY117" fmla="*/ 1940505 h 2323145"/>
              <a:gd name="connsiteX118" fmla="*/ 5730329 w 11269336"/>
              <a:gd name="connsiteY118" fmla="*/ 1937845 h 2323145"/>
              <a:gd name="connsiteX119" fmla="*/ 5724661 w 11269336"/>
              <a:gd name="connsiteY119" fmla="*/ 1937455 h 2323145"/>
              <a:gd name="connsiteX120" fmla="*/ 5710186 w 11269336"/>
              <a:gd name="connsiteY120" fmla="*/ 1941370 h 2323145"/>
              <a:gd name="connsiteX121" fmla="*/ 5704910 w 11269336"/>
              <a:gd name="connsiteY121" fmla="*/ 1943663 h 2323145"/>
              <a:gd name="connsiteX122" fmla="*/ 5696836 w 11269336"/>
              <a:gd name="connsiteY122" fmla="*/ 1945271 h 2323145"/>
              <a:gd name="connsiteX123" fmla="*/ 5696583 w 11269336"/>
              <a:gd name="connsiteY123" fmla="*/ 1945050 h 2323145"/>
              <a:gd name="connsiteX124" fmla="*/ 5689123 w 11269336"/>
              <a:gd name="connsiteY124" fmla="*/ 1947067 h 2323145"/>
              <a:gd name="connsiteX125" fmla="*/ 5653291 w 11269336"/>
              <a:gd name="connsiteY125" fmla="*/ 1960245 h 2323145"/>
              <a:gd name="connsiteX126" fmla="*/ 5599385 w 11269336"/>
              <a:gd name="connsiteY126" fmla="*/ 1945198 h 2323145"/>
              <a:gd name="connsiteX127" fmla="*/ 5578300 w 11269336"/>
              <a:gd name="connsiteY127" fmla="*/ 1944963 h 2323145"/>
              <a:gd name="connsiteX128" fmla="*/ 5566758 w 11269336"/>
              <a:gd name="connsiteY128" fmla="*/ 1943441 h 2323145"/>
              <a:gd name="connsiteX129" fmla="*/ 5565857 w 11269336"/>
              <a:gd name="connsiteY129" fmla="*/ 1942445 h 2323145"/>
              <a:gd name="connsiteX130" fmla="*/ 5531534 w 11269336"/>
              <a:gd name="connsiteY130" fmla="*/ 1955208 h 2323145"/>
              <a:gd name="connsiteX131" fmla="*/ 5526552 w 11269336"/>
              <a:gd name="connsiteY131" fmla="*/ 1954799 h 2323145"/>
              <a:gd name="connsiteX132" fmla="*/ 5504723 w 11269336"/>
              <a:gd name="connsiteY132" fmla="*/ 1965811 h 2323145"/>
              <a:gd name="connsiteX133" fmla="*/ 5493156 w 11269336"/>
              <a:gd name="connsiteY133" fmla="*/ 1970063 h 2323145"/>
              <a:gd name="connsiteX134" fmla="*/ 5490486 w 11269336"/>
              <a:gd name="connsiteY134" fmla="*/ 1974227 h 2323145"/>
              <a:gd name="connsiteX135" fmla="*/ 5473107 w 11269336"/>
              <a:gd name="connsiteY135" fmla="*/ 1979001 h 2323145"/>
              <a:gd name="connsiteX136" fmla="*/ 5470885 w 11269336"/>
              <a:gd name="connsiteY136" fmla="*/ 1978432 h 2323145"/>
              <a:gd name="connsiteX137" fmla="*/ 5457393 w 11269336"/>
              <a:gd name="connsiteY137" fmla="*/ 1986525 h 2323145"/>
              <a:gd name="connsiteX138" fmla="*/ 5447102 w 11269336"/>
              <a:gd name="connsiteY138" fmla="*/ 1998329 h 2323145"/>
              <a:gd name="connsiteX139" fmla="*/ 5159151 w 11269336"/>
              <a:gd name="connsiteY139" fmla="*/ 2029640 h 2323145"/>
              <a:gd name="connsiteX140" fmla="*/ 5041688 w 11269336"/>
              <a:gd name="connsiteY140" fmla="*/ 2022334 h 2323145"/>
              <a:gd name="connsiteX141" fmla="*/ 4860988 w 11269336"/>
              <a:gd name="connsiteY141" fmla="*/ 2135698 h 2323145"/>
              <a:gd name="connsiteX142" fmla="*/ 4807902 w 11269336"/>
              <a:gd name="connsiteY142" fmla="*/ 2138894 h 2323145"/>
              <a:gd name="connsiteX143" fmla="*/ 4765388 w 11269336"/>
              <a:gd name="connsiteY143" fmla="*/ 2162525 h 2323145"/>
              <a:gd name="connsiteX144" fmla="*/ 4745033 w 11269336"/>
              <a:gd name="connsiteY144" fmla="*/ 2158859 h 2323145"/>
              <a:gd name="connsiteX145" fmla="*/ 4741475 w 11269336"/>
              <a:gd name="connsiteY145" fmla="*/ 2157998 h 2323145"/>
              <a:gd name="connsiteX146" fmla="*/ 4728247 w 11269336"/>
              <a:gd name="connsiteY146" fmla="*/ 2159526 h 2323145"/>
              <a:gd name="connsiteX147" fmla="*/ 4723263 w 11269336"/>
              <a:gd name="connsiteY147" fmla="*/ 2153742 h 2323145"/>
              <a:gd name="connsiteX148" fmla="*/ 4702453 w 11269336"/>
              <a:gd name="connsiteY148" fmla="*/ 2151586 h 2323145"/>
              <a:gd name="connsiteX149" fmla="*/ 4678455 w 11269336"/>
              <a:gd name="connsiteY149" fmla="*/ 2156131 h 2323145"/>
              <a:gd name="connsiteX150" fmla="*/ 4593061 w 11269336"/>
              <a:gd name="connsiteY150" fmla="*/ 2171597 h 2323145"/>
              <a:gd name="connsiteX151" fmla="*/ 4579902 w 11269336"/>
              <a:gd name="connsiteY151" fmla="*/ 2177927 h 2323145"/>
              <a:gd name="connsiteX152" fmla="*/ 4533444 w 11269336"/>
              <a:gd name="connsiteY152" fmla="*/ 2181200 h 2323145"/>
              <a:gd name="connsiteX153" fmla="*/ 4492832 w 11269336"/>
              <a:gd name="connsiteY153" fmla="*/ 2188033 h 2323145"/>
              <a:gd name="connsiteX154" fmla="*/ 4467257 w 11269336"/>
              <a:gd name="connsiteY154" fmla="*/ 2196121 h 2323145"/>
              <a:gd name="connsiteX155" fmla="*/ 4459937 w 11269336"/>
              <a:gd name="connsiteY155" fmla="*/ 2195182 h 2323145"/>
              <a:gd name="connsiteX156" fmla="*/ 4433312 w 11269336"/>
              <a:gd name="connsiteY156" fmla="*/ 2199004 h 2323145"/>
              <a:gd name="connsiteX157" fmla="*/ 4420601 w 11269336"/>
              <a:gd name="connsiteY157" fmla="*/ 2205158 h 2323145"/>
              <a:gd name="connsiteX158" fmla="*/ 4405765 w 11269336"/>
              <a:gd name="connsiteY158" fmla="*/ 2199902 h 2323145"/>
              <a:gd name="connsiteX159" fmla="*/ 4401354 w 11269336"/>
              <a:gd name="connsiteY159" fmla="*/ 2194745 h 2323145"/>
              <a:gd name="connsiteX160" fmla="*/ 4383151 w 11269336"/>
              <a:gd name="connsiteY160" fmla="*/ 2201140 h 2323145"/>
              <a:gd name="connsiteX161" fmla="*/ 4366646 w 11269336"/>
              <a:gd name="connsiteY161" fmla="*/ 2198564 h 2323145"/>
              <a:gd name="connsiteX162" fmla="*/ 4354009 w 11269336"/>
              <a:gd name="connsiteY162" fmla="*/ 2204984 h 2323145"/>
              <a:gd name="connsiteX163" fmla="*/ 4348284 w 11269336"/>
              <a:gd name="connsiteY163" fmla="*/ 2205270 h 2323145"/>
              <a:gd name="connsiteX164" fmla="*/ 4333906 w 11269336"/>
              <a:gd name="connsiteY164" fmla="*/ 2205251 h 2323145"/>
              <a:gd name="connsiteX165" fmla="*/ 4308819 w 11269336"/>
              <a:gd name="connsiteY165" fmla="*/ 2203822 h 2323145"/>
              <a:gd name="connsiteX166" fmla="*/ 4301210 w 11269336"/>
              <a:gd name="connsiteY166" fmla="*/ 2204456 h 2323145"/>
              <a:gd name="connsiteX167" fmla="*/ 4283095 w 11269336"/>
              <a:gd name="connsiteY167" fmla="*/ 2198177 h 2323145"/>
              <a:gd name="connsiteX168" fmla="*/ 4250119 w 11269336"/>
              <a:gd name="connsiteY168" fmla="*/ 2196342 h 2323145"/>
              <a:gd name="connsiteX169" fmla="*/ 4189203 w 11269336"/>
              <a:gd name="connsiteY169" fmla="*/ 2178994 h 2323145"/>
              <a:gd name="connsiteX170" fmla="*/ 4154035 w 11269336"/>
              <a:gd name="connsiteY170" fmla="*/ 2171950 h 2323145"/>
              <a:gd name="connsiteX171" fmla="*/ 4129569 w 11269336"/>
              <a:gd name="connsiteY171" fmla="*/ 2163850 h 2323145"/>
              <a:gd name="connsiteX172" fmla="*/ 4061250 w 11269336"/>
              <a:gd name="connsiteY172" fmla="*/ 2159236 h 2323145"/>
              <a:gd name="connsiteX173" fmla="*/ 3945480 w 11269336"/>
              <a:gd name="connsiteY173" fmla="*/ 2158279 h 2323145"/>
              <a:gd name="connsiteX174" fmla="*/ 3921468 w 11269336"/>
              <a:gd name="connsiteY174" fmla="*/ 2156588 h 2323145"/>
              <a:gd name="connsiteX175" fmla="*/ 3903348 w 11269336"/>
              <a:gd name="connsiteY175" fmla="*/ 2149220 h 2323145"/>
              <a:gd name="connsiteX176" fmla="*/ 3901342 w 11269336"/>
              <a:gd name="connsiteY176" fmla="*/ 2142355 h 2323145"/>
              <a:gd name="connsiteX177" fmla="*/ 3888539 w 11269336"/>
              <a:gd name="connsiteY177" fmla="*/ 2140476 h 2323145"/>
              <a:gd name="connsiteX178" fmla="*/ 3885662 w 11269336"/>
              <a:gd name="connsiteY178" fmla="*/ 2138740 h 2323145"/>
              <a:gd name="connsiteX179" fmla="*/ 3868627 w 11269336"/>
              <a:gd name="connsiteY179" fmla="*/ 2130023 h 2323145"/>
              <a:gd name="connsiteX180" fmla="*/ 3819177 w 11269336"/>
              <a:gd name="connsiteY180" fmla="*/ 2142111 h 2323145"/>
              <a:gd name="connsiteX181" fmla="*/ 3769100 w 11269336"/>
              <a:gd name="connsiteY181" fmla="*/ 2131731 h 2323145"/>
              <a:gd name="connsiteX182" fmla="*/ 3562752 w 11269336"/>
              <a:gd name="connsiteY182" fmla="*/ 2131785 h 2323145"/>
              <a:gd name="connsiteX183" fmla="*/ 3541402 w 11269336"/>
              <a:gd name="connsiteY183" fmla="*/ 2106821 h 2323145"/>
              <a:gd name="connsiteX184" fmla="*/ 3365341 w 11269336"/>
              <a:gd name="connsiteY184" fmla="*/ 2077638 h 2323145"/>
              <a:gd name="connsiteX185" fmla="*/ 3170922 w 11269336"/>
              <a:gd name="connsiteY185" fmla="*/ 2115957 h 2323145"/>
              <a:gd name="connsiteX186" fmla="*/ 3156256 w 11269336"/>
              <a:gd name="connsiteY186" fmla="*/ 2124773 h 2323145"/>
              <a:gd name="connsiteX187" fmla="*/ 3140298 w 11269336"/>
              <a:gd name="connsiteY187" fmla="*/ 2129182 h 2323145"/>
              <a:gd name="connsiteX188" fmla="*/ 3138514 w 11269336"/>
              <a:gd name="connsiteY188" fmla="*/ 2128069 h 2323145"/>
              <a:gd name="connsiteX189" fmla="*/ 3120467 w 11269336"/>
              <a:gd name="connsiteY189" fmla="*/ 2128281 h 2323145"/>
              <a:gd name="connsiteX190" fmla="*/ 3116175 w 11269336"/>
              <a:gd name="connsiteY190" fmla="*/ 2131633 h 2323145"/>
              <a:gd name="connsiteX191" fmla="*/ 3103685 w 11269336"/>
              <a:gd name="connsiteY191" fmla="*/ 2132814 h 2323145"/>
              <a:gd name="connsiteX192" fmla="*/ 3078794 w 11269336"/>
              <a:gd name="connsiteY192" fmla="*/ 2137935 h 2323145"/>
              <a:gd name="connsiteX193" fmla="*/ 3074407 w 11269336"/>
              <a:gd name="connsiteY193" fmla="*/ 2136274 h 2323145"/>
              <a:gd name="connsiteX194" fmla="*/ 3037285 w 11269336"/>
              <a:gd name="connsiteY194" fmla="*/ 2139919 h 2323145"/>
              <a:gd name="connsiteX195" fmla="*/ 3036901 w 11269336"/>
              <a:gd name="connsiteY195" fmla="*/ 2138726 h 2323145"/>
              <a:gd name="connsiteX196" fmla="*/ 3026996 w 11269336"/>
              <a:gd name="connsiteY196" fmla="*/ 2134322 h 2323145"/>
              <a:gd name="connsiteX197" fmla="*/ 3007772 w 11269336"/>
              <a:gd name="connsiteY197" fmla="*/ 2128742 h 2323145"/>
              <a:gd name="connsiteX198" fmla="*/ 2965030 w 11269336"/>
              <a:gd name="connsiteY198" fmla="*/ 2100494 h 2323145"/>
              <a:gd name="connsiteX199" fmla="*/ 2926342 w 11269336"/>
              <a:gd name="connsiteY199" fmla="*/ 2104155 h 2323145"/>
              <a:gd name="connsiteX200" fmla="*/ 2918608 w 11269336"/>
              <a:gd name="connsiteY200" fmla="*/ 2104215 h 2323145"/>
              <a:gd name="connsiteX201" fmla="*/ 2918475 w 11269336"/>
              <a:gd name="connsiteY201" fmla="*/ 2103937 h 2323145"/>
              <a:gd name="connsiteX202" fmla="*/ 2910360 w 11269336"/>
              <a:gd name="connsiteY202" fmla="*/ 2103444 h 2323145"/>
              <a:gd name="connsiteX203" fmla="*/ 2904507 w 11269336"/>
              <a:gd name="connsiteY203" fmla="*/ 2104326 h 2323145"/>
              <a:gd name="connsiteX204" fmla="*/ 2889503 w 11269336"/>
              <a:gd name="connsiteY204" fmla="*/ 2104443 h 2323145"/>
              <a:gd name="connsiteX205" fmla="*/ 2884480 w 11269336"/>
              <a:gd name="connsiteY205" fmla="*/ 2102626 h 2323145"/>
              <a:gd name="connsiteX206" fmla="*/ 2882689 w 11269336"/>
              <a:gd name="connsiteY206" fmla="*/ 2099228 h 2323145"/>
              <a:gd name="connsiteX207" fmla="*/ 2881291 w 11269336"/>
              <a:gd name="connsiteY207" fmla="*/ 2099618 h 2323145"/>
              <a:gd name="connsiteX208" fmla="*/ 2853979 w 11269336"/>
              <a:gd name="connsiteY208" fmla="*/ 2090388 h 2323145"/>
              <a:gd name="connsiteX209" fmla="*/ 2791790 w 11269336"/>
              <a:gd name="connsiteY209" fmla="*/ 2080332 h 2323145"/>
              <a:gd name="connsiteX210" fmla="*/ 2755844 w 11269336"/>
              <a:gd name="connsiteY210" fmla="*/ 2078874 h 2323145"/>
              <a:gd name="connsiteX211" fmla="*/ 2657742 w 11269336"/>
              <a:gd name="connsiteY211" fmla="*/ 2070179 h 2323145"/>
              <a:gd name="connsiteX212" fmla="*/ 2559549 w 11269336"/>
              <a:gd name="connsiteY212" fmla="*/ 2057873 h 2323145"/>
              <a:gd name="connsiteX213" fmla="*/ 2512054 w 11269336"/>
              <a:gd name="connsiteY213" fmla="*/ 2031671 h 2323145"/>
              <a:gd name="connsiteX214" fmla="*/ 2506437 w 11269336"/>
              <a:gd name="connsiteY214" fmla="*/ 2030918 h 2323145"/>
              <a:gd name="connsiteX215" fmla="*/ 2491752 w 11269336"/>
              <a:gd name="connsiteY215" fmla="*/ 2033906 h 2323145"/>
              <a:gd name="connsiteX216" fmla="*/ 2486338 w 11269336"/>
              <a:gd name="connsiteY216" fmla="*/ 2035862 h 2323145"/>
              <a:gd name="connsiteX217" fmla="*/ 2478186 w 11269336"/>
              <a:gd name="connsiteY217" fmla="*/ 2036953 h 2323145"/>
              <a:gd name="connsiteX218" fmla="*/ 2477950 w 11269336"/>
              <a:gd name="connsiteY218" fmla="*/ 2036715 h 2323145"/>
              <a:gd name="connsiteX219" fmla="*/ 2470381 w 11269336"/>
              <a:gd name="connsiteY219" fmla="*/ 2038256 h 2323145"/>
              <a:gd name="connsiteX220" fmla="*/ 2433781 w 11269336"/>
              <a:gd name="connsiteY220" fmla="*/ 2049140 h 2323145"/>
              <a:gd name="connsiteX221" fmla="*/ 2381172 w 11269336"/>
              <a:gd name="connsiteY221" fmla="*/ 2030645 h 2323145"/>
              <a:gd name="connsiteX222" fmla="*/ 2360198 w 11269336"/>
              <a:gd name="connsiteY222" fmla="*/ 2029059 h 2323145"/>
              <a:gd name="connsiteX223" fmla="*/ 2348815 w 11269336"/>
              <a:gd name="connsiteY223" fmla="*/ 2026798 h 2323145"/>
              <a:gd name="connsiteX224" fmla="*/ 2347988 w 11269336"/>
              <a:gd name="connsiteY224" fmla="*/ 2025745 h 2323145"/>
              <a:gd name="connsiteX225" fmla="*/ 2312920 w 11269336"/>
              <a:gd name="connsiteY225" fmla="*/ 2036311 h 2323145"/>
              <a:gd name="connsiteX226" fmla="*/ 2307986 w 11269336"/>
              <a:gd name="connsiteY226" fmla="*/ 2035583 h 2323145"/>
              <a:gd name="connsiteX227" fmla="*/ 2285481 w 11269336"/>
              <a:gd name="connsiteY227" fmla="*/ 2045197 h 2323145"/>
              <a:gd name="connsiteX228" fmla="*/ 2273666 w 11269336"/>
              <a:gd name="connsiteY228" fmla="*/ 2048710 h 2323145"/>
              <a:gd name="connsiteX229" fmla="*/ 2270719 w 11269336"/>
              <a:gd name="connsiteY229" fmla="*/ 2052702 h 2323145"/>
              <a:gd name="connsiteX230" fmla="*/ 2253080 w 11269336"/>
              <a:gd name="connsiteY230" fmla="*/ 2056363 h 2323145"/>
              <a:gd name="connsiteX231" fmla="*/ 2250906 w 11269336"/>
              <a:gd name="connsiteY231" fmla="*/ 2055654 h 2323145"/>
              <a:gd name="connsiteX232" fmla="*/ 2236905 w 11269336"/>
              <a:gd name="connsiteY232" fmla="*/ 2062882 h 2323145"/>
              <a:gd name="connsiteX233" fmla="*/ 2225830 w 11269336"/>
              <a:gd name="connsiteY233" fmla="*/ 2074027 h 2323145"/>
              <a:gd name="connsiteX234" fmla="*/ 2073776 w 11269336"/>
              <a:gd name="connsiteY234" fmla="*/ 2089244 h 2323145"/>
              <a:gd name="connsiteX235" fmla="*/ 1948256 w 11269336"/>
              <a:gd name="connsiteY235" fmla="*/ 2146616 h 2323145"/>
              <a:gd name="connsiteX236" fmla="*/ 1865582 w 11269336"/>
              <a:gd name="connsiteY236" fmla="*/ 2153738 h 2323145"/>
              <a:gd name="connsiteX237" fmla="*/ 1835210 w 11269336"/>
              <a:gd name="connsiteY237" fmla="*/ 2134244 h 2323145"/>
              <a:gd name="connsiteX238" fmla="*/ 1632661 w 11269336"/>
              <a:gd name="connsiteY238" fmla="*/ 2173882 h 2323145"/>
              <a:gd name="connsiteX239" fmla="*/ 1579590 w 11269336"/>
              <a:gd name="connsiteY239" fmla="*/ 2173680 h 2323145"/>
              <a:gd name="connsiteX240" fmla="*/ 1535601 w 11269336"/>
              <a:gd name="connsiteY240" fmla="*/ 2194590 h 2323145"/>
              <a:gd name="connsiteX241" fmla="*/ 1515594 w 11269336"/>
              <a:gd name="connsiteY241" fmla="*/ 2189622 h 2323145"/>
              <a:gd name="connsiteX242" fmla="*/ 1512113 w 11269336"/>
              <a:gd name="connsiteY242" fmla="*/ 2188534 h 2323145"/>
              <a:gd name="connsiteX243" fmla="*/ 1498838 w 11269336"/>
              <a:gd name="connsiteY243" fmla="*/ 2189213 h 2323145"/>
              <a:gd name="connsiteX244" fmla="*/ 1494279 w 11269336"/>
              <a:gd name="connsiteY244" fmla="*/ 2183112 h 2323145"/>
              <a:gd name="connsiteX245" fmla="*/ 1473714 w 11269336"/>
              <a:gd name="connsiteY245" fmla="*/ 2179625 h 2323145"/>
              <a:gd name="connsiteX246" fmla="*/ 1449503 w 11269336"/>
              <a:gd name="connsiteY246" fmla="*/ 2182633 h 2323145"/>
              <a:gd name="connsiteX247" fmla="*/ 1266687 w 11269336"/>
              <a:gd name="connsiteY247" fmla="*/ 2212688 h 2323145"/>
              <a:gd name="connsiteX248" fmla="*/ 1239614 w 11269336"/>
              <a:gd name="connsiteY248" fmla="*/ 2209727 h 2323145"/>
              <a:gd name="connsiteX249" fmla="*/ 1202436 w 11269336"/>
              <a:gd name="connsiteY249" fmla="*/ 2209817 h 2323145"/>
              <a:gd name="connsiteX250" fmla="*/ 1136097 w 11269336"/>
              <a:gd name="connsiteY250" fmla="*/ 2205112 h 2323145"/>
              <a:gd name="connsiteX251" fmla="*/ 988232 w 11269336"/>
              <a:gd name="connsiteY251" fmla="*/ 2235635 h 2323145"/>
              <a:gd name="connsiteX252" fmla="*/ 981959 w 11269336"/>
              <a:gd name="connsiteY252" fmla="*/ 2231607 h 2323145"/>
              <a:gd name="connsiteX253" fmla="*/ 938600 w 11269336"/>
              <a:gd name="connsiteY253" fmla="*/ 2238113 h 2323145"/>
              <a:gd name="connsiteX254" fmla="*/ 791788 w 11269336"/>
              <a:gd name="connsiteY254" fmla="*/ 2293224 h 2323145"/>
              <a:gd name="connsiteX255" fmla="*/ 706914 w 11269336"/>
              <a:gd name="connsiteY255" fmla="*/ 2305046 h 2323145"/>
              <a:gd name="connsiteX256" fmla="*/ 675971 w 11269336"/>
              <a:gd name="connsiteY256" fmla="*/ 2304030 h 2323145"/>
              <a:gd name="connsiteX257" fmla="*/ 624180 w 11269336"/>
              <a:gd name="connsiteY257" fmla="*/ 2302650 h 2323145"/>
              <a:gd name="connsiteX258" fmla="*/ 583453 w 11269336"/>
              <a:gd name="connsiteY258" fmla="*/ 2288788 h 2323145"/>
              <a:gd name="connsiteX259" fmla="*/ 540946 w 11269336"/>
              <a:gd name="connsiteY259" fmla="*/ 2292721 h 2323145"/>
              <a:gd name="connsiteX260" fmla="*/ 533680 w 11269336"/>
              <a:gd name="connsiteY260" fmla="*/ 2310233 h 2323145"/>
              <a:gd name="connsiteX261" fmla="*/ 487366 w 11269336"/>
              <a:gd name="connsiteY261" fmla="*/ 2309053 h 2323145"/>
              <a:gd name="connsiteX262" fmla="*/ 416820 w 11269336"/>
              <a:gd name="connsiteY262" fmla="*/ 2305443 h 2323145"/>
              <a:gd name="connsiteX263" fmla="*/ 376805 w 11269336"/>
              <a:gd name="connsiteY263" fmla="*/ 2307647 h 2323145"/>
              <a:gd name="connsiteX264" fmla="*/ 266777 w 11269336"/>
              <a:gd name="connsiteY264" fmla="*/ 2309012 h 2323145"/>
              <a:gd name="connsiteX265" fmla="*/ 156013 w 11269336"/>
              <a:gd name="connsiteY265" fmla="*/ 2306832 h 2323145"/>
              <a:gd name="connsiteX266" fmla="*/ 87258 w 11269336"/>
              <a:gd name="connsiteY266" fmla="*/ 2285511 h 2323145"/>
              <a:gd name="connsiteX267" fmla="*/ 23798 w 11269336"/>
              <a:gd name="connsiteY267" fmla="*/ 2281822 h 2323145"/>
              <a:gd name="connsiteX268" fmla="*/ 0 w 11269336"/>
              <a:gd name="connsiteY268" fmla="*/ 2285369 h 2323145"/>
              <a:gd name="connsiteX269" fmla="*/ 0 w 11269336"/>
              <a:gd name="connsiteY269"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837498 w 11269336"/>
              <a:gd name="connsiteY32" fmla="*/ 885664 h 2323145"/>
              <a:gd name="connsiteX33" fmla="*/ 8795998 w 11269336"/>
              <a:gd name="connsiteY33" fmla="*/ 863337 h 2323145"/>
              <a:gd name="connsiteX34" fmla="*/ 8776970 w 11269336"/>
              <a:gd name="connsiteY34" fmla="*/ 885177 h 2323145"/>
              <a:gd name="connsiteX35" fmla="*/ 8755719 w 11269336"/>
              <a:gd name="connsiteY35" fmla="*/ 889754 h 2323145"/>
              <a:gd name="connsiteX36" fmla="*/ 8743257 w 11269336"/>
              <a:gd name="connsiteY36" fmla="*/ 904723 h 2323145"/>
              <a:gd name="connsiteX37" fmla="*/ 8721366 w 11269336"/>
              <a:gd name="connsiteY37" fmla="*/ 904711 h 2323145"/>
              <a:gd name="connsiteX38" fmla="*/ 8678353 w 11269336"/>
              <a:gd name="connsiteY38" fmla="*/ 926318 h 2323145"/>
              <a:gd name="connsiteX39" fmla="*/ 8636849 w 11269336"/>
              <a:gd name="connsiteY39" fmla="*/ 937900 h 2323145"/>
              <a:gd name="connsiteX40" fmla="*/ 8620213 w 11269336"/>
              <a:gd name="connsiteY40" fmla="*/ 943068 h 2323145"/>
              <a:gd name="connsiteX41" fmla="*/ 8612581 w 11269336"/>
              <a:gd name="connsiteY41" fmla="*/ 952695 h 2323145"/>
              <a:gd name="connsiteX42" fmla="*/ 8589038 w 11269336"/>
              <a:gd name="connsiteY42" fmla="*/ 963892 h 2323145"/>
              <a:gd name="connsiteX43" fmla="*/ 8579950 w 11269336"/>
              <a:gd name="connsiteY43" fmla="*/ 960899 h 2323145"/>
              <a:gd name="connsiteX44" fmla="*/ 8579319 w 11269336"/>
              <a:gd name="connsiteY44" fmla="*/ 965630 h 2323145"/>
              <a:gd name="connsiteX45" fmla="*/ 8547429 w 11269336"/>
              <a:gd name="connsiteY45" fmla="*/ 984506 h 2323145"/>
              <a:gd name="connsiteX46" fmla="*/ 8478704 w 11269336"/>
              <a:gd name="connsiteY46" fmla="*/ 1025490 h 2323145"/>
              <a:gd name="connsiteX47" fmla="*/ 8461421 w 11269336"/>
              <a:gd name="connsiteY47" fmla="*/ 1035512 h 2323145"/>
              <a:gd name="connsiteX48" fmla="*/ 8445003 w 11269336"/>
              <a:gd name="connsiteY48" fmla="*/ 1036851 h 2323145"/>
              <a:gd name="connsiteX49" fmla="*/ 8357350 w 11269336"/>
              <a:gd name="connsiteY49" fmla="*/ 1060213 h 2323145"/>
              <a:gd name="connsiteX50" fmla="*/ 8335565 w 11269336"/>
              <a:gd name="connsiteY50" fmla="*/ 1061151 h 2323145"/>
              <a:gd name="connsiteX51" fmla="*/ 8325267 w 11269336"/>
              <a:gd name="connsiteY51" fmla="*/ 1055919 h 2323145"/>
              <a:gd name="connsiteX52" fmla="*/ 8293586 w 11269336"/>
              <a:gd name="connsiteY52" fmla="*/ 1076144 h 2323145"/>
              <a:gd name="connsiteX53" fmla="*/ 8242405 w 11269336"/>
              <a:gd name="connsiteY53" fmla="*/ 1095960 h 2323145"/>
              <a:gd name="connsiteX54" fmla="*/ 8197391 w 11269336"/>
              <a:gd name="connsiteY54" fmla="*/ 1107746 h 2323145"/>
              <a:gd name="connsiteX55" fmla="*/ 8081474 w 11269336"/>
              <a:gd name="connsiteY55" fmla="*/ 1130125 h 2323145"/>
              <a:gd name="connsiteX56" fmla="*/ 8053585 w 11269336"/>
              <a:gd name="connsiteY56" fmla="*/ 1129169 h 2323145"/>
              <a:gd name="connsiteX57" fmla="*/ 8038422 w 11269336"/>
              <a:gd name="connsiteY57" fmla="*/ 1119092 h 2323145"/>
              <a:gd name="connsiteX58" fmla="*/ 8029450 w 11269336"/>
              <a:gd name="connsiteY58" fmla="*/ 1125592 h 2323145"/>
              <a:gd name="connsiteX59" fmla="*/ 7959552 w 11269336"/>
              <a:gd name="connsiteY59" fmla="*/ 1140188 h 2323145"/>
              <a:gd name="connsiteX60" fmla="*/ 7914188 w 11269336"/>
              <a:gd name="connsiteY60" fmla="*/ 1150862 h 2323145"/>
              <a:gd name="connsiteX61" fmla="*/ 7914918 w 11269336"/>
              <a:gd name="connsiteY61" fmla="*/ 1168758 h 2323145"/>
              <a:gd name="connsiteX62" fmla="*/ 7875510 w 11269336"/>
              <a:gd name="connsiteY62" fmla="*/ 1183153 h 2323145"/>
              <a:gd name="connsiteX63" fmla="*/ 7829932 w 11269336"/>
              <a:gd name="connsiteY63" fmla="*/ 1180782 h 2323145"/>
              <a:gd name="connsiteX64" fmla="*/ 7779182 w 11269336"/>
              <a:gd name="connsiteY64" fmla="*/ 1192665 h 2323145"/>
              <a:gd name="connsiteX65" fmla="*/ 7748774 w 11269336"/>
              <a:gd name="connsiteY65" fmla="*/ 1199586 h 2323145"/>
              <a:gd name="connsiteX66" fmla="*/ 7671846 w 11269336"/>
              <a:gd name="connsiteY66" fmla="*/ 1231966 h 2323145"/>
              <a:gd name="connsiteX67" fmla="*/ 7554146 w 11269336"/>
              <a:gd name="connsiteY67" fmla="*/ 1319748 h 2323145"/>
              <a:gd name="connsiteX68" fmla="*/ 7515052 w 11269336"/>
              <a:gd name="connsiteY68" fmla="*/ 1336718 h 2323145"/>
              <a:gd name="connsiteX69" fmla="*/ 7507193 w 11269336"/>
              <a:gd name="connsiteY69" fmla="*/ 1334617 h 2323145"/>
              <a:gd name="connsiteX70" fmla="*/ 7461694 w 11269336"/>
              <a:gd name="connsiteY70" fmla="*/ 1375866 h 2323145"/>
              <a:gd name="connsiteX71" fmla="*/ 7377571 w 11269336"/>
              <a:gd name="connsiteY71" fmla="*/ 1400128 h 2323145"/>
              <a:gd name="connsiteX72" fmla="*/ 7311261 w 11269336"/>
              <a:gd name="connsiteY72" fmla="*/ 1412652 h 2323145"/>
              <a:gd name="connsiteX73" fmla="*/ 7275307 w 11269336"/>
              <a:gd name="connsiteY73" fmla="*/ 1422171 h 2323145"/>
              <a:gd name="connsiteX74" fmla="*/ 7247783 w 11269336"/>
              <a:gd name="connsiteY74" fmla="*/ 1426330 h 2323145"/>
              <a:gd name="connsiteX75" fmla="*/ 7185047 w 11269336"/>
              <a:gd name="connsiteY75" fmla="*/ 1451812 h 2323145"/>
              <a:gd name="connsiteX76" fmla="*/ 7084117 w 11269336"/>
              <a:gd name="connsiteY76" fmla="*/ 1500281 h 2323145"/>
              <a:gd name="connsiteX77" fmla="*/ 7062011 w 11269336"/>
              <a:gd name="connsiteY77" fmla="*/ 1509183 h 2323145"/>
              <a:gd name="connsiteX78" fmla="*/ 7040555 w 11269336"/>
              <a:gd name="connsiteY78" fmla="*/ 1511207 h 2323145"/>
              <a:gd name="connsiteX79" fmla="*/ 7033438 w 11269336"/>
              <a:gd name="connsiteY79" fmla="*/ 1506772 h 2323145"/>
              <a:gd name="connsiteX80" fmla="*/ 7020886 w 11269336"/>
              <a:gd name="connsiteY80" fmla="*/ 1510764 h 2323145"/>
              <a:gd name="connsiteX81" fmla="*/ 7017033 w 11269336"/>
              <a:gd name="connsiteY81" fmla="*/ 1510650 h 2323145"/>
              <a:gd name="connsiteX82" fmla="*/ 6995460 w 11269336"/>
              <a:gd name="connsiteY82" fmla="*/ 1511173 h 2323145"/>
              <a:gd name="connsiteX83" fmla="*/ 6962144 w 11269336"/>
              <a:gd name="connsiteY83" fmla="*/ 1541508 h 2323145"/>
              <a:gd name="connsiteX84" fmla="*/ 6910674 w 11269336"/>
              <a:gd name="connsiteY84" fmla="*/ 1554793 h 2323145"/>
              <a:gd name="connsiteX85" fmla="*/ 6732152 w 11269336"/>
              <a:gd name="connsiteY85" fmla="*/ 1642538 h 2323145"/>
              <a:gd name="connsiteX86" fmla="*/ 6694106 w 11269336"/>
              <a:gd name="connsiteY86" fmla="*/ 1632377 h 2323145"/>
              <a:gd name="connsiteX87" fmla="*/ 6617223 w 11269336"/>
              <a:gd name="connsiteY87" fmla="*/ 1659889 h 2323145"/>
              <a:gd name="connsiteX88" fmla="*/ 6521138 w 11269336"/>
              <a:gd name="connsiteY88" fmla="*/ 1744340 h 2323145"/>
              <a:gd name="connsiteX89" fmla="*/ 6380677 w 11269336"/>
              <a:gd name="connsiteY89" fmla="*/ 1796883 h 2323145"/>
              <a:gd name="connsiteX90" fmla="*/ 6374897 w 11269336"/>
              <a:gd name="connsiteY90" fmla="*/ 1809910 h 2323145"/>
              <a:gd name="connsiteX91" fmla="*/ 6364545 w 11269336"/>
              <a:gd name="connsiteY91" fmla="*/ 1820090 h 2323145"/>
              <a:gd name="connsiteX92" fmla="*/ 6362126 w 11269336"/>
              <a:gd name="connsiteY92" fmla="*/ 1819991 h 2323145"/>
              <a:gd name="connsiteX93" fmla="*/ 6346673 w 11269336"/>
              <a:gd name="connsiteY93" fmla="*/ 1827824 h 2323145"/>
              <a:gd name="connsiteX94" fmla="*/ 6345588 w 11269336"/>
              <a:gd name="connsiteY94" fmla="*/ 1832232 h 2323145"/>
              <a:gd name="connsiteX95" fmla="*/ 6335708 w 11269336"/>
              <a:gd name="connsiteY95" fmla="*/ 1838451 h 2323145"/>
              <a:gd name="connsiteX96" fmla="*/ 6318182 w 11269336"/>
              <a:gd name="connsiteY96" fmla="*/ 1852975 h 2323145"/>
              <a:gd name="connsiteX97" fmla="*/ 6313084 w 11269336"/>
              <a:gd name="connsiteY97" fmla="*/ 1853561 h 2323145"/>
              <a:gd name="connsiteX98" fmla="*/ 6283816 w 11269336"/>
              <a:gd name="connsiteY98" fmla="*/ 1872148 h 2323145"/>
              <a:gd name="connsiteX99" fmla="*/ 6282550 w 11269336"/>
              <a:gd name="connsiteY99" fmla="*/ 1871392 h 2323145"/>
              <a:gd name="connsiteX100" fmla="*/ 6270527 w 11269336"/>
              <a:gd name="connsiteY100" fmla="*/ 1872208 h 2323145"/>
              <a:gd name="connsiteX101" fmla="*/ 6249518 w 11269336"/>
              <a:gd name="connsiteY101" fmla="*/ 1876079 h 2323145"/>
              <a:gd name="connsiteX102" fmla="*/ 6190386 w 11269336"/>
              <a:gd name="connsiteY102" fmla="*/ 1872478 h 2323145"/>
              <a:gd name="connsiteX103" fmla="*/ 6159777 w 11269336"/>
              <a:gd name="connsiteY103" fmla="*/ 1891745 h 2323145"/>
              <a:gd name="connsiteX104" fmla="*/ 6153131 w 11269336"/>
              <a:gd name="connsiteY104" fmla="*/ 1895079 h 2323145"/>
              <a:gd name="connsiteX105" fmla="*/ 6152798 w 11269336"/>
              <a:gd name="connsiteY105" fmla="*/ 1894920 h 2323145"/>
              <a:gd name="connsiteX106" fmla="*/ 6145388 w 11269336"/>
              <a:gd name="connsiteY106" fmla="*/ 1897990 h 2323145"/>
              <a:gd name="connsiteX107" fmla="*/ 6141014 w 11269336"/>
              <a:gd name="connsiteY107" fmla="*/ 1901155 h 2323145"/>
              <a:gd name="connsiteX108" fmla="*/ 6128122 w 11269336"/>
              <a:gd name="connsiteY108" fmla="*/ 1907623 h 2323145"/>
              <a:gd name="connsiteX109" fmla="*/ 6122351 w 11269336"/>
              <a:gd name="connsiteY109" fmla="*/ 1908359 h 2323145"/>
              <a:gd name="connsiteX110" fmla="*/ 6064750 w 11269336"/>
              <a:gd name="connsiteY110" fmla="*/ 1896394 h 2323145"/>
              <a:gd name="connsiteX111" fmla="*/ 5964230 w 11269336"/>
              <a:gd name="connsiteY111" fmla="*/ 1910038 h 2323145"/>
              <a:gd name="connsiteX112" fmla="*/ 5865399 w 11269336"/>
              <a:gd name="connsiteY112" fmla="*/ 1926966 h 2323145"/>
              <a:gd name="connsiteX113" fmla="*/ 5829951 w 11269336"/>
              <a:gd name="connsiteY113" fmla="*/ 1934755 h 2323145"/>
              <a:gd name="connsiteX114" fmla="*/ 5765285 w 11269336"/>
              <a:gd name="connsiteY114" fmla="*/ 1941322 h 2323145"/>
              <a:gd name="connsiteX115" fmla="*/ 5734750 w 11269336"/>
              <a:gd name="connsiteY115" fmla="*/ 1939793 h 2323145"/>
              <a:gd name="connsiteX116" fmla="*/ 5733569 w 11269336"/>
              <a:gd name="connsiteY116" fmla="*/ 1940505 h 2323145"/>
              <a:gd name="connsiteX117" fmla="*/ 5730329 w 11269336"/>
              <a:gd name="connsiteY117" fmla="*/ 1937845 h 2323145"/>
              <a:gd name="connsiteX118" fmla="*/ 5724661 w 11269336"/>
              <a:gd name="connsiteY118" fmla="*/ 1937455 h 2323145"/>
              <a:gd name="connsiteX119" fmla="*/ 5710186 w 11269336"/>
              <a:gd name="connsiteY119" fmla="*/ 1941370 h 2323145"/>
              <a:gd name="connsiteX120" fmla="*/ 5704910 w 11269336"/>
              <a:gd name="connsiteY120" fmla="*/ 1943663 h 2323145"/>
              <a:gd name="connsiteX121" fmla="*/ 5696836 w 11269336"/>
              <a:gd name="connsiteY121" fmla="*/ 1945271 h 2323145"/>
              <a:gd name="connsiteX122" fmla="*/ 5696583 w 11269336"/>
              <a:gd name="connsiteY122" fmla="*/ 1945050 h 2323145"/>
              <a:gd name="connsiteX123" fmla="*/ 5689123 w 11269336"/>
              <a:gd name="connsiteY123" fmla="*/ 1947067 h 2323145"/>
              <a:gd name="connsiteX124" fmla="*/ 5653291 w 11269336"/>
              <a:gd name="connsiteY124" fmla="*/ 1960245 h 2323145"/>
              <a:gd name="connsiteX125" fmla="*/ 5599385 w 11269336"/>
              <a:gd name="connsiteY125" fmla="*/ 1945198 h 2323145"/>
              <a:gd name="connsiteX126" fmla="*/ 5578300 w 11269336"/>
              <a:gd name="connsiteY126" fmla="*/ 1944963 h 2323145"/>
              <a:gd name="connsiteX127" fmla="*/ 5566758 w 11269336"/>
              <a:gd name="connsiteY127" fmla="*/ 1943441 h 2323145"/>
              <a:gd name="connsiteX128" fmla="*/ 5565857 w 11269336"/>
              <a:gd name="connsiteY128" fmla="*/ 1942445 h 2323145"/>
              <a:gd name="connsiteX129" fmla="*/ 5531534 w 11269336"/>
              <a:gd name="connsiteY129" fmla="*/ 1955208 h 2323145"/>
              <a:gd name="connsiteX130" fmla="*/ 5526552 w 11269336"/>
              <a:gd name="connsiteY130" fmla="*/ 1954799 h 2323145"/>
              <a:gd name="connsiteX131" fmla="*/ 5504723 w 11269336"/>
              <a:gd name="connsiteY131" fmla="*/ 1965811 h 2323145"/>
              <a:gd name="connsiteX132" fmla="*/ 5493156 w 11269336"/>
              <a:gd name="connsiteY132" fmla="*/ 1970063 h 2323145"/>
              <a:gd name="connsiteX133" fmla="*/ 5490486 w 11269336"/>
              <a:gd name="connsiteY133" fmla="*/ 1974227 h 2323145"/>
              <a:gd name="connsiteX134" fmla="*/ 5473107 w 11269336"/>
              <a:gd name="connsiteY134" fmla="*/ 1979001 h 2323145"/>
              <a:gd name="connsiteX135" fmla="*/ 5470885 w 11269336"/>
              <a:gd name="connsiteY135" fmla="*/ 1978432 h 2323145"/>
              <a:gd name="connsiteX136" fmla="*/ 5457393 w 11269336"/>
              <a:gd name="connsiteY136" fmla="*/ 1986525 h 2323145"/>
              <a:gd name="connsiteX137" fmla="*/ 5447102 w 11269336"/>
              <a:gd name="connsiteY137" fmla="*/ 1998329 h 2323145"/>
              <a:gd name="connsiteX138" fmla="*/ 5159151 w 11269336"/>
              <a:gd name="connsiteY138" fmla="*/ 2029640 h 2323145"/>
              <a:gd name="connsiteX139" fmla="*/ 5041688 w 11269336"/>
              <a:gd name="connsiteY139" fmla="*/ 2022334 h 2323145"/>
              <a:gd name="connsiteX140" fmla="*/ 4860988 w 11269336"/>
              <a:gd name="connsiteY140" fmla="*/ 2135698 h 2323145"/>
              <a:gd name="connsiteX141" fmla="*/ 4807902 w 11269336"/>
              <a:gd name="connsiteY141" fmla="*/ 2138894 h 2323145"/>
              <a:gd name="connsiteX142" fmla="*/ 4765388 w 11269336"/>
              <a:gd name="connsiteY142" fmla="*/ 2162525 h 2323145"/>
              <a:gd name="connsiteX143" fmla="*/ 4745033 w 11269336"/>
              <a:gd name="connsiteY143" fmla="*/ 2158859 h 2323145"/>
              <a:gd name="connsiteX144" fmla="*/ 4741475 w 11269336"/>
              <a:gd name="connsiteY144" fmla="*/ 2157998 h 2323145"/>
              <a:gd name="connsiteX145" fmla="*/ 4728247 w 11269336"/>
              <a:gd name="connsiteY145" fmla="*/ 2159526 h 2323145"/>
              <a:gd name="connsiteX146" fmla="*/ 4723263 w 11269336"/>
              <a:gd name="connsiteY146" fmla="*/ 2153742 h 2323145"/>
              <a:gd name="connsiteX147" fmla="*/ 4702453 w 11269336"/>
              <a:gd name="connsiteY147" fmla="*/ 2151586 h 2323145"/>
              <a:gd name="connsiteX148" fmla="*/ 4678455 w 11269336"/>
              <a:gd name="connsiteY148" fmla="*/ 2156131 h 2323145"/>
              <a:gd name="connsiteX149" fmla="*/ 4593061 w 11269336"/>
              <a:gd name="connsiteY149" fmla="*/ 2171597 h 2323145"/>
              <a:gd name="connsiteX150" fmla="*/ 4579902 w 11269336"/>
              <a:gd name="connsiteY150" fmla="*/ 2177927 h 2323145"/>
              <a:gd name="connsiteX151" fmla="*/ 4533444 w 11269336"/>
              <a:gd name="connsiteY151" fmla="*/ 2181200 h 2323145"/>
              <a:gd name="connsiteX152" fmla="*/ 4492832 w 11269336"/>
              <a:gd name="connsiteY152" fmla="*/ 2188033 h 2323145"/>
              <a:gd name="connsiteX153" fmla="*/ 4467257 w 11269336"/>
              <a:gd name="connsiteY153" fmla="*/ 2196121 h 2323145"/>
              <a:gd name="connsiteX154" fmla="*/ 4459937 w 11269336"/>
              <a:gd name="connsiteY154" fmla="*/ 2195182 h 2323145"/>
              <a:gd name="connsiteX155" fmla="*/ 4433312 w 11269336"/>
              <a:gd name="connsiteY155" fmla="*/ 2199004 h 2323145"/>
              <a:gd name="connsiteX156" fmla="*/ 4420601 w 11269336"/>
              <a:gd name="connsiteY156" fmla="*/ 2205158 h 2323145"/>
              <a:gd name="connsiteX157" fmla="*/ 4405765 w 11269336"/>
              <a:gd name="connsiteY157" fmla="*/ 2199902 h 2323145"/>
              <a:gd name="connsiteX158" fmla="*/ 4401354 w 11269336"/>
              <a:gd name="connsiteY158" fmla="*/ 2194745 h 2323145"/>
              <a:gd name="connsiteX159" fmla="*/ 4383151 w 11269336"/>
              <a:gd name="connsiteY159" fmla="*/ 2201140 h 2323145"/>
              <a:gd name="connsiteX160" fmla="*/ 4366646 w 11269336"/>
              <a:gd name="connsiteY160" fmla="*/ 2198564 h 2323145"/>
              <a:gd name="connsiteX161" fmla="*/ 4354009 w 11269336"/>
              <a:gd name="connsiteY161" fmla="*/ 2204984 h 2323145"/>
              <a:gd name="connsiteX162" fmla="*/ 4348284 w 11269336"/>
              <a:gd name="connsiteY162" fmla="*/ 2205270 h 2323145"/>
              <a:gd name="connsiteX163" fmla="*/ 4333906 w 11269336"/>
              <a:gd name="connsiteY163" fmla="*/ 2205251 h 2323145"/>
              <a:gd name="connsiteX164" fmla="*/ 4308819 w 11269336"/>
              <a:gd name="connsiteY164" fmla="*/ 2203822 h 2323145"/>
              <a:gd name="connsiteX165" fmla="*/ 4301210 w 11269336"/>
              <a:gd name="connsiteY165" fmla="*/ 2204456 h 2323145"/>
              <a:gd name="connsiteX166" fmla="*/ 4283095 w 11269336"/>
              <a:gd name="connsiteY166" fmla="*/ 2198177 h 2323145"/>
              <a:gd name="connsiteX167" fmla="*/ 4250119 w 11269336"/>
              <a:gd name="connsiteY167" fmla="*/ 2196342 h 2323145"/>
              <a:gd name="connsiteX168" fmla="*/ 4189203 w 11269336"/>
              <a:gd name="connsiteY168" fmla="*/ 2178994 h 2323145"/>
              <a:gd name="connsiteX169" fmla="*/ 4154035 w 11269336"/>
              <a:gd name="connsiteY169" fmla="*/ 2171950 h 2323145"/>
              <a:gd name="connsiteX170" fmla="*/ 4129569 w 11269336"/>
              <a:gd name="connsiteY170" fmla="*/ 2163850 h 2323145"/>
              <a:gd name="connsiteX171" fmla="*/ 4061250 w 11269336"/>
              <a:gd name="connsiteY171" fmla="*/ 2159236 h 2323145"/>
              <a:gd name="connsiteX172" fmla="*/ 3945480 w 11269336"/>
              <a:gd name="connsiteY172" fmla="*/ 2158279 h 2323145"/>
              <a:gd name="connsiteX173" fmla="*/ 3921468 w 11269336"/>
              <a:gd name="connsiteY173" fmla="*/ 2156588 h 2323145"/>
              <a:gd name="connsiteX174" fmla="*/ 3903348 w 11269336"/>
              <a:gd name="connsiteY174" fmla="*/ 2149220 h 2323145"/>
              <a:gd name="connsiteX175" fmla="*/ 3901342 w 11269336"/>
              <a:gd name="connsiteY175" fmla="*/ 2142355 h 2323145"/>
              <a:gd name="connsiteX176" fmla="*/ 3888539 w 11269336"/>
              <a:gd name="connsiteY176" fmla="*/ 2140476 h 2323145"/>
              <a:gd name="connsiteX177" fmla="*/ 3885662 w 11269336"/>
              <a:gd name="connsiteY177" fmla="*/ 2138740 h 2323145"/>
              <a:gd name="connsiteX178" fmla="*/ 3868627 w 11269336"/>
              <a:gd name="connsiteY178" fmla="*/ 2130023 h 2323145"/>
              <a:gd name="connsiteX179" fmla="*/ 3819177 w 11269336"/>
              <a:gd name="connsiteY179" fmla="*/ 2142111 h 2323145"/>
              <a:gd name="connsiteX180" fmla="*/ 3769100 w 11269336"/>
              <a:gd name="connsiteY180" fmla="*/ 2131731 h 2323145"/>
              <a:gd name="connsiteX181" fmla="*/ 3562752 w 11269336"/>
              <a:gd name="connsiteY181" fmla="*/ 2131785 h 2323145"/>
              <a:gd name="connsiteX182" fmla="*/ 3541402 w 11269336"/>
              <a:gd name="connsiteY182" fmla="*/ 2106821 h 2323145"/>
              <a:gd name="connsiteX183" fmla="*/ 3365341 w 11269336"/>
              <a:gd name="connsiteY183" fmla="*/ 2077638 h 2323145"/>
              <a:gd name="connsiteX184" fmla="*/ 3170922 w 11269336"/>
              <a:gd name="connsiteY184" fmla="*/ 2115957 h 2323145"/>
              <a:gd name="connsiteX185" fmla="*/ 3156256 w 11269336"/>
              <a:gd name="connsiteY185" fmla="*/ 2124773 h 2323145"/>
              <a:gd name="connsiteX186" fmla="*/ 3140298 w 11269336"/>
              <a:gd name="connsiteY186" fmla="*/ 2129182 h 2323145"/>
              <a:gd name="connsiteX187" fmla="*/ 3138514 w 11269336"/>
              <a:gd name="connsiteY187" fmla="*/ 2128069 h 2323145"/>
              <a:gd name="connsiteX188" fmla="*/ 3120467 w 11269336"/>
              <a:gd name="connsiteY188" fmla="*/ 2128281 h 2323145"/>
              <a:gd name="connsiteX189" fmla="*/ 3116175 w 11269336"/>
              <a:gd name="connsiteY189" fmla="*/ 2131633 h 2323145"/>
              <a:gd name="connsiteX190" fmla="*/ 3103685 w 11269336"/>
              <a:gd name="connsiteY190" fmla="*/ 2132814 h 2323145"/>
              <a:gd name="connsiteX191" fmla="*/ 3078794 w 11269336"/>
              <a:gd name="connsiteY191" fmla="*/ 2137935 h 2323145"/>
              <a:gd name="connsiteX192" fmla="*/ 3074407 w 11269336"/>
              <a:gd name="connsiteY192" fmla="*/ 2136274 h 2323145"/>
              <a:gd name="connsiteX193" fmla="*/ 3037285 w 11269336"/>
              <a:gd name="connsiteY193" fmla="*/ 2139919 h 2323145"/>
              <a:gd name="connsiteX194" fmla="*/ 3036901 w 11269336"/>
              <a:gd name="connsiteY194" fmla="*/ 2138726 h 2323145"/>
              <a:gd name="connsiteX195" fmla="*/ 3026996 w 11269336"/>
              <a:gd name="connsiteY195" fmla="*/ 2134322 h 2323145"/>
              <a:gd name="connsiteX196" fmla="*/ 3007772 w 11269336"/>
              <a:gd name="connsiteY196" fmla="*/ 2128742 h 2323145"/>
              <a:gd name="connsiteX197" fmla="*/ 2965030 w 11269336"/>
              <a:gd name="connsiteY197" fmla="*/ 2100494 h 2323145"/>
              <a:gd name="connsiteX198" fmla="*/ 2926342 w 11269336"/>
              <a:gd name="connsiteY198" fmla="*/ 2104155 h 2323145"/>
              <a:gd name="connsiteX199" fmla="*/ 2918608 w 11269336"/>
              <a:gd name="connsiteY199" fmla="*/ 2104215 h 2323145"/>
              <a:gd name="connsiteX200" fmla="*/ 2918475 w 11269336"/>
              <a:gd name="connsiteY200" fmla="*/ 2103937 h 2323145"/>
              <a:gd name="connsiteX201" fmla="*/ 2910360 w 11269336"/>
              <a:gd name="connsiteY201" fmla="*/ 2103444 h 2323145"/>
              <a:gd name="connsiteX202" fmla="*/ 2904507 w 11269336"/>
              <a:gd name="connsiteY202" fmla="*/ 2104326 h 2323145"/>
              <a:gd name="connsiteX203" fmla="*/ 2889503 w 11269336"/>
              <a:gd name="connsiteY203" fmla="*/ 2104443 h 2323145"/>
              <a:gd name="connsiteX204" fmla="*/ 2884480 w 11269336"/>
              <a:gd name="connsiteY204" fmla="*/ 2102626 h 2323145"/>
              <a:gd name="connsiteX205" fmla="*/ 2882689 w 11269336"/>
              <a:gd name="connsiteY205" fmla="*/ 2099228 h 2323145"/>
              <a:gd name="connsiteX206" fmla="*/ 2881291 w 11269336"/>
              <a:gd name="connsiteY206" fmla="*/ 2099618 h 2323145"/>
              <a:gd name="connsiteX207" fmla="*/ 2853979 w 11269336"/>
              <a:gd name="connsiteY207" fmla="*/ 2090388 h 2323145"/>
              <a:gd name="connsiteX208" fmla="*/ 2791790 w 11269336"/>
              <a:gd name="connsiteY208" fmla="*/ 2080332 h 2323145"/>
              <a:gd name="connsiteX209" fmla="*/ 2755844 w 11269336"/>
              <a:gd name="connsiteY209" fmla="*/ 2078874 h 2323145"/>
              <a:gd name="connsiteX210" fmla="*/ 2657742 w 11269336"/>
              <a:gd name="connsiteY210" fmla="*/ 2070179 h 2323145"/>
              <a:gd name="connsiteX211" fmla="*/ 2559549 w 11269336"/>
              <a:gd name="connsiteY211" fmla="*/ 2057873 h 2323145"/>
              <a:gd name="connsiteX212" fmla="*/ 2512054 w 11269336"/>
              <a:gd name="connsiteY212" fmla="*/ 2031671 h 2323145"/>
              <a:gd name="connsiteX213" fmla="*/ 2506437 w 11269336"/>
              <a:gd name="connsiteY213" fmla="*/ 2030918 h 2323145"/>
              <a:gd name="connsiteX214" fmla="*/ 2491752 w 11269336"/>
              <a:gd name="connsiteY214" fmla="*/ 2033906 h 2323145"/>
              <a:gd name="connsiteX215" fmla="*/ 2486338 w 11269336"/>
              <a:gd name="connsiteY215" fmla="*/ 2035862 h 2323145"/>
              <a:gd name="connsiteX216" fmla="*/ 2478186 w 11269336"/>
              <a:gd name="connsiteY216" fmla="*/ 2036953 h 2323145"/>
              <a:gd name="connsiteX217" fmla="*/ 2477950 w 11269336"/>
              <a:gd name="connsiteY217" fmla="*/ 2036715 h 2323145"/>
              <a:gd name="connsiteX218" fmla="*/ 2470381 w 11269336"/>
              <a:gd name="connsiteY218" fmla="*/ 2038256 h 2323145"/>
              <a:gd name="connsiteX219" fmla="*/ 2433781 w 11269336"/>
              <a:gd name="connsiteY219" fmla="*/ 2049140 h 2323145"/>
              <a:gd name="connsiteX220" fmla="*/ 2381172 w 11269336"/>
              <a:gd name="connsiteY220" fmla="*/ 2030645 h 2323145"/>
              <a:gd name="connsiteX221" fmla="*/ 2360198 w 11269336"/>
              <a:gd name="connsiteY221" fmla="*/ 2029059 h 2323145"/>
              <a:gd name="connsiteX222" fmla="*/ 2348815 w 11269336"/>
              <a:gd name="connsiteY222" fmla="*/ 2026798 h 2323145"/>
              <a:gd name="connsiteX223" fmla="*/ 2347988 w 11269336"/>
              <a:gd name="connsiteY223" fmla="*/ 2025745 h 2323145"/>
              <a:gd name="connsiteX224" fmla="*/ 2312920 w 11269336"/>
              <a:gd name="connsiteY224" fmla="*/ 2036311 h 2323145"/>
              <a:gd name="connsiteX225" fmla="*/ 2307986 w 11269336"/>
              <a:gd name="connsiteY225" fmla="*/ 2035583 h 2323145"/>
              <a:gd name="connsiteX226" fmla="*/ 2285481 w 11269336"/>
              <a:gd name="connsiteY226" fmla="*/ 2045197 h 2323145"/>
              <a:gd name="connsiteX227" fmla="*/ 2273666 w 11269336"/>
              <a:gd name="connsiteY227" fmla="*/ 2048710 h 2323145"/>
              <a:gd name="connsiteX228" fmla="*/ 2270719 w 11269336"/>
              <a:gd name="connsiteY228" fmla="*/ 2052702 h 2323145"/>
              <a:gd name="connsiteX229" fmla="*/ 2253080 w 11269336"/>
              <a:gd name="connsiteY229" fmla="*/ 2056363 h 2323145"/>
              <a:gd name="connsiteX230" fmla="*/ 2250906 w 11269336"/>
              <a:gd name="connsiteY230" fmla="*/ 2055654 h 2323145"/>
              <a:gd name="connsiteX231" fmla="*/ 2236905 w 11269336"/>
              <a:gd name="connsiteY231" fmla="*/ 2062882 h 2323145"/>
              <a:gd name="connsiteX232" fmla="*/ 2225830 w 11269336"/>
              <a:gd name="connsiteY232" fmla="*/ 2074027 h 2323145"/>
              <a:gd name="connsiteX233" fmla="*/ 2073776 w 11269336"/>
              <a:gd name="connsiteY233" fmla="*/ 2089244 h 2323145"/>
              <a:gd name="connsiteX234" fmla="*/ 1948256 w 11269336"/>
              <a:gd name="connsiteY234" fmla="*/ 2146616 h 2323145"/>
              <a:gd name="connsiteX235" fmla="*/ 1865582 w 11269336"/>
              <a:gd name="connsiteY235" fmla="*/ 2153738 h 2323145"/>
              <a:gd name="connsiteX236" fmla="*/ 1835210 w 11269336"/>
              <a:gd name="connsiteY236" fmla="*/ 2134244 h 2323145"/>
              <a:gd name="connsiteX237" fmla="*/ 1632661 w 11269336"/>
              <a:gd name="connsiteY237" fmla="*/ 2173882 h 2323145"/>
              <a:gd name="connsiteX238" fmla="*/ 1579590 w 11269336"/>
              <a:gd name="connsiteY238" fmla="*/ 2173680 h 2323145"/>
              <a:gd name="connsiteX239" fmla="*/ 1535601 w 11269336"/>
              <a:gd name="connsiteY239" fmla="*/ 2194590 h 2323145"/>
              <a:gd name="connsiteX240" fmla="*/ 1515594 w 11269336"/>
              <a:gd name="connsiteY240" fmla="*/ 2189622 h 2323145"/>
              <a:gd name="connsiteX241" fmla="*/ 1512113 w 11269336"/>
              <a:gd name="connsiteY241" fmla="*/ 2188534 h 2323145"/>
              <a:gd name="connsiteX242" fmla="*/ 1498838 w 11269336"/>
              <a:gd name="connsiteY242" fmla="*/ 2189213 h 2323145"/>
              <a:gd name="connsiteX243" fmla="*/ 1494279 w 11269336"/>
              <a:gd name="connsiteY243" fmla="*/ 2183112 h 2323145"/>
              <a:gd name="connsiteX244" fmla="*/ 1473714 w 11269336"/>
              <a:gd name="connsiteY244" fmla="*/ 2179625 h 2323145"/>
              <a:gd name="connsiteX245" fmla="*/ 1449503 w 11269336"/>
              <a:gd name="connsiteY245" fmla="*/ 2182633 h 2323145"/>
              <a:gd name="connsiteX246" fmla="*/ 1266687 w 11269336"/>
              <a:gd name="connsiteY246" fmla="*/ 2212688 h 2323145"/>
              <a:gd name="connsiteX247" fmla="*/ 1239614 w 11269336"/>
              <a:gd name="connsiteY247" fmla="*/ 2209727 h 2323145"/>
              <a:gd name="connsiteX248" fmla="*/ 1202436 w 11269336"/>
              <a:gd name="connsiteY248" fmla="*/ 2209817 h 2323145"/>
              <a:gd name="connsiteX249" fmla="*/ 1136097 w 11269336"/>
              <a:gd name="connsiteY249" fmla="*/ 2205112 h 2323145"/>
              <a:gd name="connsiteX250" fmla="*/ 988232 w 11269336"/>
              <a:gd name="connsiteY250" fmla="*/ 2235635 h 2323145"/>
              <a:gd name="connsiteX251" fmla="*/ 981959 w 11269336"/>
              <a:gd name="connsiteY251" fmla="*/ 2231607 h 2323145"/>
              <a:gd name="connsiteX252" fmla="*/ 938600 w 11269336"/>
              <a:gd name="connsiteY252" fmla="*/ 2238113 h 2323145"/>
              <a:gd name="connsiteX253" fmla="*/ 791788 w 11269336"/>
              <a:gd name="connsiteY253" fmla="*/ 2293224 h 2323145"/>
              <a:gd name="connsiteX254" fmla="*/ 706914 w 11269336"/>
              <a:gd name="connsiteY254" fmla="*/ 2305046 h 2323145"/>
              <a:gd name="connsiteX255" fmla="*/ 675971 w 11269336"/>
              <a:gd name="connsiteY255" fmla="*/ 2304030 h 2323145"/>
              <a:gd name="connsiteX256" fmla="*/ 624180 w 11269336"/>
              <a:gd name="connsiteY256" fmla="*/ 2302650 h 2323145"/>
              <a:gd name="connsiteX257" fmla="*/ 583453 w 11269336"/>
              <a:gd name="connsiteY257" fmla="*/ 2288788 h 2323145"/>
              <a:gd name="connsiteX258" fmla="*/ 540946 w 11269336"/>
              <a:gd name="connsiteY258" fmla="*/ 2292721 h 2323145"/>
              <a:gd name="connsiteX259" fmla="*/ 533680 w 11269336"/>
              <a:gd name="connsiteY259" fmla="*/ 2310233 h 2323145"/>
              <a:gd name="connsiteX260" fmla="*/ 487366 w 11269336"/>
              <a:gd name="connsiteY260" fmla="*/ 2309053 h 2323145"/>
              <a:gd name="connsiteX261" fmla="*/ 416820 w 11269336"/>
              <a:gd name="connsiteY261" fmla="*/ 2305443 h 2323145"/>
              <a:gd name="connsiteX262" fmla="*/ 376805 w 11269336"/>
              <a:gd name="connsiteY262" fmla="*/ 2307647 h 2323145"/>
              <a:gd name="connsiteX263" fmla="*/ 266777 w 11269336"/>
              <a:gd name="connsiteY263" fmla="*/ 2309012 h 2323145"/>
              <a:gd name="connsiteX264" fmla="*/ 156013 w 11269336"/>
              <a:gd name="connsiteY264" fmla="*/ 2306832 h 2323145"/>
              <a:gd name="connsiteX265" fmla="*/ 87258 w 11269336"/>
              <a:gd name="connsiteY265" fmla="*/ 2285511 h 2323145"/>
              <a:gd name="connsiteX266" fmla="*/ 23798 w 11269336"/>
              <a:gd name="connsiteY266" fmla="*/ 2281822 h 2323145"/>
              <a:gd name="connsiteX267" fmla="*/ 0 w 11269336"/>
              <a:gd name="connsiteY267" fmla="*/ 2285369 h 2323145"/>
              <a:gd name="connsiteX268" fmla="*/ 0 w 11269336"/>
              <a:gd name="connsiteY268"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561831 w 11269336"/>
              <a:gd name="connsiteY19" fmla="*/ 547649 h 2323145"/>
              <a:gd name="connsiteX20" fmla="*/ 9380600 w 11269336"/>
              <a:gd name="connsiteY20" fmla="*/ 549821 h 2323145"/>
              <a:gd name="connsiteX21" fmla="*/ 9139429 w 11269336"/>
              <a:gd name="connsiteY21" fmla="*/ 696446 h 2323145"/>
              <a:gd name="connsiteX22" fmla="*/ 9114263 w 11269336"/>
              <a:gd name="connsiteY22" fmla="*/ 709213 h 2323145"/>
              <a:gd name="connsiteX23" fmla="*/ 9028928 w 11269336"/>
              <a:gd name="connsiteY23" fmla="*/ 745350 h 2323145"/>
              <a:gd name="connsiteX24" fmla="*/ 8977138 w 11269336"/>
              <a:gd name="connsiteY24" fmla="*/ 774970 h 2323145"/>
              <a:gd name="connsiteX25" fmla="*/ 8947030 w 11269336"/>
              <a:gd name="connsiteY25" fmla="*/ 814934 h 2323145"/>
              <a:gd name="connsiteX26" fmla="*/ 8914746 w 11269336"/>
              <a:gd name="connsiteY26" fmla="*/ 826428 h 2323145"/>
              <a:gd name="connsiteX27" fmla="*/ 8917778 w 11269336"/>
              <a:gd name="connsiteY27" fmla="*/ 835198 h 2323145"/>
              <a:gd name="connsiteX28" fmla="*/ 8905560 w 11269336"/>
              <a:gd name="connsiteY28" fmla="*/ 838358 h 2323145"/>
              <a:gd name="connsiteX29" fmla="*/ 8897564 w 11269336"/>
              <a:gd name="connsiteY29" fmla="*/ 834287 h 2323145"/>
              <a:gd name="connsiteX30" fmla="*/ 8878040 w 11269336"/>
              <a:gd name="connsiteY30" fmla="*/ 844150 h 2323145"/>
              <a:gd name="connsiteX31" fmla="*/ 8882654 w 11269336"/>
              <a:gd name="connsiteY31" fmla="*/ 892768 h 2323145"/>
              <a:gd name="connsiteX32" fmla="*/ 8795998 w 11269336"/>
              <a:gd name="connsiteY32" fmla="*/ 863337 h 2323145"/>
              <a:gd name="connsiteX33" fmla="*/ 8776970 w 11269336"/>
              <a:gd name="connsiteY33" fmla="*/ 885177 h 2323145"/>
              <a:gd name="connsiteX34" fmla="*/ 8755719 w 11269336"/>
              <a:gd name="connsiteY34" fmla="*/ 889754 h 2323145"/>
              <a:gd name="connsiteX35" fmla="*/ 8743257 w 11269336"/>
              <a:gd name="connsiteY35" fmla="*/ 904723 h 2323145"/>
              <a:gd name="connsiteX36" fmla="*/ 8721366 w 11269336"/>
              <a:gd name="connsiteY36" fmla="*/ 904711 h 2323145"/>
              <a:gd name="connsiteX37" fmla="*/ 8678353 w 11269336"/>
              <a:gd name="connsiteY37" fmla="*/ 926318 h 2323145"/>
              <a:gd name="connsiteX38" fmla="*/ 8636849 w 11269336"/>
              <a:gd name="connsiteY38" fmla="*/ 937900 h 2323145"/>
              <a:gd name="connsiteX39" fmla="*/ 8620213 w 11269336"/>
              <a:gd name="connsiteY39" fmla="*/ 943068 h 2323145"/>
              <a:gd name="connsiteX40" fmla="*/ 8612581 w 11269336"/>
              <a:gd name="connsiteY40" fmla="*/ 952695 h 2323145"/>
              <a:gd name="connsiteX41" fmla="*/ 8589038 w 11269336"/>
              <a:gd name="connsiteY41" fmla="*/ 963892 h 2323145"/>
              <a:gd name="connsiteX42" fmla="*/ 8579950 w 11269336"/>
              <a:gd name="connsiteY42" fmla="*/ 960899 h 2323145"/>
              <a:gd name="connsiteX43" fmla="*/ 8579319 w 11269336"/>
              <a:gd name="connsiteY43" fmla="*/ 965630 h 2323145"/>
              <a:gd name="connsiteX44" fmla="*/ 8547429 w 11269336"/>
              <a:gd name="connsiteY44" fmla="*/ 984506 h 2323145"/>
              <a:gd name="connsiteX45" fmla="*/ 8478704 w 11269336"/>
              <a:gd name="connsiteY45" fmla="*/ 1025490 h 2323145"/>
              <a:gd name="connsiteX46" fmla="*/ 8461421 w 11269336"/>
              <a:gd name="connsiteY46" fmla="*/ 1035512 h 2323145"/>
              <a:gd name="connsiteX47" fmla="*/ 8445003 w 11269336"/>
              <a:gd name="connsiteY47" fmla="*/ 1036851 h 2323145"/>
              <a:gd name="connsiteX48" fmla="*/ 8357350 w 11269336"/>
              <a:gd name="connsiteY48" fmla="*/ 1060213 h 2323145"/>
              <a:gd name="connsiteX49" fmla="*/ 8335565 w 11269336"/>
              <a:gd name="connsiteY49" fmla="*/ 1061151 h 2323145"/>
              <a:gd name="connsiteX50" fmla="*/ 8325267 w 11269336"/>
              <a:gd name="connsiteY50" fmla="*/ 1055919 h 2323145"/>
              <a:gd name="connsiteX51" fmla="*/ 8293586 w 11269336"/>
              <a:gd name="connsiteY51" fmla="*/ 1076144 h 2323145"/>
              <a:gd name="connsiteX52" fmla="*/ 8242405 w 11269336"/>
              <a:gd name="connsiteY52" fmla="*/ 1095960 h 2323145"/>
              <a:gd name="connsiteX53" fmla="*/ 8197391 w 11269336"/>
              <a:gd name="connsiteY53" fmla="*/ 1107746 h 2323145"/>
              <a:gd name="connsiteX54" fmla="*/ 8081474 w 11269336"/>
              <a:gd name="connsiteY54" fmla="*/ 1130125 h 2323145"/>
              <a:gd name="connsiteX55" fmla="*/ 8053585 w 11269336"/>
              <a:gd name="connsiteY55" fmla="*/ 1129169 h 2323145"/>
              <a:gd name="connsiteX56" fmla="*/ 8038422 w 11269336"/>
              <a:gd name="connsiteY56" fmla="*/ 1119092 h 2323145"/>
              <a:gd name="connsiteX57" fmla="*/ 8029450 w 11269336"/>
              <a:gd name="connsiteY57" fmla="*/ 1125592 h 2323145"/>
              <a:gd name="connsiteX58" fmla="*/ 7959552 w 11269336"/>
              <a:gd name="connsiteY58" fmla="*/ 1140188 h 2323145"/>
              <a:gd name="connsiteX59" fmla="*/ 7914188 w 11269336"/>
              <a:gd name="connsiteY59" fmla="*/ 1150862 h 2323145"/>
              <a:gd name="connsiteX60" fmla="*/ 7914918 w 11269336"/>
              <a:gd name="connsiteY60" fmla="*/ 1168758 h 2323145"/>
              <a:gd name="connsiteX61" fmla="*/ 7875510 w 11269336"/>
              <a:gd name="connsiteY61" fmla="*/ 1183153 h 2323145"/>
              <a:gd name="connsiteX62" fmla="*/ 7829932 w 11269336"/>
              <a:gd name="connsiteY62" fmla="*/ 1180782 h 2323145"/>
              <a:gd name="connsiteX63" fmla="*/ 7779182 w 11269336"/>
              <a:gd name="connsiteY63" fmla="*/ 1192665 h 2323145"/>
              <a:gd name="connsiteX64" fmla="*/ 7748774 w 11269336"/>
              <a:gd name="connsiteY64" fmla="*/ 1199586 h 2323145"/>
              <a:gd name="connsiteX65" fmla="*/ 7671846 w 11269336"/>
              <a:gd name="connsiteY65" fmla="*/ 1231966 h 2323145"/>
              <a:gd name="connsiteX66" fmla="*/ 7554146 w 11269336"/>
              <a:gd name="connsiteY66" fmla="*/ 1319748 h 2323145"/>
              <a:gd name="connsiteX67" fmla="*/ 7515052 w 11269336"/>
              <a:gd name="connsiteY67" fmla="*/ 1336718 h 2323145"/>
              <a:gd name="connsiteX68" fmla="*/ 7507193 w 11269336"/>
              <a:gd name="connsiteY68" fmla="*/ 1334617 h 2323145"/>
              <a:gd name="connsiteX69" fmla="*/ 7461694 w 11269336"/>
              <a:gd name="connsiteY69" fmla="*/ 1375866 h 2323145"/>
              <a:gd name="connsiteX70" fmla="*/ 7377571 w 11269336"/>
              <a:gd name="connsiteY70" fmla="*/ 1400128 h 2323145"/>
              <a:gd name="connsiteX71" fmla="*/ 7311261 w 11269336"/>
              <a:gd name="connsiteY71" fmla="*/ 1412652 h 2323145"/>
              <a:gd name="connsiteX72" fmla="*/ 7275307 w 11269336"/>
              <a:gd name="connsiteY72" fmla="*/ 1422171 h 2323145"/>
              <a:gd name="connsiteX73" fmla="*/ 7247783 w 11269336"/>
              <a:gd name="connsiteY73" fmla="*/ 1426330 h 2323145"/>
              <a:gd name="connsiteX74" fmla="*/ 7185047 w 11269336"/>
              <a:gd name="connsiteY74" fmla="*/ 1451812 h 2323145"/>
              <a:gd name="connsiteX75" fmla="*/ 7084117 w 11269336"/>
              <a:gd name="connsiteY75" fmla="*/ 1500281 h 2323145"/>
              <a:gd name="connsiteX76" fmla="*/ 7062011 w 11269336"/>
              <a:gd name="connsiteY76" fmla="*/ 1509183 h 2323145"/>
              <a:gd name="connsiteX77" fmla="*/ 7040555 w 11269336"/>
              <a:gd name="connsiteY77" fmla="*/ 1511207 h 2323145"/>
              <a:gd name="connsiteX78" fmla="*/ 7033438 w 11269336"/>
              <a:gd name="connsiteY78" fmla="*/ 1506772 h 2323145"/>
              <a:gd name="connsiteX79" fmla="*/ 7020886 w 11269336"/>
              <a:gd name="connsiteY79" fmla="*/ 1510764 h 2323145"/>
              <a:gd name="connsiteX80" fmla="*/ 7017033 w 11269336"/>
              <a:gd name="connsiteY80" fmla="*/ 1510650 h 2323145"/>
              <a:gd name="connsiteX81" fmla="*/ 6995460 w 11269336"/>
              <a:gd name="connsiteY81" fmla="*/ 1511173 h 2323145"/>
              <a:gd name="connsiteX82" fmla="*/ 6962144 w 11269336"/>
              <a:gd name="connsiteY82" fmla="*/ 1541508 h 2323145"/>
              <a:gd name="connsiteX83" fmla="*/ 6910674 w 11269336"/>
              <a:gd name="connsiteY83" fmla="*/ 1554793 h 2323145"/>
              <a:gd name="connsiteX84" fmla="*/ 6732152 w 11269336"/>
              <a:gd name="connsiteY84" fmla="*/ 1642538 h 2323145"/>
              <a:gd name="connsiteX85" fmla="*/ 6694106 w 11269336"/>
              <a:gd name="connsiteY85" fmla="*/ 1632377 h 2323145"/>
              <a:gd name="connsiteX86" fmla="*/ 6617223 w 11269336"/>
              <a:gd name="connsiteY86" fmla="*/ 1659889 h 2323145"/>
              <a:gd name="connsiteX87" fmla="*/ 6521138 w 11269336"/>
              <a:gd name="connsiteY87" fmla="*/ 1744340 h 2323145"/>
              <a:gd name="connsiteX88" fmla="*/ 6380677 w 11269336"/>
              <a:gd name="connsiteY88" fmla="*/ 1796883 h 2323145"/>
              <a:gd name="connsiteX89" fmla="*/ 6374897 w 11269336"/>
              <a:gd name="connsiteY89" fmla="*/ 1809910 h 2323145"/>
              <a:gd name="connsiteX90" fmla="*/ 6364545 w 11269336"/>
              <a:gd name="connsiteY90" fmla="*/ 1820090 h 2323145"/>
              <a:gd name="connsiteX91" fmla="*/ 6362126 w 11269336"/>
              <a:gd name="connsiteY91" fmla="*/ 1819991 h 2323145"/>
              <a:gd name="connsiteX92" fmla="*/ 6346673 w 11269336"/>
              <a:gd name="connsiteY92" fmla="*/ 1827824 h 2323145"/>
              <a:gd name="connsiteX93" fmla="*/ 6345588 w 11269336"/>
              <a:gd name="connsiteY93" fmla="*/ 1832232 h 2323145"/>
              <a:gd name="connsiteX94" fmla="*/ 6335708 w 11269336"/>
              <a:gd name="connsiteY94" fmla="*/ 1838451 h 2323145"/>
              <a:gd name="connsiteX95" fmla="*/ 6318182 w 11269336"/>
              <a:gd name="connsiteY95" fmla="*/ 1852975 h 2323145"/>
              <a:gd name="connsiteX96" fmla="*/ 6313084 w 11269336"/>
              <a:gd name="connsiteY96" fmla="*/ 1853561 h 2323145"/>
              <a:gd name="connsiteX97" fmla="*/ 6283816 w 11269336"/>
              <a:gd name="connsiteY97" fmla="*/ 1872148 h 2323145"/>
              <a:gd name="connsiteX98" fmla="*/ 6282550 w 11269336"/>
              <a:gd name="connsiteY98" fmla="*/ 1871392 h 2323145"/>
              <a:gd name="connsiteX99" fmla="*/ 6270527 w 11269336"/>
              <a:gd name="connsiteY99" fmla="*/ 1872208 h 2323145"/>
              <a:gd name="connsiteX100" fmla="*/ 6249518 w 11269336"/>
              <a:gd name="connsiteY100" fmla="*/ 1876079 h 2323145"/>
              <a:gd name="connsiteX101" fmla="*/ 6190386 w 11269336"/>
              <a:gd name="connsiteY101" fmla="*/ 1872478 h 2323145"/>
              <a:gd name="connsiteX102" fmla="*/ 6159777 w 11269336"/>
              <a:gd name="connsiteY102" fmla="*/ 1891745 h 2323145"/>
              <a:gd name="connsiteX103" fmla="*/ 6153131 w 11269336"/>
              <a:gd name="connsiteY103" fmla="*/ 1895079 h 2323145"/>
              <a:gd name="connsiteX104" fmla="*/ 6152798 w 11269336"/>
              <a:gd name="connsiteY104" fmla="*/ 1894920 h 2323145"/>
              <a:gd name="connsiteX105" fmla="*/ 6145388 w 11269336"/>
              <a:gd name="connsiteY105" fmla="*/ 1897990 h 2323145"/>
              <a:gd name="connsiteX106" fmla="*/ 6141014 w 11269336"/>
              <a:gd name="connsiteY106" fmla="*/ 1901155 h 2323145"/>
              <a:gd name="connsiteX107" fmla="*/ 6128122 w 11269336"/>
              <a:gd name="connsiteY107" fmla="*/ 1907623 h 2323145"/>
              <a:gd name="connsiteX108" fmla="*/ 6122351 w 11269336"/>
              <a:gd name="connsiteY108" fmla="*/ 1908359 h 2323145"/>
              <a:gd name="connsiteX109" fmla="*/ 6064750 w 11269336"/>
              <a:gd name="connsiteY109" fmla="*/ 1896394 h 2323145"/>
              <a:gd name="connsiteX110" fmla="*/ 5964230 w 11269336"/>
              <a:gd name="connsiteY110" fmla="*/ 1910038 h 2323145"/>
              <a:gd name="connsiteX111" fmla="*/ 5865399 w 11269336"/>
              <a:gd name="connsiteY111" fmla="*/ 1926966 h 2323145"/>
              <a:gd name="connsiteX112" fmla="*/ 5829951 w 11269336"/>
              <a:gd name="connsiteY112" fmla="*/ 1934755 h 2323145"/>
              <a:gd name="connsiteX113" fmla="*/ 5765285 w 11269336"/>
              <a:gd name="connsiteY113" fmla="*/ 1941322 h 2323145"/>
              <a:gd name="connsiteX114" fmla="*/ 5734750 w 11269336"/>
              <a:gd name="connsiteY114" fmla="*/ 1939793 h 2323145"/>
              <a:gd name="connsiteX115" fmla="*/ 5733569 w 11269336"/>
              <a:gd name="connsiteY115" fmla="*/ 1940505 h 2323145"/>
              <a:gd name="connsiteX116" fmla="*/ 5730329 w 11269336"/>
              <a:gd name="connsiteY116" fmla="*/ 1937845 h 2323145"/>
              <a:gd name="connsiteX117" fmla="*/ 5724661 w 11269336"/>
              <a:gd name="connsiteY117" fmla="*/ 1937455 h 2323145"/>
              <a:gd name="connsiteX118" fmla="*/ 5710186 w 11269336"/>
              <a:gd name="connsiteY118" fmla="*/ 1941370 h 2323145"/>
              <a:gd name="connsiteX119" fmla="*/ 5704910 w 11269336"/>
              <a:gd name="connsiteY119" fmla="*/ 1943663 h 2323145"/>
              <a:gd name="connsiteX120" fmla="*/ 5696836 w 11269336"/>
              <a:gd name="connsiteY120" fmla="*/ 1945271 h 2323145"/>
              <a:gd name="connsiteX121" fmla="*/ 5696583 w 11269336"/>
              <a:gd name="connsiteY121" fmla="*/ 1945050 h 2323145"/>
              <a:gd name="connsiteX122" fmla="*/ 5689123 w 11269336"/>
              <a:gd name="connsiteY122" fmla="*/ 1947067 h 2323145"/>
              <a:gd name="connsiteX123" fmla="*/ 5653291 w 11269336"/>
              <a:gd name="connsiteY123" fmla="*/ 1960245 h 2323145"/>
              <a:gd name="connsiteX124" fmla="*/ 5599385 w 11269336"/>
              <a:gd name="connsiteY124" fmla="*/ 1945198 h 2323145"/>
              <a:gd name="connsiteX125" fmla="*/ 5578300 w 11269336"/>
              <a:gd name="connsiteY125" fmla="*/ 1944963 h 2323145"/>
              <a:gd name="connsiteX126" fmla="*/ 5566758 w 11269336"/>
              <a:gd name="connsiteY126" fmla="*/ 1943441 h 2323145"/>
              <a:gd name="connsiteX127" fmla="*/ 5565857 w 11269336"/>
              <a:gd name="connsiteY127" fmla="*/ 1942445 h 2323145"/>
              <a:gd name="connsiteX128" fmla="*/ 5531534 w 11269336"/>
              <a:gd name="connsiteY128" fmla="*/ 1955208 h 2323145"/>
              <a:gd name="connsiteX129" fmla="*/ 5526552 w 11269336"/>
              <a:gd name="connsiteY129" fmla="*/ 1954799 h 2323145"/>
              <a:gd name="connsiteX130" fmla="*/ 5504723 w 11269336"/>
              <a:gd name="connsiteY130" fmla="*/ 1965811 h 2323145"/>
              <a:gd name="connsiteX131" fmla="*/ 5493156 w 11269336"/>
              <a:gd name="connsiteY131" fmla="*/ 1970063 h 2323145"/>
              <a:gd name="connsiteX132" fmla="*/ 5490486 w 11269336"/>
              <a:gd name="connsiteY132" fmla="*/ 1974227 h 2323145"/>
              <a:gd name="connsiteX133" fmla="*/ 5473107 w 11269336"/>
              <a:gd name="connsiteY133" fmla="*/ 1979001 h 2323145"/>
              <a:gd name="connsiteX134" fmla="*/ 5470885 w 11269336"/>
              <a:gd name="connsiteY134" fmla="*/ 1978432 h 2323145"/>
              <a:gd name="connsiteX135" fmla="*/ 5457393 w 11269336"/>
              <a:gd name="connsiteY135" fmla="*/ 1986525 h 2323145"/>
              <a:gd name="connsiteX136" fmla="*/ 5447102 w 11269336"/>
              <a:gd name="connsiteY136" fmla="*/ 1998329 h 2323145"/>
              <a:gd name="connsiteX137" fmla="*/ 5159151 w 11269336"/>
              <a:gd name="connsiteY137" fmla="*/ 2029640 h 2323145"/>
              <a:gd name="connsiteX138" fmla="*/ 5041688 w 11269336"/>
              <a:gd name="connsiteY138" fmla="*/ 2022334 h 2323145"/>
              <a:gd name="connsiteX139" fmla="*/ 4860988 w 11269336"/>
              <a:gd name="connsiteY139" fmla="*/ 2135698 h 2323145"/>
              <a:gd name="connsiteX140" fmla="*/ 4807902 w 11269336"/>
              <a:gd name="connsiteY140" fmla="*/ 2138894 h 2323145"/>
              <a:gd name="connsiteX141" fmla="*/ 4765388 w 11269336"/>
              <a:gd name="connsiteY141" fmla="*/ 2162525 h 2323145"/>
              <a:gd name="connsiteX142" fmla="*/ 4745033 w 11269336"/>
              <a:gd name="connsiteY142" fmla="*/ 2158859 h 2323145"/>
              <a:gd name="connsiteX143" fmla="*/ 4741475 w 11269336"/>
              <a:gd name="connsiteY143" fmla="*/ 2157998 h 2323145"/>
              <a:gd name="connsiteX144" fmla="*/ 4728247 w 11269336"/>
              <a:gd name="connsiteY144" fmla="*/ 2159526 h 2323145"/>
              <a:gd name="connsiteX145" fmla="*/ 4723263 w 11269336"/>
              <a:gd name="connsiteY145" fmla="*/ 2153742 h 2323145"/>
              <a:gd name="connsiteX146" fmla="*/ 4702453 w 11269336"/>
              <a:gd name="connsiteY146" fmla="*/ 2151586 h 2323145"/>
              <a:gd name="connsiteX147" fmla="*/ 4678455 w 11269336"/>
              <a:gd name="connsiteY147" fmla="*/ 2156131 h 2323145"/>
              <a:gd name="connsiteX148" fmla="*/ 4593061 w 11269336"/>
              <a:gd name="connsiteY148" fmla="*/ 2171597 h 2323145"/>
              <a:gd name="connsiteX149" fmla="*/ 4579902 w 11269336"/>
              <a:gd name="connsiteY149" fmla="*/ 2177927 h 2323145"/>
              <a:gd name="connsiteX150" fmla="*/ 4533444 w 11269336"/>
              <a:gd name="connsiteY150" fmla="*/ 2181200 h 2323145"/>
              <a:gd name="connsiteX151" fmla="*/ 4492832 w 11269336"/>
              <a:gd name="connsiteY151" fmla="*/ 2188033 h 2323145"/>
              <a:gd name="connsiteX152" fmla="*/ 4467257 w 11269336"/>
              <a:gd name="connsiteY152" fmla="*/ 2196121 h 2323145"/>
              <a:gd name="connsiteX153" fmla="*/ 4459937 w 11269336"/>
              <a:gd name="connsiteY153" fmla="*/ 2195182 h 2323145"/>
              <a:gd name="connsiteX154" fmla="*/ 4433312 w 11269336"/>
              <a:gd name="connsiteY154" fmla="*/ 2199004 h 2323145"/>
              <a:gd name="connsiteX155" fmla="*/ 4420601 w 11269336"/>
              <a:gd name="connsiteY155" fmla="*/ 2205158 h 2323145"/>
              <a:gd name="connsiteX156" fmla="*/ 4405765 w 11269336"/>
              <a:gd name="connsiteY156" fmla="*/ 2199902 h 2323145"/>
              <a:gd name="connsiteX157" fmla="*/ 4401354 w 11269336"/>
              <a:gd name="connsiteY157" fmla="*/ 2194745 h 2323145"/>
              <a:gd name="connsiteX158" fmla="*/ 4383151 w 11269336"/>
              <a:gd name="connsiteY158" fmla="*/ 2201140 h 2323145"/>
              <a:gd name="connsiteX159" fmla="*/ 4366646 w 11269336"/>
              <a:gd name="connsiteY159" fmla="*/ 2198564 h 2323145"/>
              <a:gd name="connsiteX160" fmla="*/ 4354009 w 11269336"/>
              <a:gd name="connsiteY160" fmla="*/ 2204984 h 2323145"/>
              <a:gd name="connsiteX161" fmla="*/ 4348284 w 11269336"/>
              <a:gd name="connsiteY161" fmla="*/ 2205270 h 2323145"/>
              <a:gd name="connsiteX162" fmla="*/ 4333906 w 11269336"/>
              <a:gd name="connsiteY162" fmla="*/ 2205251 h 2323145"/>
              <a:gd name="connsiteX163" fmla="*/ 4308819 w 11269336"/>
              <a:gd name="connsiteY163" fmla="*/ 2203822 h 2323145"/>
              <a:gd name="connsiteX164" fmla="*/ 4301210 w 11269336"/>
              <a:gd name="connsiteY164" fmla="*/ 2204456 h 2323145"/>
              <a:gd name="connsiteX165" fmla="*/ 4283095 w 11269336"/>
              <a:gd name="connsiteY165" fmla="*/ 2198177 h 2323145"/>
              <a:gd name="connsiteX166" fmla="*/ 4250119 w 11269336"/>
              <a:gd name="connsiteY166" fmla="*/ 2196342 h 2323145"/>
              <a:gd name="connsiteX167" fmla="*/ 4189203 w 11269336"/>
              <a:gd name="connsiteY167" fmla="*/ 2178994 h 2323145"/>
              <a:gd name="connsiteX168" fmla="*/ 4154035 w 11269336"/>
              <a:gd name="connsiteY168" fmla="*/ 2171950 h 2323145"/>
              <a:gd name="connsiteX169" fmla="*/ 4129569 w 11269336"/>
              <a:gd name="connsiteY169" fmla="*/ 2163850 h 2323145"/>
              <a:gd name="connsiteX170" fmla="*/ 4061250 w 11269336"/>
              <a:gd name="connsiteY170" fmla="*/ 2159236 h 2323145"/>
              <a:gd name="connsiteX171" fmla="*/ 3945480 w 11269336"/>
              <a:gd name="connsiteY171" fmla="*/ 2158279 h 2323145"/>
              <a:gd name="connsiteX172" fmla="*/ 3921468 w 11269336"/>
              <a:gd name="connsiteY172" fmla="*/ 2156588 h 2323145"/>
              <a:gd name="connsiteX173" fmla="*/ 3903348 w 11269336"/>
              <a:gd name="connsiteY173" fmla="*/ 2149220 h 2323145"/>
              <a:gd name="connsiteX174" fmla="*/ 3901342 w 11269336"/>
              <a:gd name="connsiteY174" fmla="*/ 2142355 h 2323145"/>
              <a:gd name="connsiteX175" fmla="*/ 3888539 w 11269336"/>
              <a:gd name="connsiteY175" fmla="*/ 2140476 h 2323145"/>
              <a:gd name="connsiteX176" fmla="*/ 3885662 w 11269336"/>
              <a:gd name="connsiteY176" fmla="*/ 2138740 h 2323145"/>
              <a:gd name="connsiteX177" fmla="*/ 3868627 w 11269336"/>
              <a:gd name="connsiteY177" fmla="*/ 2130023 h 2323145"/>
              <a:gd name="connsiteX178" fmla="*/ 3819177 w 11269336"/>
              <a:gd name="connsiteY178" fmla="*/ 2142111 h 2323145"/>
              <a:gd name="connsiteX179" fmla="*/ 3769100 w 11269336"/>
              <a:gd name="connsiteY179" fmla="*/ 2131731 h 2323145"/>
              <a:gd name="connsiteX180" fmla="*/ 3562752 w 11269336"/>
              <a:gd name="connsiteY180" fmla="*/ 2131785 h 2323145"/>
              <a:gd name="connsiteX181" fmla="*/ 3541402 w 11269336"/>
              <a:gd name="connsiteY181" fmla="*/ 2106821 h 2323145"/>
              <a:gd name="connsiteX182" fmla="*/ 3365341 w 11269336"/>
              <a:gd name="connsiteY182" fmla="*/ 2077638 h 2323145"/>
              <a:gd name="connsiteX183" fmla="*/ 3170922 w 11269336"/>
              <a:gd name="connsiteY183" fmla="*/ 2115957 h 2323145"/>
              <a:gd name="connsiteX184" fmla="*/ 3156256 w 11269336"/>
              <a:gd name="connsiteY184" fmla="*/ 2124773 h 2323145"/>
              <a:gd name="connsiteX185" fmla="*/ 3140298 w 11269336"/>
              <a:gd name="connsiteY185" fmla="*/ 2129182 h 2323145"/>
              <a:gd name="connsiteX186" fmla="*/ 3138514 w 11269336"/>
              <a:gd name="connsiteY186" fmla="*/ 2128069 h 2323145"/>
              <a:gd name="connsiteX187" fmla="*/ 3120467 w 11269336"/>
              <a:gd name="connsiteY187" fmla="*/ 2128281 h 2323145"/>
              <a:gd name="connsiteX188" fmla="*/ 3116175 w 11269336"/>
              <a:gd name="connsiteY188" fmla="*/ 2131633 h 2323145"/>
              <a:gd name="connsiteX189" fmla="*/ 3103685 w 11269336"/>
              <a:gd name="connsiteY189" fmla="*/ 2132814 h 2323145"/>
              <a:gd name="connsiteX190" fmla="*/ 3078794 w 11269336"/>
              <a:gd name="connsiteY190" fmla="*/ 2137935 h 2323145"/>
              <a:gd name="connsiteX191" fmla="*/ 3074407 w 11269336"/>
              <a:gd name="connsiteY191" fmla="*/ 2136274 h 2323145"/>
              <a:gd name="connsiteX192" fmla="*/ 3037285 w 11269336"/>
              <a:gd name="connsiteY192" fmla="*/ 2139919 h 2323145"/>
              <a:gd name="connsiteX193" fmla="*/ 3036901 w 11269336"/>
              <a:gd name="connsiteY193" fmla="*/ 2138726 h 2323145"/>
              <a:gd name="connsiteX194" fmla="*/ 3026996 w 11269336"/>
              <a:gd name="connsiteY194" fmla="*/ 2134322 h 2323145"/>
              <a:gd name="connsiteX195" fmla="*/ 3007772 w 11269336"/>
              <a:gd name="connsiteY195" fmla="*/ 2128742 h 2323145"/>
              <a:gd name="connsiteX196" fmla="*/ 2965030 w 11269336"/>
              <a:gd name="connsiteY196" fmla="*/ 2100494 h 2323145"/>
              <a:gd name="connsiteX197" fmla="*/ 2926342 w 11269336"/>
              <a:gd name="connsiteY197" fmla="*/ 2104155 h 2323145"/>
              <a:gd name="connsiteX198" fmla="*/ 2918608 w 11269336"/>
              <a:gd name="connsiteY198" fmla="*/ 2104215 h 2323145"/>
              <a:gd name="connsiteX199" fmla="*/ 2918475 w 11269336"/>
              <a:gd name="connsiteY199" fmla="*/ 2103937 h 2323145"/>
              <a:gd name="connsiteX200" fmla="*/ 2910360 w 11269336"/>
              <a:gd name="connsiteY200" fmla="*/ 2103444 h 2323145"/>
              <a:gd name="connsiteX201" fmla="*/ 2904507 w 11269336"/>
              <a:gd name="connsiteY201" fmla="*/ 2104326 h 2323145"/>
              <a:gd name="connsiteX202" fmla="*/ 2889503 w 11269336"/>
              <a:gd name="connsiteY202" fmla="*/ 2104443 h 2323145"/>
              <a:gd name="connsiteX203" fmla="*/ 2884480 w 11269336"/>
              <a:gd name="connsiteY203" fmla="*/ 2102626 h 2323145"/>
              <a:gd name="connsiteX204" fmla="*/ 2882689 w 11269336"/>
              <a:gd name="connsiteY204" fmla="*/ 2099228 h 2323145"/>
              <a:gd name="connsiteX205" fmla="*/ 2881291 w 11269336"/>
              <a:gd name="connsiteY205" fmla="*/ 2099618 h 2323145"/>
              <a:gd name="connsiteX206" fmla="*/ 2853979 w 11269336"/>
              <a:gd name="connsiteY206" fmla="*/ 2090388 h 2323145"/>
              <a:gd name="connsiteX207" fmla="*/ 2791790 w 11269336"/>
              <a:gd name="connsiteY207" fmla="*/ 2080332 h 2323145"/>
              <a:gd name="connsiteX208" fmla="*/ 2755844 w 11269336"/>
              <a:gd name="connsiteY208" fmla="*/ 2078874 h 2323145"/>
              <a:gd name="connsiteX209" fmla="*/ 2657742 w 11269336"/>
              <a:gd name="connsiteY209" fmla="*/ 2070179 h 2323145"/>
              <a:gd name="connsiteX210" fmla="*/ 2559549 w 11269336"/>
              <a:gd name="connsiteY210" fmla="*/ 2057873 h 2323145"/>
              <a:gd name="connsiteX211" fmla="*/ 2512054 w 11269336"/>
              <a:gd name="connsiteY211" fmla="*/ 2031671 h 2323145"/>
              <a:gd name="connsiteX212" fmla="*/ 2506437 w 11269336"/>
              <a:gd name="connsiteY212" fmla="*/ 2030918 h 2323145"/>
              <a:gd name="connsiteX213" fmla="*/ 2491752 w 11269336"/>
              <a:gd name="connsiteY213" fmla="*/ 2033906 h 2323145"/>
              <a:gd name="connsiteX214" fmla="*/ 2486338 w 11269336"/>
              <a:gd name="connsiteY214" fmla="*/ 2035862 h 2323145"/>
              <a:gd name="connsiteX215" fmla="*/ 2478186 w 11269336"/>
              <a:gd name="connsiteY215" fmla="*/ 2036953 h 2323145"/>
              <a:gd name="connsiteX216" fmla="*/ 2477950 w 11269336"/>
              <a:gd name="connsiteY216" fmla="*/ 2036715 h 2323145"/>
              <a:gd name="connsiteX217" fmla="*/ 2470381 w 11269336"/>
              <a:gd name="connsiteY217" fmla="*/ 2038256 h 2323145"/>
              <a:gd name="connsiteX218" fmla="*/ 2433781 w 11269336"/>
              <a:gd name="connsiteY218" fmla="*/ 2049140 h 2323145"/>
              <a:gd name="connsiteX219" fmla="*/ 2381172 w 11269336"/>
              <a:gd name="connsiteY219" fmla="*/ 2030645 h 2323145"/>
              <a:gd name="connsiteX220" fmla="*/ 2360198 w 11269336"/>
              <a:gd name="connsiteY220" fmla="*/ 2029059 h 2323145"/>
              <a:gd name="connsiteX221" fmla="*/ 2348815 w 11269336"/>
              <a:gd name="connsiteY221" fmla="*/ 2026798 h 2323145"/>
              <a:gd name="connsiteX222" fmla="*/ 2347988 w 11269336"/>
              <a:gd name="connsiteY222" fmla="*/ 2025745 h 2323145"/>
              <a:gd name="connsiteX223" fmla="*/ 2312920 w 11269336"/>
              <a:gd name="connsiteY223" fmla="*/ 2036311 h 2323145"/>
              <a:gd name="connsiteX224" fmla="*/ 2307986 w 11269336"/>
              <a:gd name="connsiteY224" fmla="*/ 2035583 h 2323145"/>
              <a:gd name="connsiteX225" fmla="*/ 2285481 w 11269336"/>
              <a:gd name="connsiteY225" fmla="*/ 2045197 h 2323145"/>
              <a:gd name="connsiteX226" fmla="*/ 2273666 w 11269336"/>
              <a:gd name="connsiteY226" fmla="*/ 2048710 h 2323145"/>
              <a:gd name="connsiteX227" fmla="*/ 2270719 w 11269336"/>
              <a:gd name="connsiteY227" fmla="*/ 2052702 h 2323145"/>
              <a:gd name="connsiteX228" fmla="*/ 2253080 w 11269336"/>
              <a:gd name="connsiteY228" fmla="*/ 2056363 h 2323145"/>
              <a:gd name="connsiteX229" fmla="*/ 2250906 w 11269336"/>
              <a:gd name="connsiteY229" fmla="*/ 2055654 h 2323145"/>
              <a:gd name="connsiteX230" fmla="*/ 2236905 w 11269336"/>
              <a:gd name="connsiteY230" fmla="*/ 2062882 h 2323145"/>
              <a:gd name="connsiteX231" fmla="*/ 2225830 w 11269336"/>
              <a:gd name="connsiteY231" fmla="*/ 2074027 h 2323145"/>
              <a:gd name="connsiteX232" fmla="*/ 2073776 w 11269336"/>
              <a:gd name="connsiteY232" fmla="*/ 2089244 h 2323145"/>
              <a:gd name="connsiteX233" fmla="*/ 1948256 w 11269336"/>
              <a:gd name="connsiteY233" fmla="*/ 2146616 h 2323145"/>
              <a:gd name="connsiteX234" fmla="*/ 1865582 w 11269336"/>
              <a:gd name="connsiteY234" fmla="*/ 2153738 h 2323145"/>
              <a:gd name="connsiteX235" fmla="*/ 1835210 w 11269336"/>
              <a:gd name="connsiteY235" fmla="*/ 2134244 h 2323145"/>
              <a:gd name="connsiteX236" fmla="*/ 1632661 w 11269336"/>
              <a:gd name="connsiteY236" fmla="*/ 2173882 h 2323145"/>
              <a:gd name="connsiteX237" fmla="*/ 1579590 w 11269336"/>
              <a:gd name="connsiteY237" fmla="*/ 2173680 h 2323145"/>
              <a:gd name="connsiteX238" fmla="*/ 1535601 w 11269336"/>
              <a:gd name="connsiteY238" fmla="*/ 2194590 h 2323145"/>
              <a:gd name="connsiteX239" fmla="*/ 1515594 w 11269336"/>
              <a:gd name="connsiteY239" fmla="*/ 2189622 h 2323145"/>
              <a:gd name="connsiteX240" fmla="*/ 1512113 w 11269336"/>
              <a:gd name="connsiteY240" fmla="*/ 2188534 h 2323145"/>
              <a:gd name="connsiteX241" fmla="*/ 1498838 w 11269336"/>
              <a:gd name="connsiteY241" fmla="*/ 2189213 h 2323145"/>
              <a:gd name="connsiteX242" fmla="*/ 1494279 w 11269336"/>
              <a:gd name="connsiteY242" fmla="*/ 2183112 h 2323145"/>
              <a:gd name="connsiteX243" fmla="*/ 1473714 w 11269336"/>
              <a:gd name="connsiteY243" fmla="*/ 2179625 h 2323145"/>
              <a:gd name="connsiteX244" fmla="*/ 1449503 w 11269336"/>
              <a:gd name="connsiteY244" fmla="*/ 2182633 h 2323145"/>
              <a:gd name="connsiteX245" fmla="*/ 1266687 w 11269336"/>
              <a:gd name="connsiteY245" fmla="*/ 2212688 h 2323145"/>
              <a:gd name="connsiteX246" fmla="*/ 1239614 w 11269336"/>
              <a:gd name="connsiteY246" fmla="*/ 2209727 h 2323145"/>
              <a:gd name="connsiteX247" fmla="*/ 1202436 w 11269336"/>
              <a:gd name="connsiteY247" fmla="*/ 2209817 h 2323145"/>
              <a:gd name="connsiteX248" fmla="*/ 1136097 w 11269336"/>
              <a:gd name="connsiteY248" fmla="*/ 2205112 h 2323145"/>
              <a:gd name="connsiteX249" fmla="*/ 988232 w 11269336"/>
              <a:gd name="connsiteY249" fmla="*/ 2235635 h 2323145"/>
              <a:gd name="connsiteX250" fmla="*/ 981959 w 11269336"/>
              <a:gd name="connsiteY250" fmla="*/ 2231607 h 2323145"/>
              <a:gd name="connsiteX251" fmla="*/ 938600 w 11269336"/>
              <a:gd name="connsiteY251" fmla="*/ 2238113 h 2323145"/>
              <a:gd name="connsiteX252" fmla="*/ 791788 w 11269336"/>
              <a:gd name="connsiteY252" fmla="*/ 2293224 h 2323145"/>
              <a:gd name="connsiteX253" fmla="*/ 706914 w 11269336"/>
              <a:gd name="connsiteY253" fmla="*/ 2305046 h 2323145"/>
              <a:gd name="connsiteX254" fmla="*/ 675971 w 11269336"/>
              <a:gd name="connsiteY254" fmla="*/ 2304030 h 2323145"/>
              <a:gd name="connsiteX255" fmla="*/ 624180 w 11269336"/>
              <a:gd name="connsiteY255" fmla="*/ 2302650 h 2323145"/>
              <a:gd name="connsiteX256" fmla="*/ 583453 w 11269336"/>
              <a:gd name="connsiteY256" fmla="*/ 2288788 h 2323145"/>
              <a:gd name="connsiteX257" fmla="*/ 540946 w 11269336"/>
              <a:gd name="connsiteY257" fmla="*/ 2292721 h 2323145"/>
              <a:gd name="connsiteX258" fmla="*/ 533680 w 11269336"/>
              <a:gd name="connsiteY258" fmla="*/ 2310233 h 2323145"/>
              <a:gd name="connsiteX259" fmla="*/ 487366 w 11269336"/>
              <a:gd name="connsiteY259" fmla="*/ 2309053 h 2323145"/>
              <a:gd name="connsiteX260" fmla="*/ 416820 w 11269336"/>
              <a:gd name="connsiteY260" fmla="*/ 2305443 h 2323145"/>
              <a:gd name="connsiteX261" fmla="*/ 376805 w 11269336"/>
              <a:gd name="connsiteY261" fmla="*/ 2307647 h 2323145"/>
              <a:gd name="connsiteX262" fmla="*/ 266777 w 11269336"/>
              <a:gd name="connsiteY262" fmla="*/ 2309012 h 2323145"/>
              <a:gd name="connsiteX263" fmla="*/ 156013 w 11269336"/>
              <a:gd name="connsiteY263" fmla="*/ 2306832 h 2323145"/>
              <a:gd name="connsiteX264" fmla="*/ 87258 w 11269336"/>
              <a:gd name="connsiteY264" fmla="*/ 2285511 h 2323145"/>
              <a:gd name="connsiteX265" fmla="*/ 23798 w 11269336"/>
              <a:gd name="connsiteY265" fmla="*/ 2281822 h 2323145"/>
              <a:gd name="connsiteX266" fmla="*/ 0 w 11269336"/>
              <a:gd name="connsiteY266" fmla="*/ 2285369 h 2323145"/>
              <a:gd name="connsiteX267" fmla="*/ 0 w 11269336"/>
              <a:gd name="connsiteY267"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742561 w 11269336"/>
              <a:gd name="connsiteY18" fmla="*/ 500437 h 2323145"/>
              <a:gd name="connsiteX19" fmla="*/ 9380600 w 11269336"/>
              <a:gd name="connsiteY19" fmla="*/ 549821 h 2323145"/>
              <a:gd name="connsiteX20" fmla="*/ 9139429 w 11269336"/>
              <a:gd name="connsiteY20" fmla="*/ 696446 h 2323145"/>
              <a:gd name="connsiteX21" fmla="*/ 9114263 w 11269336"/>
              <a:gd name="connsiteY21" fmla="*/ 709213 h 2323145"/>
              <a:gd name="connsiteX22" fmla="*/ 9028928 w 11269336"/>
              <a:gd name="connsiteY22" fmla="*/ 745350 h 2323145"/>
              <a:gd name="connsiteX23" fmla="*/ 8977138 w 11269336"/>
              <a:gd name="connsiteY23" fmla="*/ 774970 h 2323145"/>
              <a:gd name="connsiteX24" fmla="*/ 8947030 w 11269336"/>
              <a:gd name="connsiteY24" fmla="*/ 814934 h 2323145"/>
              <a:gd name="connsiteX25" fmla="*/ 8914746 w 11269336"/>
              <a:gd name="connsiteY25" fmla="*/ 826428 h 2323145"/>
              <a:gd name="connsiteX26" fmla="*/ 8917778 w 11269336"/>
              <a:gd name="connsiteY26" fmla="*/ 835198 h 2323145"/>
              <a:gd name="connsiteX27" fmla="*/ 8905560 w 11269336"/>
              <a:gd name="connsiteY27" fmla="*/ 838358 h 2323145"/>
              <a:gd name="connsiteX28" fmla="*/ 8897564 w 11269336"/>
              <a:gd name="connsiteY28" fmla="*/ 834287 h 2323145"/>
              <a:gd name="connsiteX29" fmla="*/ 8878040 w 11269336"/>
              <a:gd name="connsiteY29" fmla="*/ 844150 h 2323145"/>
              <a:gd name="connsiteX30" fmla="*/ 8882654 w 11269336"/>
              <a:gd name="connsiteY30" fmla="*/ 892768 h 2323145"/>
              <a:gd name="connsiteX31" fmla="*/ 8795998 w 11269336"/>
              <a:gd name="connsiteY31" fmla="*/ 863337 h 2323145"/>
              <a:gd name="connsiteX32" fmla="*/ 8776970 w 11269336"/>
              <a:gd name="connsiteY32" fmla="*/ 885177 h 2323145"/>
              <a:gd name="connsiteX33" fmla="*/ 8755719 w 11269336"/>
              <a:gd name="connsiteY33" fmla="*/ 889754 h 2323145"/>
              <a:gd name="connsiteX34" fmla="*/ 8743257 w 11269336"/>
              <a:gd name="connsiteY34" fmla="*/ 904723 h 2323145"/>
              <a:gd name="connsiteX35" fmla="*/ 8721366 w 11269336"/>
              <a:gd name="connsiteY35" fmla="*/ 904711 h 2323145"/>
              <a:gd name="connsiteX36" fmla="*/ 8678353 w 11269336"/>
              <a:gd name="connsiteY36" fmla="*/ 926318 h 2323145"/>
              <a:gd name="connsiteX37" fmla="*/ 8636849 w 11269336"/>
              <a:gd name="connsiteY37" fmla="*/ 937900 h 2323145"/>
              <a:gd name="connsiteX38" fmla="*/ 8620213 w 11269336"/>
              <a:gd name="connsiteY38" fmla="*/ 943068 h 2323145"/>
              <a:gd name="connsiteX39" fmla="*/ 8612581 w 11269336"/>
              <a:gd name="connsiteY39" fmla="*/ 952695 h 2323145"/>
              <a:gd name="connsiteX40" fmla="*/ 8589038 w 11269336"/>
              <a:gd name="connsiteY40" fmla="*/ 963892 h 2323145"/>
              <a:gd name="connsiteX41" fmla="*/ 8579950 w 11269336"/>
              <a:gd name="connsiteY41" fmla="*/ 960899 h 2323145"/>
              <a:gd name="connsiteX42" fmla="*/ 8579319 w 11269336"/>
              <a:gd name="connsiteY42" fmla="*/ 965630 h 2323145"/>
              <a:gd name="connsiteX43" fmla="*/ 8547429 w 11269336"/>
              <a:gd name="connsiteY43" fmla="*/ 984506 h 2323145"/>
              <a:gd name="connsiteX44" fmla="*/ 8478704 w 11269336"/>
              <a:gd name="connsiteY44" fmla="*/ 1025490 h 2323145"/>
              <a:gd name="connsiteX45" fmla="*/ 8461421 w 11269336"/>
              <a:gd name="connsiteY45" fmla="*/ 1035512 h 2323145"/>
              <a:gd name="connsiteX46" fmla="*/ 8445003 w 11269336"/>
              <a:gd name="connsiteY46" fmla="*/ 1036851 h 2323145"/>
              <a:gd name="connsiteX47" fmla="*/ 8357350 w 11269336"/>
              <a:gd name="connsiteY47" fmla="*/ 1060213 h 2323145"/>
              <a:gd name="connsiteX48" fmla="*/ 8335565 w 11269336"/>
              <a:gd name="connsiteY48" fmla="*/ 1061151 h 2323145"/>
              <a:gd name="connsiteX49" fmla="*/ 8325267 w 11269336"/>
              <a:gd name="connsiteY49" fmla="*/ 1055919 h 2323145"/>
              <a:gd name="connsiteX50" fmla="*/ 8293586 w 11269336"/>
              <a:gd name="connsiteY50" fmla="*/ 1076144 h 2323145"/>
              <a:gd name="connsiteX51" fmla="*/ 8242405 w 11269336"/>
              <a:gd name="connsiteY51" fmla="*/ 1095960 h 2323145"/>
              <a:gd name="connsiteX52" fmla="*/ 8197391 w 11269336"/>
              <a:gd name="connsiteY52" fmla="*/ 1107746 h 2323145"/>
              <a:gd name="connsiteX53" fmla="*/ 8081474 w 11269336"/>
              <a:gd name="connsiteY53" fmla="*/ 1130125 h 2323145"/>
              <a:gd name="connsiteX54" fmla="*/ 8053585 w 11269336"/>
              <a:gd name="connsiteY54" fmla="*/ 1129169 h 2323145"/>
              <a:gd name="connsiteX55" fmla="*/ 8038422 w 11269336"/>
              <a:gd name="connsiteY55" fmla="*/ 1119092 h 2323145"/>
              <a:gd name="connsiteX56" fmla="*/ 8029450 w 11269336"/>
              <a:gd name="connsiteY56" fmla="*/ 1125592 h 2323145"/>
              <a:gd name="connsiteX57" fmla="*/ 7959552 w 11269336"/>
              <a:gd name="connsiteY57" fmla="*/ 1140188 h 2323145"/>
              <a:gd name="connsiteX58" fmla="*/ 7914188 w 11269336"/>
              <a:gd name="connsiteY58" fmla="*/ 1150862 h 2323145"/>
              <a:gd name="connsiteX59" fmla="*/ 7914918 w 11269336"/>
              <a:gd name="connsiteY59" fmla="*/ 1168758 h 2323145"/>
              <a:gd name="connsiteX60" fmla="*/ 7875510 w 11269336"/>
              <a:gd name="connsiteY60" fmla="*/ 1183153 h 2323145"/>
              <a:gd name="connsiteX61" fmla="*/ 7829932 w 11269336"/>
              <a:gd name="connsiteY61" fmla="*/ 1180782 h 2323145"/>
              <a:gd name="connsiteX62" fmla="*/ 7779182 w 11269336"/>
              <a:gd name="connsiteY62" fmla="*/ 1192665 h 2323145"/>
              <a:gd name="connsiteX63" fmla="*/ 7748774 w 11269336"/>
              <a:gd name="connsiteY63" fmla="*/ 1199586 h 2323145"/>
              <a:gd name="connsiteX64" fmla="*/ 7671846 w 11269336"/>
              <a:gd name="connsiteY64" fmla="*/ 1231966 h 2323145"/>
              <a:gd name="connsiteX65" fmla="*/ 7554146 w 11269336"/>
              <a:gd name="connsiteY65" fmla="*/ 1319748 h 2323145"/>
              <a:gd name="connsiteX66" fmla="*/ 7515052 w 11269336"/>
              <a:gd name="connsiteY66" fmla="*/ 1336718 h 2323145"/>
              <a:gd name="connsiteX67" fmla="*/ 7507193 w 11269336"/>
              <a:gd name="connsiteY67" fmla="*/ 1334617 h 2323145"/>
              <a:gd name="connsiteX68" fmla="*/ 7461694 w 11269336"/>
              <a:gd name="connsiteY68" fmla="*/ 1375866 h 2323145"/>
              <a:gd name="connsiteX69" fmla="*/ 7377571 w 11269336"/>
              <a:gd name="connsiteY69" fmla="*/ 1400128 h 2323145"/>
              <a:gd name="connsiteX70" fmla="*/ 7311261 w 11269336"/>
              <a:gd name="connsiteY70" fmla="*/ 1412652 h 2323145"/>
              <a:gd name="connsiteX71" fmla="*/ 7275307 w 11269336"/>
              <a:gd name="connsiteY71" fmla="*/ 1422171 h 2323145"/>
              <a:gd name="connsiteX72" fmla="*/ 7247783 w 11269336"/>
              <a:gd name="connsiteY72" fmla="*/ 1426330 h 2323145"/>
              <a:gd name="connsiteX73" fmla="*/ 7185047 w 11269336"/>
              <a:gd name="connsiteY73" fmla="*/ 1451812 h 2323145"/>
              <a:gd name="connsiteX74" fmla="*/ 7084117 w 11269336"/>
              <a:gd name="connsiteY74" fmla="*/ 1500281 h 2323145"/>
              <a:gd name="connsiteX75" fmla="*/ 7062011 w 11269336"/>
              <a:gd name="connsiteY75" fmla="*/ 1509183 h 2323145"/>
              <a:gd name="connsiteX76" fmla="*/ 7040555 w 11269336"/>
              <a:gd name="connsiteY76" fmla="*/ 1511207 h 2323145"/>
              <a:gd name="connsiteX77" fmla="*/ 7033438 w 11269336"/>
              <a:gd name="connsiteY77" fmla="*/ 1506772 h 2323145"/>
              <a:gd name="connsiteX78" fmla="*/ 7020886 w 11269336"/>
              <a:gd name="connsiteY78" fmla="*/ 1510764 h 2323145"/>
              <a:gd name="connsiteX79" fmla="*/ 7017033 w 11269336"/>
              <a:gd name="connsiteY79" fmla="*/ 1510650 h 2323145"/>
              <a:gd name="connsiteX80" fmla="*/ 6995460 w 11269336"/>
              <a:gd name="connsiteY80" fmla="*/ 1511173 h 2323145"/>
              <a:gd name="connsiteX81" fmla="*/ 6962144 w 11269336"/>
              <a:gd name="connsiteY81" fmla="*/ 1541508 h 2323145"/>
              <a:gd name="connsiteX82" fmla="*/ 6910674 w 11269336"/>
              <a:gd name="connsiteY82" fmla="*/ 1554793 h 2323145"/>
              <a:gd name="connsiteX83" fmla="*/ 6732152 w 11269336"/>
              <a:gd name="connsiteY83" fmla="*/ 1642538 h 2323145"/>
              <a:gd name="connsiteX84" fmla="*/ 6694106 w 11269336"/>
              <a:gd name="connsiteY84" fmla="*/ 1632377 h 2323145"/>
              <a:gd name="connsiteX85" fmla="*/ 6617223 w 11269336"/>
              <a:gd name="connsiteY85" fmla="*/ 1659889 h 2323145"/>
              <a:gd name="connsiteX86" fmla="*/ 6521138 w 11269336"/>
              <a:gd name="connsiteY86" fmla="*/ 1744340 h 2323145"/>
              <a:gd name="connsiteX87" fmla="*/ 6380677 w 11269336"/>
              <a:gd name="connsiteY87" fmla="*/ 1796883 h 2323145"/>
              <a:gd name="connsiteX88" fmla="*/ 6374897 w 11269336"/>
              <a:gd name="connsiteY88" fmla="*/ 1809910 h 2323145"/>
              <a:gd name="connsiteX89" fmla="*/ 6364545 w 11269336"/>
              <a:gd name="connsiteY89" fmla="*/ 1820090 h 2323145"/>
              <a:gd name="connsiteX90" fmla="*/ 6362126 w 11269336"/>
              <a:gd name="connsiteY90" fmla="*/ 1819991 h 2323145"/>
              <a:gd name="connsiteX91" fmla="*/ 6346673 w 11269336"/>
              <a:gd name="connsiteY91" fmla="*/ 1827824 h 2323145"/>
              <a:gd name="connsiteX92" fmla="*/ 6345588 w 11269336"/>
              <a:gd name="connsiteY92" fmla="*/ 1832232 h 2323145"/>
              <a:gd name="connsiteX93" fmla="*/ 6335708 w 11269336"/>
              <a:gd name="connsiteY93" fmla="*/ 1838451 h 2323145"/>
              <a:gd name="connsiteX94" fmla="*/ 6318182 w 11269336"/>
              <a:gd name="connsiteY94" fmla="*/ 1852975 h 2323145"/>
              <a:gd name="connsiteX95" fmla="*/ 6313084 w 11269336"/>
              <a:gd name="connsiteY95" fmla="*/ 1853561 h 2323145"/>
              <a:gd name="connsiteX96" fmla="*/ 6283816 w 11269336"/>
              <a:gd name="connsiteY96" fmla="*/ 1872148 h 2323145"/>
              <a:gd name="connsiteX97" fmla="*/ 6282550 w 11269336"/>
              <a:gd name="connsiteY97" fmla="*/ 1871392 h 2323145"/>
              <a:gd name="connsiteX98" fmla="*/ 6270527 w 11269336"/>
              <a:gd name="connsiteY98" fmla="*/ 1872208 h 2323145"/>
              <a:gd name="connsiteX99" fmla="*/ 6249518 w 11269336"/>
              <a:gd name="connsiteY99" fmla="*/ 1876079 h 2323145"/>
              <a:gd name="connsiteX100" fmla="*/ 6190386 w 11269336"/>
              <a:gd name="connsiteY100" fmla="*/ 1872478 h 2323145"/>
              <a:gd name="connsiteX101" fmla="*/ 6159777 w 11269336"/>
              <a:gd name="connsiteY101" fmla="*/ 1891745 h 2323145"/>
              <a:gd name="connsiteX102" fmla="*/ 6153131 w 11269336"/>
              <a:gd name="connsiteY102" fmla="*/ 1895079 h 2323145"/>
              <a:gd name="connsiteX103" fmla="*/ 6152798 w 11269336"/>
              <a:gd name="connsiteY103" fmla="*/ 1894920 h 2323145"/>
              <a:gd name="connsiteX104" fmla="*/ 6145388 w 11269336"/>
              <a:gd name="connsiteY104" fmla="*/ 1897990 h 2323145"/>
              <a:gd name="connsiteX105" fmla="*/ 6141014 w 11269336"/>
              <a:gd name="connsiteY105" fmla="*/ 1901155 h 2323145"/>
              <a:gd name="connsiteX106" fmla="*/ 6128122 w 11269336"/>
              <a:gd name="connsiteY106" fmla="*/ 1907623 h 2323145"/>
              <a:gd name="connsiteX107" fmla="*/ 6122351 w 11269336"/>
              <a:gd name="connsiteY107" fmla="*/ 1908359 h 2323145"/>
              <a:gd name="connsiteX108" fmla="*/ 6064750 w 11269336"/>
              <a:gd name="connsiteY108" fmla="*/ 1896394 h 2323145"/>
              <a:gd name="connsiteX109" fmla="*/ 5964230 w 11269336"/>
              <a:gd name="connsiteY109" fmla="*/ 1910038 h 2323145"/>
              <a:gd name="connsiteX110" fmla="*/ 5865399 w 11269336"/>
              <a:gd name="connsiteY110" fmla="*/ 1926966 h 2323145"/>
              <a:gd name="connsiteX111" fmla="*/ 5829951 w 11269336"/>
              <a:gd name="connsiteY111" fmla="*/ 1934755 h 2323145"/>
              <a:gd name="connsiteX112" fmla="*/ 5765285 w 11269336"/>
              <a:gd name="connsiteY112" fmla="*/ 1941322 h 2323145"/>
              <a:gd name="connsiteX113" fmla="*/ 5734750 w 11269336"/>
              <a:gd name="connsiteY113" fmla="*/ 1939793 h 2323145"/>
              <a:gd name="connsiteX114" fmla="*/ 5733569 w 11269336"/>
              <a:gd name="connsiteY114" fmla="*/ 1940505 h 2323145"/>
              <a:gd name="connsiteX115" fmla="*/ 5730329 w 11269336"/>
              <a:gd name="connsiteY115" fmla="*/ 1937845 h 2323145"/>
              <a:gd name="connsiteX116" fmla="*/ 5724661 w 11269336"/>
              <a:gd name="connsiteY116" fmla="*/ 1937455 h 2323145"/>
              <a:gd name="connsiteX117" fmla="*/ 5710186 w 11269336"/>
              <a:gd name="connsiteY117" fmla="*/ 1941370 h 2323145"/>
              <a:gd name="connsiteX118" fmla="*/ 5704910 w 11269336"/>
              <a:gd name="connsiteY118" fmla="*/ 1943663 h 2323145"/>
              <a:gd name="connsiteX119" fmla="*/ 5696836 w 11269336"/>
              <a:gd name="connsiteY119" fmla="*/ 1945271 h 2323145"/>
              <a:gd name="connsiteX120" fmla="*/ 5696583 w 11269336"/>
              <a:gd name="connsiteY120" fmla="*/ 1945050 h 2323145"/>
              <a:gd name="connsiteX121" fmla="*/ 5689123 w 11269336"/>
              <a:gd name="connsiteY121" fmla="*/ 1947067 h 2323145"/>
              <a:gd name="connsiteX122" fmla="*/ 5653291 w 11269336"/>
              <a:gd name="connsiteY122" fmla="*/ 1960245 h 2323145"/>
              <a:gd name="connsiteX123" fmla="*/ 5599385 w 11269336"/>
              <a:gd name="connsiteY123" fmla="*/ 1945198 h 2323145"/>
              <a:gd name="connsiteX124" fmla="*/ 5578300 w 11269336"/>
              <a:gd name="connsiteY124" fmla="*/ 1944963 h 2323145"/>
              <a:gd name="connsiteX125" fmla="*/ 5566758 w 11269336"/>
              <a:gd name="connsiteY125" fmla="*/ 1943441 h 2323145"/>
              <a:gd name="connsiteX126" fmla="*/ 5565857 w 11269336"/>
              <a:gd name="connsiteY126" fmla="*/ 1942445 h 2323145"/>
              <a:gd name="connsiteX127" fmla="*/ 5531534 w 11269336"/>
              <a:gd name="connsiteY127" fmla="*/ 1955208 h 2323145"/>
              <a:gd name="connsiteX128" fmla="*/ 5526552 w 11269336"/>
              <a:gd name="connsiteY128" fmla="*/ 1954799 h 2323145"/>
              <a:gd name="connsiteX129" fmla="*/ 5504723 w 11269336"/>
              <a:gd name="connsiteY129" fmla="*/ 1965811 h 2323145"/>
              <a:gd name="connsiteX130" fmla="*/ 5493156 w 11269336"/>
              <a:gd name="connsiteY130" fmla="*/ 1970063 h 2323145"/>
              <a:gd name="connsiteX131" fmla="*/ 5490486 w 11269336"/>
              <a:gd name="connsiteY131" fmla="*/ 1974227 h 2323145"/>
              <a:gd name="connsiteX132" fmla="*/ 5473107 w 11269336"/>
              <a:gd name="connsiteY132" fmla="*/ 1979001 h 2323145"/>
              <a:gd name="connsiteX133" fmla="*/ 5470885 w 11269336"/>
              <a:gd name="connsiteY133" fmla="*/ 1978432 h 2323145"/>
              <a:gd name="connsiteX134" fmla="*/ 5457393 w 11269336"/>
              <a:gd name="connsiteY134" fmla="*/ 1986525 h 2323145"/>
              <a:gd name="connsiteX135" fmla="*/ 5447102 w 11269336"/>
              <a:gd name="connsiteY135" fmla="*/ 1998329 h 2323145"/>
              <a:gd name="connsiteX136" fmla="*/ 5159151 w 11269336"/>
              <a:gd name="connsiteY136" fmla="*/ 2029640 h 2323145"/>
              <a:gd name="connsiteX137" fmla="*/ 5041688 w 11269336"/>
              <a:gd name="connsiteY137" fmla="*/ 2022334 h 2323145"/>
              <a:gd name="connsiteX138" fmla="*/ 4860988 w 11269336"/>
              <a:gd name="connsiteY138" fmla="*/ 2135698 h 2323145"/>
              <a:gd name="connsiteX139" fmla="*/ 4807902 w 11269336"/>
              <a:gd name="connsiteY139" fmla="*/ 2138894 h 2323145"/>
              <a:gd name="connsiteX140" fmla="*/ 4765388 w 11269336"/>
              <a:gd name="connsiteY140" fmla="*/ 2162525 h 2323145"/>
              <a:gd name="connsiteX141" fmla="*/ 4745033 w 11269336"/>
              <a:gd name="connsiteY141" fmla="*/ 2158859 h 2323145"/>
              <a:gd name="connsiteX142" fmla="*/ 4741475 w 11269336"/>
              <a:gd name="connsiteY142" fmla="*/ 2157998 h 2323145"/>
              <a:gd name="connsiteX143" fmla="*/ 4728247 w 11269336"/>
              <a:gd name="connsiteY143" fmla="*/ 2159526 h 2323145"/>
              <a:gd name="connsiteX144" fmla="*/ 4723263 w 11269336"/>
              <a:gd name="connsiteY144" fmla="*/ 2153742 h 2323145"/>
              <a:gd name="connsiteX145" fmla="*/ 4702453 w 11269336"/>
              <a:gd name="connsiteY145" fmla="*/ 2151586 h 2323145"/>
              <a:gd name="connsiteX146" fmla="*/ 4678455 w 11269336"/>
              <a:gd name="connsiteY146" fmla="*/ 2156131 h 2323145"/>
              <a:gd name="connsiteX147" fmla="*/ 4593061 w 11269336"/>
              <a:gd name="connsiteY147" fmla="*/ 2171597 h 2323145"/>
              <a:gd name="connsiteX148" fmla="*/ 4579902 w 11269336"/>
              <a:gd name="connsiteY148" fmla="*/ 2177927 h 2323145"/>
              <a:gd name="connsiteX149" fmla="*/ 4533444 w 11269336"/>
              <a:gd name="connsiteY149" fmla="*/ 2181200 h 2323145"/>
              <a:gd name="connsiteX150" fmla="*/ 4492832 w 11269336"/>
              <a:gd name="connsiteY150" fmla="*/ 2188033 h 2323145"/>
              <a:gd name="connsiteX151" fmla="*/ 4467257 w 11269336"/>
              <a:gd name="connsiteY151" fmla="*/ 2196121 h 2323145"/>
              <a:gd name="connsiteX152" fmla="*/ 4459937 w 11269336"/>
              <a:gd name="connsiteY152" fmla="*/ 2195182 h 2323145"/>
              <a:gd name="connsiteX153" fmla="*/ 4433312 w 11269336"/>
              <a:gd name="connsiteY153" fmla="*/ 2199004 h 2323145"/>
              <a:gd name="connsiteX154" fmla="*/ 4420601 w 11269336"/>
              <a:gd name="connsiteY154" fmla="*/ 2205158 h 2323145"/>
              <a:gd name="connsiteX155" fmla="*/ 4405765 w 11269336"/>
              <a:gd name="connsiteY155" fmla="*/ 2199902 h 2323145"/>
              <a:gd name="connsiteX156" fmla="*/ 4401354 w 11269336"/>
              <a:gd name="connsiteY156" fmla="*/ 2194745 h 2323145"/>
              <a:gd name="connsiteX157" fmla="*/ 4383151 w 11269336"/>
              <a:gd name="connsiteY157" fmla="*/ 2201140 h 2323145"/>
              <a:gd name="connsiteX158" fmla="*/ 4366646 w 11269336"/>
              <a:gd name="connsiteY158" fmla="*/ 2198564 h 2323145"/>
              <a:gd name="connsiteX159" fmla="*/ 4354009 w 11269336"/>
              <a:gd name="connsiteY159" fmla="*/ 2204984 h 2323145"/>
              <a:gd name="connsiteX160" fmla="*/ 4348284 w 11269336"/>
              <a:gd name="connsiteY160" fmla="*/ 2205270 h 2323145"/>
              <a:gd name="connsiteX161" fmla="*/ 4333906 w 11269336"/>
              <a:gd name="connsiteY161" fmla="*/ 2205251 h 2323145"/>
              <a:gd name="connsiteX162" fmla="*/ 4308819 w 11269336"/>
              <a:gd name="connsiteY162" fmla="*/ 2203822 h 2323145"/>
              <a:gd name="connsiteX163" fmla="*/ 4301210 w 11269336"/>
              <a:gd name="connsiteY163" fmla="*/ 2204456 h 2323145"/>
              <a:gd name="connsiteX164" fmla="*/ 4283095 w 11269336"/>
              <a:gd name="connsiteY164" fmla="*/ 2198177 h 2323145"/>
              <a:gd name="connsiteX165" fmla="*/ 4250119 w 11269336"/>
              <a:gd name="connsiteY165" fmla="*/ 2196342 h 2323145"/>
              <a:gd name="connsiteX166" fmla="*/ 4189203 w 11269336"/>
              <a:gd name="connsiteY166" fmla="*/ 2178994 h 2323145"/>
              <a:gd name="connsiteX167" fmla="*/ 4154035 w 11269336"/>
              <a:gd name="connsiteY167" fmla="*/ 2171950 h 2323145"/>
              <a:gd name="connsiteX168" fmla="*/ 4129569 w 11269336"/>
              <a:gd name="connsiteY168" fmla="*/ 2163850 h 2323145"/>
              <a:gd name="connsiteX169" fmla="*/ 4061250 w 11269336"/>
              <a:gd name="connsiteY169" fmla="*/ 2159236 h 2323145"/>
              <a:gd name="connsiteX170" fmla="*/ 3945480 w 11269336"/>
              <a:gd name="connsiteY170" fmla="*/ 2158279 h 2323145"/>
              <a:gd name="connsiteX171" fmla="*/ 3921468 w 11269336"/>
              <a:gd name="connsiteY171" fmla="*/ 2156588 h 2323145"/>
              <a:gd name="connsiteX172" fmla="*/ 3903348 w 11269336"/>
              <a:gd name="connsiteY172" fmla="*/ 2149220 h 2323145"/>
              <a:gd name="connsiteX173" fmla="*/ 3901342 w 11269336"/>
              <a:gd name="connsiteY173" fmla="*/ 2142355 h 2323145"/>
              <a:gd name="connsiteX174" fmla="*/ 3888539 w 11269336"/>
              <a:gd name="connsiteY174" fmla="*/ 2140476 h 2323145"/>
              <a:gd name="connsiteX175" fmla="*/ 3885662 w 11269336"/>
              <a:gd name="connsiteY175" fmla="*/ 2138740 h 2323145"/>
              <a:gd name="connsiteX176" fmla="*/ 3868627 w 11269336"/>
              <a:gd name="connsiteY176" fmla="*/ 2130023 h 2323145"/>
              <a:gd name="connsiteX177" fmla="*/ 3819177 w 11269336"/>
              <a:gd name="connsiteY177" fmla="*/ 2142111 h 2323145"/>
              <a:gd name="connsiteX178" fmla="*/ 3769100 w 11269336"/>
              <a:gd name="connsiteY178" fmla="*/ 2131731 h 2323145"/>
              <a:gd name="connsiteX179" fmla="*/ 3562752 w 11269336"/>
              <a:gd name="connsiteY179" fmla="*/ 2131785 h 2323145"/>
              <a:gd name="connsiteX180" fmla="*/ 3541402 w 11269336"/>
              <a:gd name="connsiteY180" fmla="*/ 2106821 h 2323145"/>
              <a:gd name="connsiteX181" fmla="*/ 3365341 w 11269336"/>
              <a:gd name="connsiteY181" fmla="*/ 2077638 h 2323145"/>
              <a:gd name="connsiteX182" fmla="*/ 3170922 w 11269336"/>
              <a:gd name="connsiteY182" fmla="*/ 2115957 h 2323145"/>
              <a:gd name="connsiteX183" fmla="*/ 3156256 w 11269336"/>
              <a:gd name="connsiteY183" fmla="*/ 2124773 h 2323145"/>
              <a:gd name="connsiteX184" fmla="*/ 3140298 w 11269336"/>
              <a:gd name="connsiteY184" fmla="*/ 2129182 h 2323145"/>
              <a:gd name="connsiteX185" fmla="*/ 3138514 w 11269336"/>
              <a:gd name="connsiteY185" fmla="*/ 2128069 h 2323145"/>
              <a:gd name="connsiteX186" fmla="*/ 3120467 w 11269336"/>
              <a:gd name="connsiteY186" fmla="*/ 2128281 h 2323145"/>
              <a:gd name="connsiteX187" fmla="*/ 3116175 w 11269336"/>
              <a:gd name="connsiteY187" fmla="*/ 2131633 h 2323145"/>
              <a:gd name="connsiteX188" fmla="*/ 3103685 w 11269336"/>
              <a:gd name="connsiteY188" fmla="*/ 2132814 h 2323145"/>
              <a:gd name="connsiteX189" fmla="*/ 3078794 w 11269336"/>
              <a:gd name="connsiteY189" fmla="*/ 2137935 h 2323145"/>
              <a:gd name="connsiteX190" fmla="*/ 3074407 w 11269336"/>
              <a:gd name="connsiteY190" fmla="*/ 2136274 h 2323145"/>
              <a:gd name="connsiteX191" fmla="*/ 3037285 w 11269336"/>
              <a:gd name="connsiteY191" fmla="*/ 2139919 h 2323145"/>
              <a:gd name="connsiteX192" fmla="*/ 3036901 w 11269336"/>
              <a:gd name="connsiteY192" fmla="*/ 2138726 h 2323145"/>
              <a:gd name="connsiteX193" fmla="*/ 3026996 w 11269336"/>
              <a:gd name="connsiteY193" fmla="*/ 2134322 h 2323145"/>
              <a:gd name="connsiteX194" fmla="*/ 3007772 w 11269336"/>
              <a:gd name="connsiteY194" fmla="*/ 2128742 h 2323145"/>
              <a:gd name="connsiteX195" fmla="*/ 2965030 w 11269336"/>
              <a:gd name="connsiteY195" fmla="*/ 2100494 h 2323145"/>
              <a:gd name="connsiteX196" fmla="*/ 2926342 w 11269336"/>
              <a:gd name="connsiteY196" fmla="*/ 2104155 h 2323145"/>
              <a:gd name="connsiteX197" fmla="*/ 2918608 w 11269336"/>
              <a:gd name="connsiteY197" fmla="*/ 2104215 h 2323145"/>
              <a:gd name="connsiteX198" fmla="*/ 2918475 w 11269336"/>
              <a:gd name="connsiteY198" fmla="*/ 2103937 h 2323145"/>
              <a:gd name="connsiteX199" fmla="*/ 2910360 w 11269336"/>
              <a:gd name="connsiteY199" fmla="*/ 2103444 h 2323145"/>
              <a:gd name="connsiteX200" fmla="*/ 2904507 w 11269336"/>
              <a:gd name="connsiteY200" fmla="*/ 2104326 h 2323145"/>
              <a:gd name="connsiteX201" fmla="*/ 2889503 w 11269336"/>
              <a:gd name="connsiteY201" fmla="*/ 2104443 h 2323145"/>
              <a:gd name="connsiteX202" fmla="*/ 2884480 w 11269336"/>
              <a:gd name="connsiteY202" fmla="*/ 2102626 h 2323145"/>
              <a:gd name="connsiteX203" fmla="*/ 2882689 w 11269336"/>
              <a:gd name="connsiteY203" fmla="*/ 2099228 h 2323145"/>
              <a:gd name="connsiteX204" fmla="*/ 2881291 w 11269336"/>
              <a:gd name="connsiteY204" fmla="*/ 2099618 h 2323145"/>
              <a:gd name="connsiteX205" fmla="*/ 2853979 w 11269336"/>
              <a:gd name="connsiteY205" fmla="*/ 2090388 h 2323145"/>
              <a:gd name="connsiteX206" fmla="*/ 2791790 w 11269336"/>
              <a:gd name="connsiteY206" fmla="*/ 2080332 h 2323145"/>
              <a:gd name="connsiteX207" fmla="*/ 2755844 w 11269336"/>
              <a:gd name="connsiteY207" fmla="*/ 2078874 h 2323145"/>
              <a:gd name="connsiteX208" fmla="*/ 2657742 w 11269336"/>
              <a:gd name="connsiteY208" fmla="*/ 2070179 h 2323145"/>
              <a:gd name="connsiteX209" fmla="*/ 2559549 w 11269336"/>
              <a:gd name="connsiteY209" fmla="*/ 2057873 h 2323145"/>
              <a:gd name="connsiteX210" fmla="*/ 2512054 w 11269336"/>
              <a:gd name="connsiteY210" fmla="*/ 2031671 h 2323145"/>
              <a:gd name="connsiteX211" fmla="*/ 2506437 w 11269336"/>
              <a:gd name="connsiteY211" fmla="*/ 2030918 h 2323145"/>
              <a:gd name="connsiteX212" fmla="*/ 2491752 w 11269336"/>
              <a:gd name="connsiteY212" fmla="*/ 2033906 h 2323145"/>
              <a:gd name="connsiteX213" fmla="*/ 2486338 w 11269336"/>
              <a:gd name="connsiteY213" fmla="*/ 2035862 h 2323145"/>
              <a:gd name="connsiteX214" fmla="*/ 2478186 w 11269336"/>
              <a:gd name="connsiteY214" fmla="*/ 2036953 h 2323145"/>
              <a:gd name="connsiteX215" fmla="*/ 2477950 w 11269336"/>
              <a:gd name="connsiteY215" fmla="*/ 2036715 h 2323145"/>
              <a:gd name="connsiteX216" fmla="*/ 2470381 w 11269336"/>
              <a:gd name="connsiteY216" fmla="*/ 2038256 h 2323145"/>
              <a:gd name="connsiteX217" fmla="*/ 2433781 w 11269336"/>
              <a:gd name="connsiteY217" fmla="*/ 2049140 h 2323145"/>
              <a:gd name="connsiteX218" fmla="*/ 2381172 w 11269336"/>
              <a:gd name="connsiteY218" fmla="*/ 2030645 h 2323145"/>
              <a:gd name="connsiteX219" fmla="*/ 2360198 w 11269336"/>
              <a:gd name="connsiteY219" fmla="*/ 2029059 h 2323145"/>
              <a:gd name="connsiteX220" fmla="*/ 2348815 w 11269336"/>
              <a:gd name="connsiteY220" fmla="*/ 2026798 h 2323145"/>
              <a:gd name="connsiteX221" fmla="*/ 2347988 w 11269336"/>
              <a:gd name="connsiteY221" fmla="*/ 2025745 h 2323145"/>
              <a:gd name="connsiteX222" fmla="*/ 2312920 w 11269336"/>
              <a:gd name="connsiteY222" fmla="*/ 2036311 h 2323145"/>
              <a:gd name="connsiteX223" fmla="*/ 2307986 w 11269336"/>
              <a:gd name="connsiteY223" fmla="*/ 2035583 h 2323145"/>
              <a:gd name="connsiteX224" fmla="*/ 2285481 w 11269336"/>
              <a:gd name="connsiteY224" fmla="*/ 2045197 h 2323145"/>
              <a:gd name="connsiteX225" fmla="*/ 2273666 w 11269336"/>
              <a:gd name="connsiteY225" fmla="*/ 2048710 h 2323145"/>
              <a:gd name="connsiteX226" fmla="*/ 2270719 w 11269336"/>
              <a:gd name="connsiteY226" fmla="*/ 2052702 h 2323145"/>
              <a:gd name="connsiteX227" fmla="*/ 2253080 w 11269336"/>
              <a:gd name="connsiteY227" fmla="*/ 2056363 h 2323145"/>
              <a:gd name="connsiteX228" fmla="*/ 2250906 w 11269336"/>
              <a:gd name="connsiteY228" fmla="*/ 2055654 h 2323145"/>
              <a:gd name="connsiteX229" fmla="*/ 2236905 w 11269336"/>
              <a:gd name="connsiteY229" fmla="*/ 2062882 h 2323145"/>
              <a:gd name="connsiteX230" fmla="*/ 2225830 w 11269336"/>
              <a:gd name="connsiteY230" fmla="*/ 2074027 h 2323145"/>
              <a:gd name="connsiteX231" fmla="*/ 2073776 w 11269336"/>
              <a:gd name="connsiteY231" fmla="*/ 2089244 h 2323145"/>
              <a:gd name="connsiteX232" fmla="*/ 1948256 w 11269336"/>
              <a:gd name="connsiteY232" fmla="*/ 2146616 h 2323145"/>
              <a:gd name="connsiteX233" fmla="*/ 1865582 w 11269336"/>
              <a:gd name="connsiteY233" fmla="*/ 2153738 h 2323145"/>
              <a:gd name="connsiteX234" fmla="*/ 1835210 w 11269336"/>
              <a:gd name="connsiteY234" fmla="*/ 2134244 h 2323145"/>
              <a:gd name="connsiteX235" fmla="*/ 1632661 w 11269336"/>
              <a:gd name="connsiteY235" fmla="*/ 2173882 h 2323145"/>
              <a:gd name="connsiteX236" fmla="*/ 1579590 w 11269336"/>
              <a:gd name="connsiteY236" fmla="*/ 2173680 h 2323145"/>
              <a:gd name="connsiteX237" fmla="*/ 1535601 w 11269336"/>
              <a:gd name="connsiteY237" fmla="*/ 2194590 h 2323145"/>
              <a:gd name="connsiteX238" fmla="*/ 1515594 w 11269336"/>
              <a:gd name="connsiteY238" fmla="*/ 2189622 h 2323145"/>
              <a:gd name="connsiteX239" fmla="*/ 1512113 w 11269336"/>
              <a:gd name="connsiteY239" fmla="*/ 2188534 h 2323145"/>
              <a:gd name="connsiteX240" fmla="*/ 1498838 w 11269336"/>
              <a:gd name="connsiteY240" fmla="*/ 2189213 h 2323145"/>
              <a:gd name="connsiteX241" fmla="*/ 1494279 w 11269336"/>
              <a:gd name="connsiteY241" fmla="*/ 2183112 h 2323145"/>
              <a:gd name="connsiteX242" fmla="*/ 1473714 w 11269336"/>
              <a:gd name="connsiteY242" fmla="*/ 2179625 h 2323145"/>
              <a:gd name="connsiteX243" fmla="*/ 1449503 w 11269336"/>
              <a:gd name="connsiteY243" fmla="*/ 2182633 h 2323145"/>
              <a:gd name="connsiteX244" fmla="*/ 1266687 w 11269336"/>
              <a:gd name="connsiteY244" fmla="*/ 2212688 h 2323145"/>
              <a:gd name="connsiteX245" fmla="*/ 1239614 w 11269336"/>
              <a:gd name="connsiteY245" fmla="*/ 2209727 h 2323145"/>
              <a:gd name="connsiteX246" fmla="*/ 1202436 w 11269336"/>
              <a:gd name="connsiteY246" fmla="*/ 2209817 h 2323145"/>
              <a:gd name="connsiteX247" fmla="*/ 1136097 w 11269336"/>
              <a:gd name="connsiteY247" fmla="*/ 2205112 h 2323145"/>
              <a:gd name="connsiteX248" fmla="*/ 988232 w 11269336"/>
              <a:gd name="connsiteY248" fmla="*/ 2235635 h 2323145"/>
              <a:gd name="connsiteX249" fmla="*/ 981959 w 11269336"/>
              <a:gd name="connsiteY249" fmla="*/ 2231607 h 2323145"/>
              <a:gd name="connsiteX250" fmla="*/ 938600 w 11269336"/>
              <a:gd name="connsiteY250" fmla="*/ 2238113 h 2323145"/>
              <a:gd name="connsiteX251" fmla="*/ 791788 w 11269336"/>
              <a:gd name="connsiteY251" fmla="*/ 2293224 h 2323145"/>
              <a:gd name="connsiteX252" fmla="*/ 706914 w 11269336"/>
              <a:gd name="connsiteY252" fmla="*/ 2305046 h 2323145"/>
              <a:gd name="connsiteX253" fmla="*/ 675971 w 11269336"/>
              <a:gd name="connsiteY253" fmla="*/ 2304030 h 2323145"/>
              <a:gd name="connsiteX254" fmla="*/ 624180 w 11269336"/>
              <a:gd name="connsiteY254" fmla="*/ 2302650 h 2323145"/>
              <a:gd name="connsiteX255" fmla="*/ 583453 w 11269336"/>
              <a:gd name="connsiteY255" fmla="*/ 2288788 h 2323145"/>
              <a:gd name="connsiteX256" fmla="*/ 540946 w 11269336"/>
              <a:gd name="connsiteY256" fmla="*/ 2292721 h 2323145"/>
              <a:gd name="connsiteX257" fmla="*/ 533680 w 11269336"/>
              <a:gd name="connsiteY257" fmla="*/ 2310233 h 2323145"/>
              <a:gd name="connsiteX258" fmla="*/ 487366 w 11269336"/>
              <a:gd name="connsiteY258" fmla="*/ 2309053 h 2323145"/>
              <a:gd name="connsiteX259" fmla="*/ 416820 w 11269336"/>
              <a:gd name="connsiteY259" fmla="*/ 2305443 h 2323145"/>
              <a:gd name="connsiteX260" fmla="*/ 376805 w 11269336"/>
              <a:gd name="connsiteY260" fmla="*/ 2307647 h 2323145"/>
              <a:gd name="connsiteX261" fmla="*/ 266777 w 11269336"/>
              <a:gd name="connsiteY261" fmla="*/ 2309012 h 2323145"/>
              <a:gd name="connsiteX262" fmla="*/ 156013 w 11269336"/>
              <a:gd name="connsiteY262" fmla="*/ 2306832 h 2323145"/>
              <a:gd name="connsiteX263" fmla="*/ 87258 w 11269336"/>
              <a:gd name="connsiteY263" fmla="*/ 2285511 h 2323145"/>
              <a:gd name="connsiteX264" fmla="*/ 23798 w 11269336"/>
              <a:gd name="connsiteY264" fmla="*/ 2281822 h 2323145"/>
              <a:gd name="connsiteX265" fmla="*/ 0 w 11269336"/>
              <a:gd name="connsiteY265" fmla="*/ 2285369 h 2323145"/>
              <a:gd name="connsiteX266" fmla="*/ 0 w 11269336"/>
              <a:gd name="connsiteY266"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139429 w 11269336"/>
              <a:gd name="connsiteY20" fmla="*/ 696446 h 2323145"/>
              <a:gd name="connsiteX21" fmla="*/ 9114263 w 11269336"/>
              <a:gd name="connsiteY21" fmla="*/ 709213 h 2323145"/>
              <a:gd name="connsiteX22" fmla="*/ 9028928 w 11269336"/>
              <a:gd name="connsiteY22" fmla="*/ 745350 h 2323145"/>
              <a:gd name="connsiteX23" fmla="*/ 8977138 w 11269336"/>
              <a:gd name="connsiteY23" fmla="*/ 774970 h 2323145"/>
              <a:gd name="connsiteX24" fmla="*/ 8947030 w 11269336"/>
              <a:gd name="connsiteY24" fmla="*/ 814934 h 2323145"/>
              <a:gd name="connsiteX25" fmla="*/ 8914746 w 11269336"/>
              <a:gd name="connsiteY25" fmla="*/ 826428 h 2323145"/>
              <a:gd name="connsiteX26" fmla="*/ 8917778 w 11269336"/>
              <a:gd name="connsiteY26" fmla="*/ 835198 h 2323145"/>
              <a:gd name="connsiteX27" fmla="*/ 8905560 w 11269336"/>
              <a:gd name="connsiteY27" fmla="*/ 838358 h 2323145"/>
              <a:gd name="connsiteX28" fmla="*/ 8897564 w 11269336"/>
              <a:gd name="connsiteY28" fmla="*/ 834287 h 2323145"/>
              <a:gd name="connsiteX29" fmla="*/ 8878040 w 11269336"/>
              <a:gd name="connsiteY29" fmla="*/ 844150 h 2323145"/>
              <a:gd name="connsiteX30" fmla="*/ 8882654 w 11269336"/>
              <a:gd name="connsiteY30" fmla="*/ 892768 h 2323145"/>
              <a:gd name="connsiteX31" fmla="*/ 8795998 w 11269336"/>
              <a:gd name="connsiteY31" fmla="*/ 863337 h 2323145"/>
              <a:gd name="connsiteX32" fmla="*/ 8776970 w 11269336"/>
              <a:gd name="connsiteY32" fmla="*/ 885177 h 2323145"/>
              <a:gd name="connsiteX33" fmla="*/ 8755719 w 11269336"/>
              <a:gd name="connsiteY33" fmla="*/ 889754 h 2323145"/>
              <a:gd name="connsiteX34" fmla="*/ 8743257 w 11269336"/>
              <a:gd name="connsiteY34" fmla="*/ 904723 h 2323145"/>
              <a:gd name="connsiteX35" fmla="*/ 8721366 w 11269336"/>
              <a:gd name="connsiteY35" fmla="*/ 904711 h 2323145"/>
              <a:gd name="connsiteX36" fmla="*/ 8678353 w 11269336"/>
              <a:gd name="connsiteY36" fmla="*/ 926318 h 2323145"/>
              <a:gd name="connsiteX37" fmla="*/ 8636849 w 11269336"/>
              <a:gd name="connsiteY37" fmla="*/ 937900 h 2323145"/>
              <a:gd name="connsiteX38" fmla="*/ 8620213 w 11269336"/>
              <a:gd name="connsiteY38" fmla="*/ 943068 h 2323145"/>
              <a:gd name="connsiteX39" fmla="*/ 8612581 w 11269336"/>
              <a:gd name="connsiteY39" fmla="*/ 952695 h 2323145"/>
              <a:gd name="connsiteX40" fmla="*/ 8589038 w 11269336"/>
              <a:gd name="connsiteY40" fmla="*/ 963892 h 2323145"/>
              <a:gd name="connsiteX41" fmla="*/ 8579950 w 11269336"/>
              <a:gd name="connsiteY41" fmla="*/ 960899 h 2323145"/>
              <a:gd name="connsiteX42" fmla="*/ 8579319 w 11269336"/>
              <a:gd name="connsiteY42" fmla="*/ 965630 h 2323145"/>
              <a:gd name="connsiteX43" fmla="*/ 8547429 w 11269336"/>
              <a:gd name="connsiteY43" fmla="*/ 984506 h 2323145"/>
              <a:gd name="connsiteX44" fmla="*/ 8478704 w 11269336"/>
              <a:gd name="connsiteY44" fmla="*/ 1025490 h 2323145"/>
              <a:gd name="connsiteX45" fmla="*/ 8461421 w 11269336"/>
              <a:gd name="connsiteY45" fmla="*/ 1035512 h 2323145"/>
              <a:gd name="connsiteX46" fmla="*/ 8445003 w 11269336"/>
              <a:gd name="connsiteY46" fmla="*/ 1036851 h 2323145"/>
              <a:gd name="connsiteX47" fmla="*/ 8357350 w 11269336"/>
              <a:gd name="connsiteY47" fmla="*/ 1060213 h 2323145"/>
              <a:gd name="connsiteX48" fmla="*/ 8335565 w 11269336"/>
              <a:gd name="connsiteY48" fmla="*/ 1061151 h 2323145"/>
              <a:gd name="connsiteX49" fmla="*/ 8325267 w 11269336"/>
              <a:gd name="connsiteY49" fmla="*/ 1055919 h 2323145"/>
              <a:gd name="connsiteX50" fmla="*/ 8293586 w 11269336"/>
              <a:gd name="connsiteY50" fmla="*/ 1076144 h 2323145"/>
              <a:gd name="connsiteX51" fmla="*/ 8242405 w 11269336"/>
              <a:gd name="connsiteY51" fmla="*/ 1095960 h 2323145"/>
              <a:gd name="connsiteX52" fmla="*/ 8197391 w 11269336"/>
              <a:gd name="connsiteY52" fmla="*/ 1107746 h 2323145"/>
              <a:gd name="connsiteX53" fmla="*/ 8081474 w 11269336"/>
              <a:gd name="connsiteY53" fmla="*/ 1130125 h 2323145"/>
              <a:gd name="connsiteX54" fmla="*/ 8053585 w 11269336"/>
              <a:gd name="connsiteY54" fmla="*/ 1129169 h 2323145"/>
              <a:gd name="connsiteX55" fmla="*/ 8038422 w 11269336"/>
              <a:gd name="connsiteY55" fmla="*/ 1119092 h 2323145"/>
              <a:gd name="connsiteX56" fmla="*/ 8029450 w 11269336"/>
              <a:gd name="connsiteY56" fmla="*/ 1125592 h 2323145"/>
              <a:gd name="connsiteX57" fmla="*/ 7959552 w 11269336"/>
              <a:gd name="connsiteY57" fmla="*/ 1140188 h 2323145"/>
              <a:gd name="connsiteX58" fmla="*/ 7914188 w 11269336"/>
              <a:gd name="connsiteY58" fmla="*/ 1150862 h 2323145"/>
              <a:gd name="connsiteX59" fmla="*/ 7914918 w 11269336"/>
              <a:gd name="connsiteY59" fmla="*/ 1168758 h 2323145"/>
              <a:gd name="connsiteX60" fmla="*/ 7875510 w 11269336"/>
              <a:gd name="connsiteY60" fmla="*/ 1183153 h 2323145"/>
              <a:gd name="connsiteX61" fmla="*/ 7829932 w 11269336"/>
              <a:gd name="connsiteY61" fmla="*/ 1180782 h 2323145"/>
              <a:gd name="connsiteX62" fmla="*/ 7779182 w 11269336"/>
              <a:gd name="connsiteY62" fmla="*/ 1192665 h 2323145"/>
              <a:gd name="connsiteX63" fmla="*/ 7748774 w 11269336"/>
              <a:gd name="connsiteY63" fmla="*/ 1199586 h 2323145"/>
              <a:gd name="connsiteX64" fmla="*/ 7671846 w 11269336"/>
              <a:gd name="connsiteY64" fmla="*/ 1231966 h 2323145"/>
              <a:gd name="connsiteX65" fmla="*/ 7554146 w 11269336"/>
              <a:gd name="connsiteY65" fmla="*/ 1319748 h 2323145"/>
              <a:gd name="connsiteX66" fmla="*/ 7515052 w 11269336"/>
              <a:gd name="connsiteY66" fmla="*/ 1336718 h 2323145"/>
              <a:gd name="connsiteX67" fmla="*/ 7507193 w 11269336"/>
              <a:gd name="connsiteY67" fmla="*/ 1334617 h 2323145"/>
              <a:gd name="connsiteX68" fmla="*/ 7461694 w 11269336"/>
              <a:gd name="connsiteY68" fmla="*/ 1375866 h 2323145"/>
              <a:gd name="connsiteX69" fmla="*/ 7377571 w 11269336"/>
              <a:gd name="connsiteY69" fmla="*/ 1400128 h 2323145"/>
              <a:gd name="connsiteX70" fmla="*/ 7311261 w 11269336"/>
              <a:gd name="connsiteY70" fmla="*/ 1412652 h 2323145"/>
              <a:gd name="connsiteX71" fmla="*/ 7275307 w 11269336"/>
              <a:gd name="connsiteY71" fmla="*/ 1422171 h 2323145"/>
              <a:gd name="connsiteX72" fmla="*/ 7247783 w 11269336"/>
              <a:gd name="connsiteY72" fmla="*/ 1426330 h 2323145"/>
              <a:gd name="connsiteX73" fmla="*/ 7185047 w 11269336"/>
              <a:gd name="connsiteY73" fmla="*/ 1451812 h 2323145"/>
              <a:gd name="connsiteX74" fmla="*/ 7084117 w 11269336"/>
              <a:gd name="connsiteY74" fmla="*/ 1500281 h 2323145"/>
              <a:gd name="connsiteX75" fmla="*/ 7062011 w 11269336"/>
              <a:gd name="connsiteY75" fmla="*/ 1509183 h 2323145"/>
              <a:gd name="connsiteX76" fmla="*/ 7040555 w 11269336"/>
              <a:gd name="connsiteY76" fmla="*/ 1511207 h 2323145"/>
              <a:gd name="connsiteX77" fmla="*/ 7033438 w 11269336"/>
              <a:gd name="connsiteY77" fmla="*/ 1506772 h 2323145"/>
              <a:gd name="connsiteX78" fmla="*/ 7020886 w 11269336"/>
              <a:gd name="connsiteY78" fmla="*/ 1510764 h 2323145"/>
              <a:gd name="connsiteX79" fmla="*/ 7017033 w 11269336"/>
              <a:gd name="connsiteY79" fmla="*/ 1510650 h 2323145"/>
              <a:gd name="connsiteX80" fmla="*/ 6995460 w 11269336"/>
              <a:gd name="connsiteY80" fmla="*/ 1511173 h 2323145"/>
              <a:gd name="connsiteX81" fmla="*/ 6962144 w 11269336"/>
              <a:gd name="connsiteY81" fmla="*/ 1541508 h 2323145"/>
              <a:gd name="connsiteX82" fmla="*/ 6910674 w 11269336"/>
              <a:gd name="connsiteY82" fmla="*/ 1554793 h 2323145"/>
              <a:gd name="connsiteX83" fmla="*/ 6732152 w 11269336"/>
              <a:gd name="connsiteY83" fmla="*/ 1642538 h 2323145"/>
              <a:gd name="connsiteX84" fmla="*/ 6694106 w 11269336"/>
              <a:gd name="connsiteY84" fmla="*/ 1632377 h 2323145"/>
              <a:gd name="connsiteX85" fmla="*/ 6617223 w 11269336"/>
              <a:gd name="connsiteY85" fmla="*/ 1659889 h 2323145"/>
              <a:gd name="connsiteX86" fmla="*/ 6521138 w 11269336"/>
              <a:gd name="connsiteY86" fmla="*/ 1744340 h 2323145"/>
              <a:gd name="connsiteX87" fmla="*/ 6380677 w 11269336"/>
              <a:gd name="connsiteY87" fmla="*/ 1796883 h 2323145"/>
              <a:gd name="connsiteX88" fmla="*/ 6374897 w 11269336"/>
              <a:gd name="connsiteY88" fmla="*/ 1809910 h 2323145"/>
              <a:gd name="connsiteX89" fmla="*/ 6364545 w 11269336"/>
              <a:gd name="connsiteY89" fmla="*/ 1820090 h 2323145"/>
              <a:gd name="connsiteX90" fmla="*/ 6362126 w 11269336"/>
              <a:gd name="connsiteY90" fmla="*/ 1819991 h 2323145"/>
              <a:gd name="connsiteX91" fmla="*/ 6346673 w 11269336"/>
              <a:gd name="connsiteY91" fmla="*/ 1827824 h 2323145"/>
              <a:gd name="connsiteX92" fmla="*/ 6345588 w 11269336"/>
              <a:gd name="connsiteY92" fmla="*/ 1832232 h 2323145"/>
              <a:gd name="connsiteX93" fmla="*/ 6335708 w 11269336"/>
              <a:gd name="connsiteY93" fmla="*/ 1838451 h 2323145"/>
              <a:gd name="connsiteX94" fmla="*/ 6318182 w 11269336"/>
              <a:gd name="connsiteY94" fmla="*/ 1852975 h 2323145"/>
              <a:gd name="connsiteX95" fmla="*/ 6313084 w 11269336"/>
              <a:gd name="connsiteY95" fmla="*/ 1853561 h 2323145"/>
              <a:gd name="connsiteX96" fmla="*/ 6283816 w 11269336"/>
              <a:gd name="connsiteY96" fmla="*/ 1872148 h 2323145"/>
              <a:gd name="connsiteX97" fmla="*/ 6282550 w 11269336"/>
              <a:gd name="connsiteY97" fmla="*/ 1871392 h 2323145"/>
              <a:gd name="connsiteX98" fmla="*/ 6270527 w 11269336"/>
              <a:gd name="connsiteY98" fmla="*/ 1872208 h 2323145"/>
              <a:gd name="connsiteX99" fmla="*/ 6249518 w 11269336"/>
              <a:gd name="connsiteY99" fmla="*/ 1876079 h 2323145"/>
              <a:gd name="connsiteX100" fmla="*/ 6190386 w 11269336"/>
              <a:gd name="connsiteY100" fmla="*/ 1872478 h 2323145"/>
              <a:gd name="connsiteX101" fmla="*/ 6159777 w 11269336"/>
              <a:gd name="connsiteY101" fmla="*/ 1891745 h 2323145"/>
              <a:gd name="connsiteX102" fmla="*/ 6153131 w 11269336"/>
              <a:gd name="connsiteY102" fmla="*/ 1895079 h 2323145"/>
              <a:gd name="connsiteX103" fmla="*/ 6152798 w 11269336"/>
              <a:gd name="connsiteY103" fmla="*/ 1894920 h 2323145"/>
              <a:gd name="connsiteX104" fmla="*/ 6145388 w 11269336"/>
              <a:gd name="connsiteY104" fmla="*/ 1897990 h 2323145"/>
              <a:gd name="connsiteX105" fmla="*/ 6141014 w 11269336"/>
              <a:gd name="connsiteY105" fmla="*/ 1901155 h 2323145"/>
              <a:gd name="connsiteX106" fmla="*/ 6128122 w 11269336"/>
              <a:gd name="connsiteY106" fmla="*/ 1907623 h 2323145"/>
              <a:gd name="connsiteX107" fmla="*/ 6122351 w 11269336"/>
              <a:gd name="connsiteY107" fmla="*/ 1908359 h 2323145"/>
              <a:gd name="connsiteX108" fmla="*/ 6064750 w 11269336"/>
              <a:gd name="connsiteY108" fmla="*/ 1896394 h 2323145"/>
              <a:gd name="connsiteX109" fmla="*/ 5964230 w 11269336"/>
              <a:gd name="connsiteY109" fmla="*/ 1910038 h 2323145"/>
              <a:gd name="connsiteX110" fmla="*/ 5865399 w 11269336"/>
              <a:gd name="connsiteY110" fmla="*/ 1926966 h 2323145"/>
              <a:gd name="connsiteX111" fmla="*/ 5829951 w 11269336"/>
              <a:gd name="connsiteY111" fmla="*/ 1934755 h 2323145"/>
              <a:gd name="connsiteX112" fmla="*/ 5765285 w 11269336"/>
              <a:gd name="connsiteY112" fmla="*/ 1941322 h 2323145"/>
              <a:gd name="connsiteX113" fmla="*/ 5734750 w 11269336"/>
              <a:gd name="connsiteY113" fmla="*/ 1939793 h 2323145"/>
              <a:gd name="connsiteX114" fmla="*/ 5733569 w 11269336"/>
              <a:gd name="connsiteY114" fmla="*/ 1940505 h 2323145"/>
              <a:gd name="connsiteX115" fmla="*/ 5730329 w 11269336"/>
              <a:gd name="connsiteY115" fmla="*/ 1937845 h 2323145"/>
              <a:gd name="connsiteX116" fmla="*/ 5724661 w 11269336"/>
              <a:gd name="connsiteY116" fmla="*/ 1937455 h 2323145"/>
              <a:gd name="connsiteX117" fmla="*/ 5710186 w 11269336"/>
              <a:gd name="connsiteY117" fmla="*/ 1941370 h 2323145"/>
              <a:gd name="connsiteX118" fmla="*/ 5704910 w 11269336"/>
              <a:gd name="connsiteY118" fmla="*/ 1943663 h 2323145"/>
              <a:gd name="connsiteX119" fmla="*/ 5696836 w 11269336"/>
              <a:gd name="connsiteY119" fmla="*/ 1945271 h 2323145"/>
              <a:gd name="connsiteX120" fmla="*/ 5696583 w 11269336"/>
              <a:gd name="connsiteY120" fmla="*/ 1945050 h 2323145"/>
              <a:gd name="connsiteX121" fmla="*/ 5689123 w 11269336"/>
              <a:gd name="connsiteY121" fmla="*/ 1947067 h 2323145"/>
              <a:gd name="connsiteX122" fmla="*/ 5653291 w 11269336"/>
              <a:gd name="connsiteY122" fmla="*/ 1960245 h 2323145"/>
              <a:gd name="connsiteX123" fmla="*/ 5599385 w 11269336"/>
              <a:gd name="connsiteY123" fmla="*/ 1945198 h 2323145"/>
              <a:gd name="connsiteX124" fmla="*/ 5578300 w 11269336"/>
              <a:gd name="connsiteY124" fmla="*/ 1944963 h 2323145"/>
              <a:gd name="connsiteX125" fmla="*/ 5566758 w 11269336"/>
              <a:gd name="connsiteY125" fmla="*/ 1943441 h 2323145"/>
              <a:gd name="connsiteX126" fmla="*/ 5565857 w 11269336"/>
              <a:gd name="connsiteY126" fmla="*/ 1942445 h 2323145"/>
              <a:gd name="connsiteX127" fmla="*/ 5531534 w 11269336"/>
              <a:gd name="connsiteY127" fmla="*/ 1955208 h 2323145"/>
              <a:gd name="connsiteX128" fmla="*/ 5526552 w 11269336"/>
              <a:gd name="connsiteY128" fmla="*/ 1954799 h 2323145"/>
              <a:gd name="connsiteX129" fmla="*/ 5504723 w 11269336"/>
              <a:gd name="connsiteY129" fmla="*/ 1965811 h 2323145"/>
              <a:gd name="connsiteX130" fmla="*/ 5493156 w 11269336"/>
              <a:gd name="connsiteY130" fmla="*/ 1970063 h 2323145"/>
              <a:gd name="connsiteX131" fmla="*/ 5490486 w 11269336"/>
              <a:gd name="connsiteY131" fmla="*/ 1974227 h 2323145"/>
              <a:gd name="connsiteX132" fmla="*/ 5473107 w 11269336"/>
              <a:gd name="connsiteY132" fmla="*/ 1979001 h 2323145"/>
              <a:gd name="connsiteX133" fmla="*/ 5470885 w 11269336"/>
              <a:gd name="connsiteY133" fmla="*/ 1978432 h 2323145"/>
              <a:gd name="connsiteX134" fmla="*/ 5457393 w 11269336"/>
              <a:gd name="connsiteY134" fmla="*/ 1986525 h 2323145"/>
              <a:gd name="connsiteX135" fmla="*/ 5447102 w 11269336"/>
              <a:gd name="connsiteY135" fmla="*/ 1998329 h 2323145"/>
              <a:gd name="connsiteX136" fmla="*/ 5159151 w 11269336"/>
              <a:gd name="connsiteY136" fmla="*/ 2029640 h 2323145"/>
              <a:gd name="connsiteX137" fmla="*/ 5041688 w 11269336"/>
              <a:gd name="connsiteY137" fmla="*/ 2022334 h 2323145"/>
              <a:gd name="connsiteX138" fmla="*/ 4860988 w 11269336"/>
              <a:gd name="connsiteY138" fmla="*/ 2135698 h 2323145"/>
              <a:gd name="connsiteX139" fmla="*/ 4807902 w 11269336"/>
              <a:gd name="connsiteY139" fmla="*/ 2138894 h 2323145"/>
              <a:gd name="connsiteX140" fmla="*/ 4765388 w 11269336"/>
              <a:gd name="connsiteY140" fmla="*/ 2162525 h 2323145"/>
              <a:gd name="connsiteX141" fmla="*/ 4745033 w 11269336"/>
              <a:gd name="connsiteY141" fmla="*/ 2158859 h 2323145"/>
              <a:gd name="connsiteX142" fmla="*/ 4741475 w 11269336"/>
              <a:gd name="connsiteY142" fmla="*/ 2157998 h 2323145"/>
              <a:gd name="connsiteX143" fmla="*/ 4728247 w 11269336"/>
              <a:gd name="connsiteY143" fmla="*/ 2159526 h 2323145"/>
              <a:gd name="connsiteX144" fmla="*/ 4723263 w 11269336"/>
              <a:gd name="connsiteY144" fmla="*/ 2153742 h 2323145"/>
              <a:gd name="connsiteX145" fmla="*/ 4702453 w 11269336"/>
              <a:gd name="connsiteY145" fmla="*/ 2151586 h 2323145"/>
              <a:gd name="connsiteX146" fmla="*/ 4678455 w 11269336"/>
              <a:gd name="connsiteY146" fmla="*/ 2156131 h 2323145"/>
              <a:gd name="connsiteX147" fmla="*/ 4593061 w 11269336"/>
              <a:gd name="connsiteY147" fmla="*/ 2171597 h 2323145"/>
              <a:gd name="connsiteX148" fmla="*/ 4579902 w 11269336"/>
              <a:gd name="connsiteY148" fmla="*/ 2177927 h 2323145"/>
              <a:gd name="connsiteX149" fmla="*/ 4533444 w 11269336"/>
              <a:gd name="connsiteY149" fmla="*/ 2181200 h 2323145"/>
              <a:gd name="connsiteX150" fmla="*/ 4492832 w 11269336"/>
              <a:gd name="connsiteY150" fmla="*/ 2188033 h 2323145"/>
              <a:gd name="connsiteX151" fmla="*/ 4467257 w 11269336"/>
              <a:gd name="connsiteY151" fmla="*/ 2196121 h 2323145"/>
              <a:gd name="connsiteX152" fmla="*/ 4459937 w 11269336"/>
              <a:gd name="connsiteY152" fmla="*/ 2195182 h 2323145"/>
              <a:gd name="connsiteX153" fmla="*/ 4433312 w 11269336"/>
              <a:gd name="connsiteY153" fmla="*/ 2199004 h 2323145"/>
              <a:gd name="connsiteX154" fmla="*/ 4420601 w 11269336"/>
              <a:gd name="connsiteY154" fmla="*/ 2205158 h 2323145"/>
              <a:gd name="connsiteX155" fmla="*/ 4405765 w 11269336"/>
              <a:gd name="connsiteY155" fmla="*/ 2199902 h 2323145"/>
              <a:gd name="connsiteX156" fmla="*/ 4401354 w 11269336"/>
              <a:gd name="connsiteY156" fmla="*/ 2194745 h 2323145"/>
              <a:gd name="connsiteX157" fmla="*/ 4383151 w 11269336"/>
              <a:gd name="connsiteY157" fmla="*/ 2201140 h 2323145"/>
              <a:gd name="connsiteX158" fmla="*/ 4366646 w 11269336"/>
              <a:gd name="connsiteY158" fmla="*/ 2198564 h 2323145"/>
              <a:gd name="connsiteX159" fmla="*/ 4354009 w 11269336"/>
              <a:gd name="connsiteY159" fmla="*/ 2204984 h 2323145"/>
              <a:gd name="connsiteX160" fmla="*/ 4348284 w 11269336"/>
              <a:gd name="connsiteY160" fmla="*/ 2205270 h 2323145"/>
              <a:gd name="connsiteX161" fmla="*/ 4333906 w 11269336"/>
              <a:gd name="connsiteY161" fmla="*/ 2205251 h 2323145"/>
              <a:gd name="connsiteX162" fmla="*/ 4308819 w 11269336"/>
              <a:gd name="connsiteY162" fmla="*/ 2203822 h 2323145"/>
              <a:gd name="connsiteX163" fmla="*/ 4301210 w 11269336"/>
              <a:gd name="connsiteY163" fmla="*/ 2204456 h 2323145"/>
              <a:gd name="connsiteX164" fmla="*/ 4283095 w 11269336"/>
              <a:gd name="connsiteY164" fmla="*/ 2198177 h 2323145"/>
              <a:gd name="connsiteX165" fmla="*/ 4250119 w 11269336"/>
              <a:gd name="connsiteY165" fmla="*/ 2196342 h 2323145"/>
              <a:gd name="connsiteX166" fmla="*/ 4189203 w 11269336"/>
              <a:gd name="connsiteY166" fmla="*/ 2178994 h 2323145"/>
              <a:gd name="connsiteX167" fmla="*/ 4154035 w 11269336"/>
              <a:gd name="connsiteY167" fmla="*/ 2171950 h 2323145"/>
              <a:gd name="connsiteX168" fmla="*/ 4129569 w 11269336"/>
              <a:gd name="connsiteY168" fmla="*/ 2163850 h 2323145"/>
              <a:gd name="connsiteX169" fmla="*/ 4061250 w 11269336"/>
              <a:gd name="connsiteY169" fmla="*/ 2159236 h 2323145"/>
              <a:gd name="connsiteX170" fmla="*/ 3945480 w 11269336"/>
              <a:gd name="connsiteY170" fmla="*/ 2158279 h 2323145"/>
              <a:gd name="connsiteX171" fmla="*/ 3921468 w 11269336"/>
              <a:gd name="connsiteY171" fmla="*/ 2156588 h 2323145"/>
              <a:gd name="connsiteX172" fmla="*/ 3903348 w 11269336"/>
              <a:gd name="connsiteY172" fmla="*/ 2149220 h 2323145"/>
              <a:gd name="connsiteX173" fmla="*/ 3901342 w 11269336"/>
              <a:gd name="connsiteY173" fmla="*/ 2142355 h 2323145"/>
              <a:gd name="connsiteX174" fmla="*/ 3888539 w 11269336"/>
              <a:gd name="connsiteY174" fmla="*/ 2140476 h 2323145"/>
              <a:gd name="connsiteX175" fmla="*/ 3885662 w 11269336"/>
              <a:gd name="connsiteY175" fmla="*/ 2138740 h 2323145"/>
              <a:gd name="connsiteX176" fmla="*/ 3868627 w 11269336"/>
              <a:gd name="connsiteY176" fmla="*/ 2130023 h 2323145"/>
              <a:gd name="connsiteX177" fmla="*/ 3819177 w 11269336"/>
              <a:gd name="connsiteY177" fmla="*/ 2142111 h 2323145"/>
              <a:gd name="connsiteX178" fmla="*/ 3769100 w 11269336"/>
              <a:gd name="connsiteY178" fmla="*/ 2131731 h 2323145"/>
              <a:gd name="connsiteX179" fmla="*/ 3562752 w 11269336"/>
              <a:gd name="connsiteY179" fmla="*/ 2131785 h 2323145"/>
              <a:gd name="connsiteX180" fmla="*/ 3541402 w 11269336"/>
              <a:gd name="connsiteY180" fmla="*/ 2106821 h 2323145"/>
              <a:gd name="connsiteX181" fmla="*/ 3365341 w 11269336"/>
              <a:gd name="connsiteY181" fmla="*/ 2077638 h 2323145"/>
              <a:gd name="connsiteX182" fmla="*/ 3170922 w 11269336"/>
              <a:gd name="connsiteY182" fmla="*/ 2115957 h 2323145"/>
              <a:gd name="connsiteX183" fmla="*/ 3156256 w 11269336"/>
              <a:gd name="connsiteY183" fmla="*/ 2124773 h 2323145"/>
              <a:gd name="connsiteX184" fmla="*/ 3140298 w 11269336"/>
              <a:gd name="connsiteY184" fmla="*/ 2129182 h 2323145"/>
              <a:gd name="connsiteX185" fmla="*/ 3138514 w 11269336"/>
              <a:gd name="connsiteY185" fmla="*/ 2128069 h 2323145"/>
              <a:gd name="connsiteX186" fmla="*/ 3120467 w 11269336"/>
              <a:gd name="connsiteY186" fmla="*/ 2128281 h 2323145"/>
              <a:gd name="connsiteX187" fmla="*/ 3116175 w 11269336"/>
              <a:gd name="connsiteY187" fmla="*/ 2131633 h 2323145"/>
              <a:gd name="connsiteX188" fmla="*/ 3103685 w 11269336"/>
              <a:gd name="connsiteY188" fmla="*/ 2132814 h 2323145"/>
              <a:gd name="connsiteX189" fmla="*/ 3078794 w 11269336"/>
              <a:gd name="connsiteY189" fmla="*/ 2137935 h 2323145"/>
              <a:gd name="connsiteX190" fmla="*/ 3074407 w 11269336"/>
              <a:gd name="connsiteY190" fmla="*/ 2136274 h 2323145"/>
              <a:gd name="connsiteX191" fmla="*/ 3037285 w 11269336"/>
              <a:gd name="connsiteY191" fmla="*/ 2139919 h 2323145"/>
              <a:gd name="connsiteX192" fmla="*/ 3036901 w 11269336"/>
              <a:gd name="connsiteY192" fmla="*/ 2138726 h 2323145"/>
              <a:gd name="connsiteX193" fmla="*/ 3026996 w 11269336"/>
              <a:gd name="connsiteY193" fmla="*/ 2134322 h 2323145"/>
              <a:gd name="connsiteX194" fmla="*/ 3007772 w 11269336"/>
              <a:gd name="connsiteY194" fmla="*/ 2128742 h 2323145"/>
              <a:gd name="connsiteX195" fmla="*/ 2965030 w 11269336"/>
              <a:gd name="connsiteY195" fmla="*/ 2100494 h 2323145"/>
              <a:gd name="connsiteX196" fmla="*/ 2926342 w 11269336"/>
              <a:gd name="connsiteY196" fmla="*/ 2104155 h 2323145"/>
              <a:gd name="connsiteX197" fmla="*/ 2918608 w 11269336"/>
              <a:gd name="connsiteY197" fmla="*/ 2104215 h 2323145"/>
              <a:gd name="connsiteX198" fmla="*/ 2918475 w 11269336"/>
              <a:gd name="connsiteY198" fmla="*/ 2103937 h 2323145"/>
              <a:gd name="connsiteX199" fmla="*/ 2910360 w 11269336"/>
              <a:gd name="connsiteY199" fmla="*/ 2103444 h 2323145"/>
              <a:gd name="connsiteX200" fmla="*/ 2904507 w 11269336"/>
              <a:gd name="connsiteY200" fmla="*/ 2104326 h 2323145"/>
              <a:gd name="connsiteX201" fmla="*/ 2889503 w 11269336"/>
              <a:gd name="connsiteY201" fmla="*/ 2104443 h 2323145"/>
              <a:gd name="connsiteX202" fmla="*/ 2884480 w 11269336"/>
              <a:gd name="connsiteY202" fmla="*/ 2102626 h 2323145"/>
              <a:gd name="connsiteX203" fmla="*/ 2882689 w 11269336"/>
              <a:gd name="connsiteY203" fmla="*/ 2099228 h 2323145"/>
              <a:gd name="connsiteX204" fmla="*/ 2881291 w 11269336"/>
              <a:gd name="connsiteY204" fmla="*/ 2099618 h 2323145"/>
              <a:gd name="connsiteX205" fmla="*/ 2853979 w 11269336"/>
              <a:gd name="connsiteY205" fmla="*/ 2090388 h 2323145"/>
              <a:gd name="connsiteX206" fmla="*/ 2791790 w 11269336"/>
              <a:gd name="connsiteY206" fmla="*/ 2080332 h 2323145"/>
              <a:gd name="connsiteX207" fmla="*/ 2755844 w 11269336"/>
              <a:gd name="connsiteY207" fmla="*/ 2078874 h 2323145"/>
              <a:gd name="connsiteX208" fmla="*/ 2657742 w 11269336"/>
              <a:gd name="connsiteY208" fmla="*/ 2070179 h 2323145"/>
              <a:gd name="connsiteX209" fmla="*/ 2559549 w 11269336"/>
              <a:gd name="connsiteY209" fmla="*/ 2057873 h 2323145"/>
              <a:gd name="connsiteX210" fmla="*/ 2512054 w 11269336"/>
              <a:gd name="connsiteY210" fmla="*/ 2031671 h 2323145"/>
              <a:gd name="connsiteX211" fmla="*/ 2506437 w 11269336"/>
              <a:gd name="connsiteY211" fmla="*/ 2030918 h 2323145"/>
              <a:gd name="connsiteX212" fmla="*/ 2491752 w 11269336"/>
              <a:gd name="connsiteY212" fmla="*/ 2033906 h 2323145"/>
              <a:gd name="connsiteX213" fmla="*/ 2486338 w 11269336"/>
              <a:gd name="connsiteY213" fmla="*/ 2035862 h 2323145"/>
              <a:gd name="connsiteX214" fmla="*/ 2478186 w 11269336"/>
              <a:gd name="connsiteY214" fmla="*/ 2036953 h 2323145"/>
              <a:gd name="connsiteX215" fmla="*/ 2477950 w 11269336"/>
              <a:gd name="connsiteY215" fmla="*/ 2036715 h 2323145"/>
              <a:gd name="connsiteX216" fmla="*/ 2470381 w 11269336"/>
              <a:gd name="connsiteY216" fmla="*/ 2038256 h 2323145"/>
              <a:gd name="connsiteX217" fmla="*/ 2433781 w 11269336"/>
              <a:gd name="connsiteY217" fmla="*/ 2049140 h 2323145"/>
              <a:gd name="connsiteX218" fmla="*/ 2381172 w 11269336"/>
              <a:gd name="connsiteY218" fmla="*/ 2030645 h 2323145"/>
              <a:gd name="connsiteX219" fmla="*/ 2360198 w 11269336"/>
              <a:gd name="connsiteY219" fmla="*/ 2029059 h 2323145"/>
              <a:gd name="connsiteX220" fmla="*/ 2348815 w 11269336"/>
              <a:gd name="connsiteY220" fmla="*/ 2026798 h 2323145"/>
              <a:gd name="connsiteX221" fmla="*/ 2347988 w 11269336"/>
              <a:gd name="connsiteY221" fmla="*/ 2025745 h 2323145"/>
              <a:gd name="connsiteX222" fmla="*/ 2312920 w 11269336"/>
              <a:gd name="connsiteY222" fmla="*/ 2036311 h 2323145"/>
              <a:gd name="connsiteX223" fmla="*/ 2307986 w 11269336"/>
              <a:gd name="connsiteY223" fmla="*/ 2035583 h 2323145"/>
              <a:gd name="connsiteX224" fmla="*/ 2285481 w 11269336"/>
              <a:gd name="connsiteY224" fmla="*/ 2045197 h 2323145"/>
              <a:gd name="connsiteX225" fmla="*/ 2273666 w 11269336"/>
              <a:gd name="connsiteY225" fmla="*/ 2048710 h 2323145"/>
              <a:gd name="connsiteX226" fmla="*/ 2270719 w 11269336"/>
              <a:gd name="connsiteY226" fmla="*/ 2052702 h 2323145"/>
              <a:gd name="connsiteX227" fmla="*/ 2253080 w 11269336"/>
              <a:gd name="connsiteY227" fmla="*/ 2056363 h 2323145"/>
              <a:gd name="connsiteX228" fmla="*/ 2250906 w 11269336"/>
              <a:gd name="connsiteY228" fmla="*/ 2055654 h 2323145"/>
              <a:gd name="connsiteX229" fmla="*/ 2236905 w 11269336"/>
              <a:gd name="connsiteY229" fmla="*/ 2062882 h 2323145"/>
              <a:gd name="connsiteX230" fmla="*/ 2225830 w 11269336"/>
              <a:gd name="connsiteY230" fmla="*/ 2074027 h 2323145"/>
              <a:gd name="connsiteX231" fmla="*/ 2073776 w 11269336"/>
              <a:gd name="connsiteY231" fmla="*/ 2089244 h 2323145"/>
              <a:gd name="connsiteX232" fmla="*/ 1948256 w 11269336"/>
              <a:gd name="connsiteY232" fmla="*/ 2146616 h 2323145"/>
              <a:gd name="connsiteX233" fmla="*/ 1865582 w 11269336"/>
              <a:gd name="connsiteY233" fmla="*/ 2153738 h 2323145"/>
              <a:gd name="connsiteX234" fmla="*/ 1835210 w 11269336"/>
              <a:gd name="connsiteY234" fmla="*/ 2134244 h 2323145"/>
              <a:gd name="connsiteX235" fmla="*/ 1632661 w 11269336"/>
              <a:gd name="connsiteY235" fmla="*/ 2173882 h 2323145"/>
              <a:gd name="connsiteX236" fmla="*/ 1579590 w 11269336"/>
              <a:gd name="connsiteY236" fmla="*/ 2173680 h 2323145"/>
              <a:gd name="connsiteX237" fmla="*/ 1535601 w 11269336"/>
              <a:gd name="connsiteY237" fmla="*/ 2194590 h 2323145"/>
              <a:gd name="connsiteX238" fmla="*/ 1515594 w 11269336"/>
              <a:gd name="connsiteY238" fmla="*/ 2189622 h 2323145"/>
              <a:gd name="connsiteX239" fmla="*/ 1512113 w 11269336"/>
              <a:gd name="connsiteY239" fmla="*/ 2188534 h 2323145"/>
              <a:gd name="connsiteX240" fmla="*/ 1498838 w 11269336"/>
              <a:gd name="connsiteY240" fmla="*/ 2189213 h 2323145"/>
              <a:gd name="connsiteX241" fmla="*/ 1494279 w 11269336"/>
              <a:gd name="connsiteY241" fmla="*/ 2183112 h 2323145"/>
              <a:gd name="connsiteX242" fmla="*/ 1473714 w 11269336"/>
              <a:gd name="connsiteY242" fmla="*/ 2179625 h 2323145"/>
              <a:gd name="connsiteX243" fmla="*/ 1449503 w 11269336"/>
              <a:gd name="connsiteY243" fmla="*/ 2182633 h 2323145"/>
              <a:gd name="connsiteX244" fmla="*/ 1266687 w 11269336"/>
              <a:gd name="connsiteY244" fmla="*/ 2212688 h 2323145"/>
              <a:gd name="connsiteX245" fmla="*/ 1239614 w 11269336"/>
              <a:gd name="connsiteY245" fmla="*/ 2209727 h 2323145"/>
              <a:gd name="connsiteX246" fmla="*/ 1202436 w 11269336"/>
              <a:gd name="connsiteY246" fmla="*/ 2209817 h 2323145"/>
              <a:gd name="connsiteX247" fmla="*/ 1136097 w 11269336"/>
              <a:gd name="connsiteY247" fmla="*/ 2205112 h 2323145"/>
              <a:gd name="connsiteX248" fmla="*/ 988232 w 11269336"/>
              <a:gd name="connsiteY248" fmla="*/ 2235635 h 2323145"/>
              <a:gd name="connsiteX249" fmla="*/ 981959 w 11269336"/>
              <a:gd name="connsiteY249" fmla="*/ 2231607 h 2323145"/>
              <a:gd name="connsiteX250" fmla="*/ 938600 w 11269336"/>
              <a:gd name="connsiteY250" fmla="*/ 2238113 h 2323145"/>
              <a:gd name="connsiteX251" fmla="*/ 791788 w 11269336"/>
              <a:gd name="connsiteY251" fmla="*/ 2293224 h 2323145"/>
              <a:gd name="connsiteX252" fmla="*/ 706914 w 11269336"/>
              <a:gd name="connsiteY252" fmla="*/ 2305046 h 2323145"/>
              <a:gd name="connsiteX253" fmla="*/ 675971 w 11269336"/>
              <a:gd name="connsiteY253" fmla="*/ 2304030 h 2323145"/>
              <a:gd name="connsiteX254" fmla="*/ 624180 w 11269336"/>
              <a:gd name="connsiteY254" fmla="*/ 2302650 h 2323145"/>
              <a:gd name="connsiteX255" fmla="*/ 583453 w 11269336"/>
              <a:gd name="connsiteY255" fmla="*/ 2288788 h 2323145"/>
              <a:gd name="connsiteX256" fmla="*/ 540946 w 11269336"/>
              <a:gd name="connsiteY256" fmla="*/ 2292721 h 2323145"/>
              <a:gd name="connsiteX257" fmla="*/ 533680 w 11269336"/>
              <a:gd name="connsiteY257" fmla="*/ 2310233 h 2323145"/>
              <a:gd name="connsiteX258" fmla="*/ 487366 w 11269336"/>
              <a:gd name="connsiteY258" fmla="*/ 2309053 h 2323145"/>
              <a:gd name="connsiteX259" fmla="*/ 416820 w 11269336"/>
              <a:gd name="connsiteY259" fmla="*/ 2305443 h 2323145"/>
              <a:gd name="connsiteX260" fmla="*/ 376805 w 11269336"/>
              <a:gd name="connsiteY260" fmla="*/ 2307647 h 2323145"/>
              <a:gd name="connsiteX261" fmla="*/ 266777 w 11269336"/>
              <a:gd name="connsiteY261" fmla="*/ 2309012 h 2323145"/>
              <a:gd name="connsiteX262" fmla="*/ 156013 w 11269336"/>
              <a:gd name="connsiteY262" fmla="*/ 2306832 h 2323145"/>
              <a:gd name="connsiteX263" fmla="*/ 87258 w 11269336"/>
              <a:gd name="connsiteY263" fmla="*/ 2285511 h 2323145"/>
              <a:gd name="connsiteX264" fmla="*/ 23798 w 11269336"/>
              <a:gd name="connsiteY264" fmla="*/ 2281822 h 2323145"/>
              <a:gd name="connsiteX265" fmla="*/ 0 w 11269336"/>
              <a:gd name="connsiteY265" fmla="*/ 2285369 h 2323145"/>
              <a:gd name="connsiteX266" fmla="*/ 0 w 11269336"/>
              <a:gd name="connsiteY266"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139429 w 11269336"/>
              <a:gd name="connsiteY20" fmla="*/ 696446 h 2323145"/>
              <a:gd name="connsiteX21" fmla="*/ 9028928 w 11269336"/>
              <a:gd name="connsiteY21" fmla="*/ 745350 h 2323145"/>
              <a:gd name="connsiteX22" fmla="*/ 8977138 w 11269336"/>
              <a:gd name="connsiteY22" fmla="*/ 774970 h 2323145"/>
              <a:gd name="connsiteX23" fmla="*/ 8947030 w 11269336"/>
              <a:gd name="connsiteY23" fmla="*/ 814934 h 2323145"/>
              <a:gd name="connsiteX24" fmla="*/ 8914746 w 11269336"/>
              <a:gd name="connsiteY24" fmla="*/ 826428 h 2323145"/>
              <a:gd name="connsiteX25" fmla="*/ 8917778 w 11269336"/>
              <a:gd name="connsiteY25" fmla="*/ 835198 h 2323145"/>
              <a:gd name="connsiteX26" fmla="*/ 8905560 w 11269336"/>
              <a:gd name="connsiteY26" fmla="*/ 838358 h 2323145"/>
              <a:gd name="connsiteX27" fmla="*/ 8897564 w 11269336"/>
              <a:gd name="connsiteY27" fmla="*/ 834287 h 2323145"/>
              <a:gd name="connsiteX28" fmla="*/ 8878040 w 11269336"/>
              <a:gd name="connsiteY28" fmla="*/ 844150 h 2323145"/>
              <a:gd name="connsiteX29" fmla="*/ 8882654 w 11269336"/>
              <a:gd name="connsiteY29" fmla="*/ 892768 h 2323145"/>
              <a:gd name="connsiteX30" fmla="*/ 8795998 w 11269336"/>
              <a:gd name="connsiteY30" fmla="*/ 863337 h 2323145"/>
              <a:gd name="connsiteX31" fmla="*/ 8776970 w 11269336"/>
              <a:gd name="connsiteY31" fmla="*/ 885177 h 2323145"/>
              <a:gd name="connsiteX32" fmla="*/ 8755719 w 11269336"/>
              <a:gd name="connsiteY32" fmla="*/ 889754 h 2323145"/>
              <a:gd name="connsiteX33" fmla="*/ 8743257 w 11269336"/>
              <a:gd name="connsiteY33" fmla="*/ 904723 h 2323145"/>
              <a:gd name="connsiteX34" fmla="*/ 8721366 w 11269336"/>
              <a:gd name="connsiteY34" fmla="*/ 904711 h 2323145"/>
              <a:gd name="connsiteX35" fmla="*/ 8678353 w 11269336"/>
              <a:gd name="connsiteY35" fmla="*/ 926318 h 2323145"/>
              <a:gd name="connsiteX36" fmla="*/ 8636849 w 11269336"/>
              <a:gd name="connsiteY36" fmla="*/ 937900 h 2323145"/>
              <a:gd name="connsiteX37" fmla="*/ 8620213 w 11269336"/>
              <a:gd name="connsiteY37" fmla="*/ 943068 h 2323145"/>
              <a:gd name="connsiteX38" fmla="*/ 8612581 w 11269336"/>
              <a:gd name="connsiteY38" fmla="*/ 952695 h 2323145"/>
              <a:gd name="connsiteX39" fmla="*/ 8589038 w 11269336"/>
              <a:gd name="connsiteY39" fmla="*/ 963892 h 2323145"/>
              <a:gd name="connsiteX40" fmla="*/ 8579950 w 11269336"/>
              <a:gd name="connsiteY40" fmla="*/ 960899 h 2323145"/>
              <a:gd name="connsiteX41" fmla="*/ 8579319 w 11269336"/>
              <a:gd name="connsiteY41" fmla="*/ 965630 h 2323145"/>
              <a:gd name="connsiteX42" fmla="*/ 8547429 w 11269336"/>
              <a:gd name="connsiteY42" fmla="*/ 984506 h 2323145"/>
              <a:gd name="connsiteX43" fmla="*/ 8478704 w 11269336"/>
              <a:gd name="connsiteY43" fmla="*/ 1025490 h 2323145"/>
              <a:gd name="connsiteX44" fmla="*/ 8461421 w 11269336"/>
              <a:gd name="connsiteY44" fmla="*/ 1035512 h 2323145"/>
              <a:gd name="connsiteX45" fmla="*/ 8445003 w 11269336"/>
              <a:gd name="connsiteY45" fmla="*/ 1036851 h 2323145"/>
              <a:gd name="connsiteX46" fmla="*/ 8357350 w 11269336"/>
              <a:gd name="connsiteY46" fmla="*/ 1060213 h 2323145"/>
              <a:gd name="connsiteX47" fmla="*/ 8335565 w 11269336"/>
              <a:gd name="connsiteY47" fmla="*/ 1061151 h 2323145"/>
              <a:gd name="connsiteX48" fmla="*/ 8325267 w 11269336"/>
              <a:gd name="connsiteY48" fmla="*/ 1055919 h 2323145"/>
              <a:gd name="connsiteX49" fmla="*/ 8293586 w 11269336"/>
              <a:gd name="connsiteY49" fmla="*/ 1076144 h 2323145"/>
              <a:gd name="connsiteX50" fmla="*/ 8242405 w 11269336"/>
              <a:gd name="connsiteY50" fmla="*/ 1095960 h 2323145"/>
              <a:gd name="connsiteX51" fmla="*/ 8197391 w 11269336"/>
              <a:gd name="connsiteY51" fmla="*/ 1107746 h 2323145"/>
              <a:gd name="connsiteX52" fmla="*/ 8081474 w 11269336"/>
              <a:gd name="connsiteY52" fmla="*/ 1130125 h 2323145"/>
              <a:gd name="connsiteX53" fmla="*/ 8053585 w 11269336"/>
              <a:gd name="connsiteY53" fmla="*/ 1129169 h 2323145"/>
              <a:gd name="connsiteX54" fmla="*/ 8038422 w 11269336"/>
              <a:gd name="connsiteY54" fmla="*/ 1119092 h 2323145"/>
              <a:gd name="connsiteX55" fmla="*/ 8029450 w 11269336"/>
              <a:gd name="connsiteY55" fmla="*/ 1125592 h 2323145"/>
              <a:gd name="connsiteX56" fmla="*/ 7959552 w 11269336"/>
              <a:gd name="connsiteY56" fmla="*/ 1140188 h 2323145"/>
              <a:gd name="connsiteX57" fmla="*/ 7914188 w 11269336"/>
              <a:gd name="connsiteY57" fmla="*/ 1150862 h 2323145"/>
              <a:gd name="connsiteX58" fmla="*/ 7914918 w 11269336"/>
              <a:gd name="connsiteY58" fmla="*/ 1168758 h 2323145"/>
              <a:gd name="connsiteX59" fmla="*/ 7875510 w 11269336"/>
              <a:gd name="connsiteY59" fmla="*/ 1183153 h 2323145"/>
              <a:gd name="connsiteX60" fmla="*/ 7829932 w 11269336"/>
              <a:gd name="connsiteY60" fmla="*/ 1180782 h 2323145"/>
              <a:gd name="connsiteX61" fmla="*/ 7779182 w 11269336"/>
              <a:gd name="connsiteY61" fmla="*/ 1192665 h 2323145"/>
              <a:gd name="connsiteX62" fmla="*/ 7748774 w 11269336"/>
              <a:gd name="connsiteY62" fmla="*/ 1199586 h 2323145"/>
              <a:gd name="connsiteX63" fmla="*/ 7671846 w 11269336"/>
              <a:gd name="connsiteY63" fmla="*/ 1231966 h 2323145"/>
              <a:gd name="connsiteX64" fmla="*/ 7554146 w 11269336"/>
              <a:gd name="connsiteY64" fmla="*/ 1319748 h 2323145"/>
              <a:gd name="connsiteX65" fmla="*/ 7515052 w 11269336"/>
              <a:gd name="connsiteY65" fmla="*/ 1336718 h 2323145"/>
              <a:gd name="connsiteX66" fmla="*/ 7507193 w 11269336"/>
              <a:gd name="connsiteY66" fmla="*/ 1334617 h 2323145"/>
              <a:gd name="connsiteX67" fmla="*/ 7461694 w 11269336"/>
              <a:gd name="connsiteY67" fmla="*/ 1375866 h 2323145"/>
              <a:gd name="connsiteX68" fmla="*/ 7377571 w 11269336"/>
              <a:gd name="connsiteY68" fmla="*/ 1400128 h 2323145"/>
              <a:gd name="connsiteX69" fmla="*/ 7311261 w 11269336"/>
              <a:gd name="connsiteY69" fmla="*/ 1412652 h 2323145"/>
              <a:gd name="connsiteX70" fmla="*/ 7275307 w 11269336"/>
              <a:gd name="connsiteY70" fmla="*/ 1422171 h 2323145"/>
              <a:gd name="connsiteX71" fmla="*/ 7247783 w 11269336"/>
              <a:gd name="connsiteY71" fmla="*/ 1426330 h 2323145"/>
              <a:gd name="connsiteX72" fmla="*/ 7185047 w 11269336"/>
              <a:gd name="connsiteY72" fmla="*/ 1451812 h 2323145"/>
              <a:gd name="connsiteX73" fmla="*/ 7084117 w 11269336"/>
              <a:gd name="connsiteY73" fmla="*/ 1500281 h 2323145"/>
              <a:gd name="connsiteX74" fmla="*/ 7062011 w 11269336"/>
              <a:gd name="connsiteY74" fmla="*/ 1509183 h 2323145"/>
              <a:gd name="connsiteX75" fmla="*/ 7040555 w 11269336"/>
              <a:gd name="connsiteY75" fmla="*/ 1511207 h 2323145"/>
              <a:gd name="connsiteX76" fmla="*/ 7033438 w 11269336"/>
              <a:gd name="connsiteY76" fmla="*/ 1506772 h 2323145"/>
              <a:gd name="connsiteX77" fmla="*/ 7020886 w 11269336"/>
              <a:gd name="connsiteY77" fmla="*/ 1510764 h 2323145"/>
              <a:gd name="connsiteX78" fmla="*/ 7017033 w 11269336"/>
              <a:gd name="connsiteY78" fmla="*/ 1510650 h 2323145"/>
              <a:gd name="connsiteX79" fmla="*/ 6995460 w 11269336"/>
              <a:gd name="connsiteY79" fmla="*/ 1511173 h 2323145"/>
              <a:gd name="connsiteX80" fmla="*/ 6962144 w 11269336"/>
              <a:gd name="connsiteY80" fmla="*/ 1541508 h 2323145"/>
              <a:gd name="connsiteX81" fmla="*/ 6910674 w 11269336"/>
              <a:gd name="connsiteY81" fmla="*/ 1554793 h 2323145"/>
              <a:gd name="connsiteX82" fmla="*/ 6732152 w 11269336"/>
              <a:gd name="connsiteY82" fmla="*/ 1642538 h 2323145"/>
              <a:gd name="connsiteX83" fmla="*/ 6694106 w 11269336"/>
              <a:gd name="connsiteY83" fmla="*/ 1632377 h 2323145"/>
              <a:gd name="connsiteX84" fmla="*/ 6617223 w 11269336"/>
              <a:gd name="connsiteY84" fmla="*/ 1659889 h 2323145"/>
              <a:gd name="connsiteX85" fmla="*/ 6521138 w 11269336"/>
              <a:gd name="connsiteY85" fmla="*/ 1744340 h 2323145"/>
              <a:gd name="connsiteX86" fmla="*/ 6380677 w 11269336"/>
              <a:gd name="connsiteY86" fmla="*/ 1796883 h 2323145"/>
              <a:gd name="connsiteX87" fmla="*/ 6374897 w 11269336"/>
              <a:gd name="connsiteY87" fmla="*/ 1809910 h 2323145"/>
              <a:gd name="connsiteX88" fmla="*/ 6364545 w 11269336"/>
              <a:gd name="connsiteY88" fmla="*/ 1820090 h 2323145"/>
              <a:gd name="connsiteX89" fmla="*/ 6362126 w 11269336"/>
              <a:gd name="connsiteY89" fmla="*/ 1819991 h 2323145"/>
              <a:gd name="connsiteX90" fmla="*/ 6346673 w 11269336"/>
              <a:gd name="connsiteY90" fmla="*/ 1827824 h 2323145"/>
              <a:gd name="connsiteX91" fmla="*/ 6345588 w 11269336"/>
              <a:gd name="connsiteY91" fmla="*/ 1832232 h 2323145"/>
              <a:gd name="connsiteX92" fmla="*/ 6335708 w 11269336"/>
              <a:gd name="connsiteY92" fmla="*/ 1838451 h 2323145"/>
              <a:gd name="connsiteX93" fmla="*/ 6318182 w 11269336"/>
              <a:gd name="connsiteY93" fmla="*/ 1852975 h 2323145"/>
              <a:gd name="connsiteX94" fmla="*/ 6313084 w 11269336"/>
              <a:gd name="connsiteY94" fmla="*/ 1853561 h 2323145"/>
              <a:gd name="connsiteX95" fmla="*/ 6283816 w 11269336"/>
              <a:gd name="connsiteY95" fmla="*/ 1872148 h 2323145"/>
              <a:gd name="connsiteX96" fmla="*/ 6282550 w 11269336"/>
              <a:gd name="connsiteY96" fmla="*/ 1871392 h 2323145"/>
              <a:gd name="connsiteX97" fmla="*/ 6270527 w 11269336"/>
              <a:gd name="connsiteY97" fmla="*/ 1872208 h 2323145"/>
              <a:gd name="connsiteX98" fmla="*/ 6249518 w 11269336"/>
              <a:gd name="connsiteY98" fmla="*/ 1876079 h 2323145"/>
              <a:gd name="connsiteX99" fmla="*/ 6190386 w 11269336"/>
              <a:gd name="connsiteY99" fmla="*/ 1872478 h 2323145"/>
              <a:gd name="connsiteX100" fmla="*/ 6159777 w 11269336"/>
              <a:gd name="connsiteY100" fmla="*/ 1891745 h 2323145"/>
              <a:gd name="connsiteX101" fmla="*/ 6153131 w 11269336"/>
              <a:gd name="connsiteY101" fmla="*/ 1895079 h 2323145"/>
              <a:gd name="connsiteX102" fmla="*/ 6152798 w 11269336"/>
              <a:gd name="connsiteY102" fmla="*/ 1894920 h 2323145"/>
              <a:gd name="connsiteX103" fmla="*/ 6145388 w 11269336"/>
              <a:gd name="connsiteY103" fmla="*/ 1897990 h 2323145"/>
              <a:gd name="connsiteX104" fmla="*/ 6141014 w 11269336"/>
              <a:gd name="connsiteY104" fmla="*/ 1901155 h 2323145"/>
              <a:gd name="connsiteX105" fmla="*/ 6128122 w 11269336"/>
              <a:gd name="connsiteY105" fmla="*/ 1907623 h 2323145"/>
              <a:gd name="connsiteX106" fmla="*/ 6122351 w 11269336"/>
              <a:gd name="connsiteY106" fmla="*/ 1908359 h 2323145"/>
              <a:gd name="connsiteX107" fmla="*/ 6064750 w 11269336"/>
              <a:gd name="connsiteY107" fmla="*/ 1896394 h 2323145"/>
              <a:gd name="connsiteX108" fmla="*/ 5964230 w 11269336"/>
              <a:gd name="connsiteY108" fmla="*/ 1910038 h 2323145"/>
              <a:gd name="connsiteX109" fmla="*/ 5865399 w 11269336"/>
              <a:gd name="connsiteY109" fmla="*/ 1926966 h 2323145"/>
              <a:gd name="connsiteX110" fmla="*/ 5829951 w 11269336"/>
              <a:gd name="connsiteY110" fmla="*/ 1934755 h 2323145"/>
              <a:gd name="connsiteX111" fmla="*/ 5765285 w 11269336"/>
              <a:gd name="connsiteY111" fmla="*/ 1941322 h 2323145"/>
              <a:gd name="connsiteX112" fmla="*/ 5734750 w 11269336"/>
              <a:gd name="connsiteY112" fmla="*/ 1939793 h 2323145"/>
              <a:gd name="connsiteX113" fmla="*/ 5733569 w 11269336"/>
              <a:gd name="connsiteY113" fmla="*/ 1940505 h 2323145"/>
              <a:gd name="connsiteX114" fmla="*/ 5730329 w 11269336"/>
              <a:gd name="connsiteY114" fmla="*/ 1937845 h 2323145"/>
              <a:gd name="connsiteX115" fmla="*/ 5724661 w 11269336"/>
              <a:gd name="connsiteY115" fmla="*/ 1937455 h 2323145"/>
              <a:gd name="connsiteX116" fmla="*/ 5710186 w 11269336"/>
              <a:gd name="connsiteY116" fmla="*/ 1941370 h 2323145"/>
              <a:gd name="connsiteX117" fmla="*/ 5704910 w 11269336"/>
              <a:gd name="connsiteY117" fmla="*/ 1943663 h 2323145"/>
              <a:gd name="connsiteX118" fmla="*/ 5696836 w 11269336"/>
              <a:gd name="connsiteY118" fmla="*/ 1945271 h 2323145"/>
              <a:gd name="connsiteX119" fmla="*/ 5696583 w 11269336"/>
              <a:gd name="connsiteY119" fmla="*/ 1945050 h 2323145"/>
              <a:gd name="connsiteX120" fmla="*/ 5689123 w 11269336"/>
              <a:gd name="connsiteY120" fmla="*/ 1947067 h 2323145"/>
              <a:gd name="connsiteX121" fmla="*/ 5653291 w 11269336"/>
              <a:gd name="connsiteY121" fmla="*/ 1960245 h 2323145"/>
              <a:gd name="connsiteX122" fmla="*/ 5599385 w 11269336"/>
              <a:gd name="connsiteY122" fmla="*/ 1945198 h 2323145"/>
              <a:gd name="connsiteX123" fmla="*/ 5578300 w 11269336"/>
              <a:gd name="connsiteY123" fmla="*/ 1944963 h 2323145"/>
              <a:gd name="connsiteX124" fmla="*/ 5566758 w 11269336"/>
              <a:gd name="connsiteY124" fmla="*/ 1943441 h 2323145"/>
              <a:gd name="connsiteX125" fmla="*/ 5565857 w 11269336"/>
              <a:gd name="connsiteY125" fmla="*/ 1942445 h 2323145"/>
              <a:gd name="connsiteX126" fmla="*/ 5531534 w 11269336"/>
              <a:gd name="connsiteY126" fmla="*/ 1955208 h 2323145"/>
              <a:gd name="connsiteX127" fmla="*/ 5526552 w 11269336"/>
              <a:gd name="connsiteY127" fmla="*/ 1954799 h 2323145"/>
              <a:gd name="connsiteX128" fmla="*/ 5504723 w 11269336"/>
              <a:gd name="connsiteY128" fmla="*/ 1965811 h 2323145"/>
              <a:gd name="connsiteX129" fmla="*/ 5493156 w 11269336"/>
              <a:gd name="connsiteY129" fmla="*/ 1970063 h 2323145"/>
              <a:gd name="connsiteX130" fmla="*/ 5490486 w 11269336"/>
              <a:gd name="connsiteY130" fmla="*/ 1974227 h 2323145"/>
              <a:gd name="connsiteX131" fmla="*/ 5473107 w 11269336"/>
              <a:gd name="connsiteY131" fmla="*/ 1979001 h 2323145"/>
              <a:gd name="connsiteX132" fmla="*/ 5470885 w 11269336"/>
              <a:gd name="connsiteY132" fmla="*/ 1978432 h 2323145"/>
              <a:gd name="connsiteX133" fmla="*/ 5457393 w 11269336"/>
              <a:gd name="connsiteY133" fmla="*/ 1986525 h 2323145"/>
              <a:gd name="connsiteX134" fmla="*/ 5447102 w 11269336"/>
              <a:gd name="connsiteY134" fmla="*/ 1998329 h 2323145"/>
              <a:gd name="connsiteX135" fmla="*/ 5159151 w 11269336"/>
              <a:gd name="connsiteY135" fmla="*/ 2029640 h 2323145"/>
              <a:gd name="connsiteX136" fmla="*/ 5041688 w 11269336"/>
              <a:gd name="connsiteY136" fmla="*/ 2022334 h 2323145"/>
              <a:gd name="connsiteX137" fmla="*/ 4860988 w 11269336"/>
              <a:gd name="connsiteY137" fmla="*/ 2135698 h 2323145"/>
              <a:gd name="connsiteX138" fmla="*/ 4807902 w 11269336"/>
              <a:gd name="connsiteY138" fmla="*/ 2138894 h 2323145"/>
              <a:gd name="connsiteX139" fmla="*/ 4765388 w 11269336"/>
              <a:gd name="connsiteY139" fmla="*/ 2162525 h 2323145"/>
              <a:gd name="connsiteX140" fmla="*/ 4745033 w 11269336"/>
              <a:gd name="connsiteY140" fmla="*/ 2158859 h 2323145"/>
              <a:gd name="connsiteX141" fmla="*/ 4741475 w 11269336"/>
              <a:gd name="connsiteY141" fmla="*/ 2157998 h 2323145"/>
              <a:gd name="connsiteX142" fmla="*/ 4728247 w 11269336"/>
              <a:gd name="connsiteY142" fmla="*/ 2159526 h 2323145"/>
              <a:gd name="connsiteX143" fmla="*/ 4723263 w 11269336"/>
              <a:gd name="connsiteY143" fmla="*/ 2153742 h 2323145"/>
              <a:gd name="connsiteX144" fmla="*/ 4702453 w 11269336"/>
              <a:gd name="connsiteY144" fmla="*/ 2151586 h 2323145"/>
              <a:gd name="connsiteX145" fmla="*/ 4678455 w 11269336"/>
              <a:gd name="connsiteY145" fmla="*/ 2156131 h 2323145"/>
              <a:gd name="connsiteX146" fmla="*/ 4593061 w 11269336"/>
              <a:gd name="connsiteY146" fmla="*/ 2171597 h 2323145"/>
              <a:gd name="connsiteX147" fmla="*/ 4579902 w 11269336"/>
              <a:gd name="connsiteY147" fmla="*/ 2177927 h 2323145"/>
              <a:gd name="connsiteX148" fmla="*/ 4533444 w 11269336"/>
              <a:gd name="connsiteY148" fmla="*/ 2181200 h 2323145"/>
              <a:gd name="connsiteX149" fmla="*/ 4492832 w 11269336"/>
              <a:gd name="connsiteY149" fmla="*/ 2188033 h 2323145"/>
              <a:gd name="connsiteX150" fmla="*/ 4467257 w 11269336"/>
              <a:gd name="connsiteY150" fmla="*/ 2196121 h 2323145"/>
              <a:gd name="connsiteX151" fmla="*/ 4459937 w 11269336"/>
              <a:gd name="connsiteY151" fmla="*/ 2195182 h 2323145"/>
              <a:gd name="connsiteX152" fmla="*/ 4433312 w 11269336"/>
              <a:gd name="connsiteY152" fmla="*/ 2199004 h 2323145"/>
              <a:gd name="connsiteX153" fmla="*/ 4420601 w 11269336"/>
              <a:gd name="connsiteY153" fmla="*/ 2205158 h 2323145"/>
              <a:gd name="connsiteX154" fmla="*/ 4405765 w 11269336"/>
              <a:gd name="connsiteY154" fmla="*/ 2199902 h 2323145"/>
              <a:gd name="connsiteX155" fmla="*/ 4401354 w 11269336"/>
              <a:gd name="connsiteY155" fmla="*/ 2194745 h 2323145"/>
              <a:gd name="connsiteX156" fmla="*/ 4383151 w 11269336"/>
              <a:gd name="connsiteY156" fmla="*/ 2201140 h 2323145"/>
              <a:gd name="connsiteX157" fmla="*/ 4366646 w 11269336"/>
              <a:gd name="connsiteY157" fmla="*/ 2198564 h 2323145"/>
              <a:gd name="connsiteX158" fmla="*/ 4354009 w 11269336"/>
              <a:gd name="connsiteY158" fmla="*/ 2204984 h 2323145"/>
              <a:gd name="connsiteX159" fmla="*/ 4348284 w 11269336"/>
              <a:gd name="connsiteY159" fmla="*/ 2205270 h 2323145"/>
              <a:gd name="connsiteX160" fmla="*/ 4333906 w 11269336"/>
              <a:gd name="connsiteY160" fmla="*/ 2205251 h 2323145"/>
              <a:gd name="connsiteX161" fmla="*/ 4308819 w 11269336"/>
              <a:gd name="connsiteY161" fmla="*/ 2203822 h 2323145"/>
              <a:gd name="connsiteX162" fmla="*/ 4301210 w 11269336"/>
              <a:gd name="connsiteY162" fmla="*/ 2204456 h 2323145"/>
              <a:gd name="connsiteX163" fmla="*/ 4283095 w 11269336"/>
              <a:gd name="connsiteY163" fmla="*/ 2198177 h 2323145"/>
              <a:gd name="connsiteX164" fmla="*/ 4250119 w 11269336"/>
              <a:gd name="connsiteY164" fmla="*/ 2196342 h 2323145"/>
              <a:gd name="connsiteX165" fmla="*/ 4189203 w 11269336"/>
              <a:gd name="connsiteY165" fmla="*/ 2178994 h 2323145"/>
              <a:gd name="connsiteX166" fmla="*/ 4154035 w 11269336"/>
              <a:gd name="connsiteY166" fmla="*/ 2171950 h 2323145"/>
              <a:gd name="connsiteX167" fmla="*/ 4129569 w 11269336"/>
              <a:gd name="connsiteY167" fmla="*/ 2163850 h 2323145"/>
              <a:gd name="connsiteX168" fmla="*/ 4061250 w 11269336"/>
              <a:gd name="connsiteY168" fmla="*/ 2159236 h 2323145"/>
              <a:gd name="connsiteX169" fmla="*/ 3945480 w 11269336"/>
              <a:gd name="connsiteY169" fmla="*/ 2158279 h 2323145"/>
              <a:gd name="connsiteX170" fmla="*/ 3921468 w 11269336"/>
              <a:gd name="connsiteY170" fmla="*/ 2156588 h 2323145"/>
              <a:gd name="connsiteX171" fmla="*/ 3903348 w 11269336"/>
              <a:gd name="connsiteY171" fmla="*/ 2149220 h 2323145"/>
              <a:gd name="connsiteX172" fmla="*/ 3901342 w 11269336"/>
              <a:gd name="connsiteY172" fmla="*/ 2142355 h 2323145"/>
              <a:gd name="connsiteX173" fmla="*/ 3888539 w 11269336"/>
              <a:gd name="connsiteY173" fmla="*/ 2140476 h 2323145"/>
              <a:gd name="connsiteX174" fmla="*/ 3885662 w 11269336"/>
              <a:gd name="connsiteY174" fmla="*/ 2138740 h 2323145"/>
              <a:gd name="connsiteX175" fmla="*/ 3868627 w 11269336"/>
              <a:gd name="connsiteY175" fmla="*/ 2130023 h 2323145"/>
              <a:gd name="connsiteX176" fmla="*/ 3819177 w 11269336"/>
              <a:gd name="connsiteY176" fmla="*/ 2142111 h 2323145"/>
              <a:gd name="connsiteX177" fmla="*/ 3769100 w 11269336"/>
              <a:gd name="connsiteY177" fmla="*/ 2131731 h 2323145"/>
              <a:gd name="connsiteX178" fmla="*/ 3562752 w 11269336"/>
              <a:gd name="connsiteY178" fmla="*/ 2131785 h 2323145"/>
              <a:gd name="connsiteX179" fmla="*/ 3541402 w 11269336"/>
              <a:gd name="connsiteY179" fmla="*/ 2106821 h 2323145"/>
              <a:gd name="connsiteX180" fmla="*/ 3365341 w 11269336"/>
              <a:gd name="connsiteY180" fmla="*/ 2077638 h 2323145"/>
              <a:gd name="connsiteX181" fmla="*/ 3170922 w 11269336"/>
              <a:gd name="connsiteY181" fmla="*/ 2115957 h 2323145"/>
              <a:gd name="connsiteX182" fmla="*/ 3156256 w 11269336"/>
              <a:gd name="connsiteY182" fmla="*/ 2124773 h 2323145"/>
              <a:gd name="connsiteX183" fmla="*/ 3140298 w 11269336"/>
              <a:gd name="connsiteY183" fmla="*/ 2129182 h 2323145"/>
              <a:gd name="connsiteX184" fmla="*/ 3138514 w 11269336"/>
              <a:gd name="connsiteY184" fmla="*/ 2128069 h 2323145"/>
              <a:gd name="connsiteX185" fmla="*/ 3120467 w 11269336"/>
              <a:gd name="connsiteY185" fmla="*/ 2128281 h 2323145"/>
              <a:gd name="connsiteX186" fmla="*/ 3116175 w 11269336"/>
              <a:gd name="connsiteY186" fmla="*/ 2131633 h 2323145"/>
              <a:gd name="connsiteX187" fmla="*/ 3103685 w 11269336"/>
              <a:gd name="connsiteY187" fmla="*/ 2132814 h 2323145"/>
              <a:gd name="connsiteX188" fmla="*/ 3078794 w 11269336"/>
              <a:gd name="connsiteY188" fmla="*/ 2137935 h 2323145"/>
              <a:gd name="connsiteX189" fmla="*/ 3074407 w 11269336"/>
              <a:gd name="connsiteY189" fmla="*/ 2136274 h 2323145"/>
              <a:gd name="connsiteX190" fmla="*/ 3037285 w 11269336"/>
              <a:gd name="connsiteY190" fmla="*/ 2139919 h 2323145"/>
              <a:gd name="connsiteX191" fmla="*/ 3036901 w 11269336"/>
              <a:gd name="connsiteY191" fmla="*/ 2138726 h 2323145"/>
              <a:gd name="connsiteX192" fmla="*/ 3026996 w 11269336"/>
              <a:gd name="connsiteY192" fmla="*/ 2134322 h 2323145"/>
              <a:gd name="connsiteX193" fmla="*/ 3007772 w 11269336"/>
              <a:gd name="connsiteY193" fmla="*/ 2128742 h 2323145"/>
              <a:gd name="connsiteX194" fmla="*/ 2965030 w 11269336"/>
              <a:gd name="connsiteY194" fmla="*/ 2100494 h 2323145"/>
              <a:gd name="connsiteX195" fmla="*/ 2926342 w 11269336"/>
              <a:gd name="connsiteY195" fmla="*/ 2104155 h 2323145"/>
              <a:gd name="connsiteX196" fmla="*/ 2918608 w 11269336"/>
              <a:gd name="connsiteY196" fmla="*/ 2104215 h 2323145"/>
              <a:gd name="connsiteX197" fmla="*/ 2918475 w 11269336"/>
              <a:gd name="connsiteY197" fmla="*/ 2103937 h 2323145"/>
              <a:gd name="connsiteX198" fmla="*/ 2910360 w 11269336"/>
              <a:gd name="connsiteY198" fmla="*/ 2103444 h 2323145"/>
              <a:gd name="connsiteX199" fmla="*/ 2904507 w 11269336"/>
              <a:gd name="connsiteY199" fmla="*/ 2104326 h 2323145"/>
              <a:gd name="connsiteX200" fmla="*/ 2889503 w 11269336"/>
              <a:gd name="connsiteY200" fmla="*/ 2104443 h 2323145"/>
              <a:gd name="connsiteX201" fmla="*/ 2884480 w 11269336"/>
              <a:gd name="connsiteY201" fmla="*/ 2102626 h 2323145"/>
              <a:gd name="connsiteX202" fmla="*/ 2882689 w 11269336"/>
              <a:gd name="connsiteY202" fmla="*/ 2099228 h 2323145"/>
              <a:gd name="connsiteX203" fmla="*/ 2881291 w 11269336"/>
              <a:gd name="connsiteY203" fmla="*/ 2099618 h 2323145"/>
              <a:gd name="connsiteX204" fmla="*/ 2853979 w 11269336"/>
              <a:gd name="connsiteY204" fmla="*/ 2090388 h 2323145"/>
              <a:gd name="connsiteX205" fmla="*/ 2791790 w 11269336"/>
              <a:gd name="connsiteY205" fmla="*/ 2080332 h 2323145"/>
              <a:gd name="connsiteX206" fmla="*/ 2755844 w 11269336"/>
              <a:gd name="connsiteY206" fmla="*/ 2078874 h 2323145"/>
              <a:gd name="connsiteX207" fmla="*/ 2657742 w 11269336"/>
              <a:gd name="connsiteY207" fmla="*/ 2070179 h 2323145"/>
              <a:gd name="connsiteX208" fmla="*/ 2559549 w 11269336"/>
              <a:gd name="connsiteY208" fmla="*/ 2057873 h 2323145"/>
              <a:gd name="connsiteX209" fmla="*/ 2512054 w 11269336"/>
              <a:gd name="connsiteY209" fmla="*/ 2031671 h 2323145"/>
              <a:gd name="connsiteX210" fmla="*/ 2506437 w 11269336"/>
              <a:gd name="connsiteY210" fmla="*/ 2030918 h 2323145"/>
              <a:gd name="connsiteX211" fmla="*/ 2491752 w 11269336"/>
              <a:gd name="connsiteY211" fmla="*/ 2033906 h 2323145"/>
              <a:gd name="connsiteX212" fmla="*/ 2486338 w 11269336"/>
              <a:gd name="connsiteY212" fmla="*/ 2035862 h 2323145"/>
              <a:gd name="connsiteX213" fmla="*/ 2478186 w 11269336"/>
              <a:gd name="connsiteY213" fmla="*/ 2036953 h 2323145"/>
              <a:gd name="connsiteX214" fmla="*/ 2477950 w 11269336"/>
              <a:gd name="connsiteY214" fmla="*/ 2036715 h 2323145"/>
              <a:gd name="connsiteX215" fmla="*/ 2470381 w 11269336"/>
              <a:gd name="connsiteY215" fmla="*/ 2038256 h 2323145"/>
              <a:gd name="connsiteX216" fmla="*/ 2433781 w 11269336"/>
              <a:gd name="connsiteY216" fmla="*/ 2049140 h 2323145"/>
              <a:gd name="connsiteX217" fmla="*/ 2381172 w 11269336"/>
              <a:gd name="connsiteY217" fmla="*/ 2030645 h 2323145"/>
              <a:gd name="connsiteX218" fmla="*/ 2360198 w 11269336"/>
              <a:gd name="connsiteY218" fmla="*/ 2029059 h 2323145"/>
              <a:gd name="connsiteX219" fmla="*/ 2348815 w 11269336"/>
              <a:gd name="connsiteY219" fmla="*/ 2026798 h 2323145"/>
              <a:gd name="connsiteX220" fmla="*/ 2347988 w 11269336"/>
              <a:gd name="connsiteY220" fmla="*/ 2025745 h 2323145"/>
              <a:gd name="connsiteX221" fmla="*/ 2312920 w 11269336"/>
              <a:gd name="connsiteY221" fmla="*/ 2036311 h 2323145"/>
              <a:gd name="connsiteX222" fmla="*/ 2307986 w 11269336"/>
              <a:gd name="connsiteY222" fmla="*/ 2035583 h 2323145"/>
              <a:gd name="connsiteX223" fmla="*/ 2285481 w 11269336"/>
              <a:gd name="connsiteY223" fmla="*/ 2045197 h 2323145"/>
              <a:gd name="connsiteX224" fmla="*/ 2273666 w 11269336"/>
              <a:gd name="connsiteY224" fmla="*/ 2048710 h 2323145"/>
              <a:gd name="connsiteX225" fmla="*/ 2270719 w 11269336"/>
              <a:gd name="connsiteY225" fmla="*/ 2052702 h 2323145"/>
              <a:gd name="connsiteX226" fmla="*/ 2253080 w 11269336"/>
              <a:gd name="connsiteY226" fmla="*/ 2056363 h 2323145"/>
              <a:gd name="connsiteX227" fmla="*/ 2250906 w 11269336"/>
              <a:gd name="connsiteY227" fmla="*/ 2055654 h 2323145"/>
              <a:gd name="connsiteX228" fmla="*/ 2236905 w 11269336"/>
              <a:gd name="connsiteY228" fmla="*/ 2062882 h 2323145"/>
              <a:gd name="connsiteX229" fmla="*/ 2225830 w 11269336"/>
              <a:gd name="connsiteY229" fmla="*/ 2074027 h 2323145"/>
              <a:gd name="connsiteX230" fmla="*/ 2073776 w 11269336"/>
              <a:gd name="connsiteY230" fmla="*/ 2089244 h 2323145"/>
              <a:gd name="connsiteX231" fmla="*/ 1948256 w 11269336"/>
              <a:gd name="connsiteY231" fmla="*/ 2146616 h 2323145"/>
              <a:gd name="connsiteX232" fmla="*/ 1865582 w 11269336"/>
              <a:gd name="connsiteY232" fmla="*/ 2153738 h 2323145"/>
              <a:gd name="connsiteX233" fmla="*/ 1835210 w 11269336"/>
              <a:gd name="connsiteY233" fmla="*/ 2134244 h 2323145"/>
              <a:gd name="connsiteX234" fmla="*/ 1632661 w 11269336"/>
              <a:gd name="connsiteY234" fmla="*/ 2173882 h 2323145"/>
              <a:gd name="connsiteX235" fmla="*/ 1579590 w 11269336"/>
              <a:gd name="connsiteY235" fmla="*/ 2173680 h 2323145"/>
              <a:gd name="connsiteX236" fmla="*/ 1535601 w 11269336"/>
              <a:gd name="connsiteY236" fmla="*/ 2194590 h 2323145"/>
              <a:gd name="connsiteX237" fmla="*/ 1515594 w 11269336"/>
              <a:gd name="connsiteY237" fmla="*/ 2189622 h 2323145"/>
              <a:gd name="connsiteX238" fmla="*/ 1512113 w 11269336"/>
              <a:gd name="connsiteY238" fmla="*/ 2188534 h 2323145"/>
              <a:gd name="connsiteX239" fmla="*/ 1498838 w 11269336"/>
              <a:gd name="connsiteY239" fmla="*/ 2189213 h 2323145"/>
              <a:gd name="connsiteX240" fmla="*/ 1494279 w 11269336"/>
              <a:gd name="connsiteY240" fmla="*/ 2183112 h 2323145"/>
              <a:gd name="connsiteX241" fmla="*/ 1473714 w 11269336"/>
              <a:gd name="connsiteY241" fmla="*/ 2179625 h 2323145"/>
              <a:gd name="connsiteX242" fmla="*/ 1449503 w 11269336"/>
              <a:gd name="connsiteY242" fmla="*/ 2182633 h 2323145"/>
              <a:gd name="connsiteX243" fmla="*/ 1266687 w 11269336"/>
              <a:gd name="connsiteY243" fmla="*/ 2212688 h 2323145"/>
              <a:gd name="connsiteX244" fmla="*/ 1239614 w 11269336"/>
              <a:gd name="connsiteY244" fmla="*/ 2209727 h 2323145"/>
              <a:gd name="connsiteX245" fmla="*/ 1202436 w 11269336"/>
              <a:gd name="connsiteY245" fmla="*/ 2209817 h 2323145"/>
              <a:gd name="connsiteX246" fmla="*/ 1136097 w 11269336"/>
              <a:gd name="connsiteY246" fmla="*/ 2205112 h 2323145"/>
              <a:gd name="connsiteX247" fmla="*/ 988232 w 11269336"/>
              <a:gd name="connsiteY247" fmla="*/ 2235635 h 2323145"/>
              <a:gd name="connsiteX248" fmla="*/ 981959 w 11269336"/>
              <a:gd name="connsiteY248" fmla="*/ 2231607 h 2323145"/>
              <a:gd name="connsiteX249" fmla="*/ 938600 w 11269336"/>
              <a:gd name="connsiteY249" fmla="*/ 2238113 h 2323145"/>
              <a:gd name="connsiteX250" fmla="*/ 791788 w 11269336"/>
              <a:gd name="connsiteY250" fmla="*/ 2293224 h 2323145"/>
              <a:gd name="connsiteX251" fmla="*/ 706914 w 11269336"/>
              <a:gd name="connsiteY251" fmla="*/ 2305046 h 2323145"/>
              <a:gd name="connsiteX252" fmla="*/ 675971 w 11269336"/>
              <a:gd name="connsiteY252" fmla="*/ 2304030 h 2323145"/>
              <a:gd name="connsiteX253" fmla="*/ 624180 w 11269336"/>
              <a:gd name="connsiteY253" fmla="*/ 2302650 h 2323145"/>
              <a:gd name="connsiteX254" fmla="*/ 583453 w 11269336"/>
              <a:gd name="connsiteY254" fmla="*/ 2288788 h 2323145"/>
              <a:gd name="connsiteX255" fmla="*/ 540946 w 11269336"/>
              <a:gd name="connsiteY255" fmla="*/ 2292721 h 2323145"/>
              <a:gd name="connsiteX256" fmla="*/ 533680 w 11269336"/>
              <a:gd name="connsiteY256" fmla="*/ 2310233 h 2323145"/>
              <a:gd name="connsiteX257" fmla="*/ 487366 w 11269336"/>
              <a:gd name="connsiteY257" fmla="*/ 2309053 h 2323145"/>
              <a:gd name="connsiteX258" fmla="*/ 416820 w 11269336"/>
              <a:gd name="connsiteY258" fmla="*/ 2305443 h 2323145"/>
              <a:gd name="connsiteX259" fmla="*/ 376805 w 11269336"/>
              <a:gd name="connsiteY259" fmla="*/ 2307647 h 2323145"/>
              <a:gd name="connsiteX260" fmla="*/ 266777 w 11269336"/>
              <a:gd name="connsiteY260" fmla="*/ 2309012 h 2323145"/>
              <a:gd name="connsiteX261" fmla="*/ 156013 w 11269336"/>
              <a:gd name="connsiteY261" fmla="*/ 2306832 h 2323145"/>
              <a:gd name="connsiteX262" fmla="*/ 87258 w 11269336"/>
              <a:gd name="connsiteY262" fmla="*/ 2285511 h 2323145"/>
              <a:gd name="connsiteX263" fmla="*/ 23798 w 11269336"/>
              <a:gd name="connsiteY263" fmla="*/ 2281822 h 2323145"/>
              <a:gd name="connsiteX264" fmla="*/ 0 w 11269336"/>
              <a:gd name="connsiteY264" fmla="*/ 2285369 h 2323145"/>
              <a:gd name="connsiteX265" fmla="*/ 0 w 11269336"/>
              <a:gd name="connsiteY265"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263254 w 11269336"/>
              <a:gd name="connsiteY20" fmla="*/ 645662 h 2323145"/>
              <a:gd name="connsiteX21" fmla="*/ 9028928 w 11269336"/>
              <a:gd name="connsiteY21" fmla="*/ 745350 h 2323145"/>
              <a:gd name="connsiteX22" fmla="*/ 8977138 w 11269336"/>
              <a:gd name="connsiteY22" fmla="*/ 774970 h 2323145"/>
              <a:gd name="connsiteX23" fmla="*/ 8947030 w 11269336"/>
              <a:gd name="connsiteY23" fmla="*/ 814934 h 2323145"/>
              <a:gd name="connsiteX24" fmla="*/ 8914746 w 11269336"/>
              <a:gd name="connsiteY24" fmla="*/ 826428 h 2323145"/>
              <a:gd name="connsiteX25" fmla="*/ 8917778 w 11269336"/>
              <a:gd name="connsiteY25" fmla="*/ 835198 h 2323145"/>
              <a:gd name="connsiteX26" fmla="*/ 8905560 w 11269336"/>
              <a:gd name="connsiteY26" fmla="*/ 838358 h 2323145"/>
              <a:gd name="connsiteX27" fmla="*/ 8897564 w 11269336"/>
              <a:gd name="connsiteY27" fmla="*/ 834287 h 2323145"/>
              <a:gd name="connsiteX28" fmla="*/ 8878040 w 11269336"/>
              <a:gd name="connsiteY28" fmla="*/ 844150 h 2323145"/>
              <a:gd name="connsiteX29" fmla="*/ 8882654 w 11269336"/>
              <a:gd name="connsiteY29" fmla="*/ 892768 h 2323145"/>
              <a:gd name="connsiteX30" fmla="*/ 8795998 w 11269336"/>
              <a:gd name="connsiteY30" fmla="*/ 863337 h 2323145"/>
              <a:gd name="connsiteX31" fmla="*/ 8776970 w 11269336"/>
              <a:gd name="connsiteY31" fmla="*/ 885177 h 2323145"/>
              <a:gd name="connsiteX32" fmla="*/ 8755719 w 11269336"/>
              <a:gd name="connsiteY32" fmla="*/ 889754 h 2323145"/>
              <a:gd name="connsiteX33" fmla="*/ 8743257 w 11269336"/>
              <a:gd name="connsiteY33" fmla="*/ 904723 h 2323145"/>
              <a:gd name="connsiteX34" fmla="*/ 8721366 w 11269336"/>
              <a:gd name="connsiteY34" fmla="*/ 904711 h 2323145"/>
              <a:gd name="connsiteX35" fmla="*/ 8678353 w 11269336"/>
              <a:gd name="connsiteY35" fmla="*/ 926318 h 2323145"/>
              <a:gd name="connsiteX36" fmla="*/ 8636849 w 11269336"/>
              <a:gd name="connsiteY36" fmla="*/ 937900 h 2323145"/>
              <a:gd name="connsiteX37" fmla="*/ 8620213 w 11269336"/>
              <a:gd name="connsiteY37" fmla="*/ 943068 h 2323145"/>
              <a:gd name="connsiteX38" fmla="*/ 8612581 w 11269336"/>
              <a:gd name="connsiteY38" fmla="*/ 952695 h 2323145"/>
              <a:gd name="connsiteX39" fmla="*/ 8589038 w 11269336"/>
              <a:gd name="connsiteY39" fmla="*/ 963892 h 2323145"/>
              <a:gd name="connsiteX40" fmla="*/ 8579950 w 11269336"/>
              <a:gd name="connsiteY40" fmla="*/ 960899 h 2323145"/>
              <a:gd name="connsiteX41" fmla="*/ 8579319 w 11269336"/>
              <a:gd name="connsiteY41" fmla="*/ 965630 h 2323145"/>
              <a:gd name="connsiteX42" fmla="*/ 8547429 w 11269336"/>
              <a:gd name="connsiteY42" fmla="*/ 984506 h 2323145"/>
              <a:gd name="connsiteX43" fmla="*/ 8478704 w 11269336"/>
              <a:gd name="connsiteY43" fmla="*/ 1025490 h 2323145"/>
              <a:gd name="connsiteX44" fmla="*/ 8461421 w 11269336"/>
              <a:gd name="connsiteY44" fmla="*/ 1035512 h 2323145"/>
              <a:gd name="connsiteX45" fmla="*/ 8445003 w 11269336"/>
              <a:gd name="connsiteY45" fmla="*/ 1036851 h 2323145"/>
              <a:gd name="connsiteX46" fmla="*/ 8357350 w 11269336"/>
              <a:gd name="connsiteY46" fmla="*/ 1060213 h 2323145"/>
              <a:gd name="connsiteX47" fmla="*/ 8335565 w 11269336"/>
              <a:gd name="connsiteY47" fmla="*/ 1061151 h 2323145"/>
              <a:gd name="connsiteX48" fmla="*/ 8325267 w 11269336"/>
              <a:gd name="connsiteY48" fmla="*/ 1055919 h 2323145"/>
              <a:gd name="connsiteX49" fmla="*/ 8293586 w 11269336"/>
              <a:gd name="connsiteY49" fmla="*/ 1076144 h 2323145"/>
              <a:gd name="connsiteX50" fmla="*/ 8242405 w 11269336"/>
              <a:gd name="connsiteY50" fmla="*/ 1095960 h 2323145"/>
              <a:gd name="connsiteX51" fmla="*/ 8197391 w 11269336"/>
              <a:gd name="connsiteY51" fmla="*/ 1107746 h 2323145"/>
              <a:gd name="connsiteX52" fmla="*/ 8081474 w 11269336"/>
              <a:gd name="connsiteY52" fmla="*/ 1130125 h 2323145"/>
              <a:gd name="connsiteX53" fmla="*/ 8053585 w 11269336"/>
              <a:gd name="connsiteY53" fmla="*/ 1129169 h 2323145"/>
              <a:gd name="connsiteX54" fmla="*/ 8038422 w 11269336"/>
              <a:gd name="connsiteY54" fmla="*/ 1119092 h 2323145"/>
              <a:gd name="connsiteX55" fmla="*/ 8029450 w 11269336"/>
              <a:gd name="connsiteY55" fmla="*/ 1125592 h 2323145"/>
              <a:gd name="connsiteX56" fmla="*/ 7959552 w 11269336"/>
              <a:gd name="connsiteY56" fmla="*/ 1140188 h 2323145"/>
              <a:gd name="connsiteX57" fmla="*/ 7914188 w 11269336"/>
              <a:gd name="connsiteY57" fmla="*/ 1150862 h 2323145"/>
              <a:gd name="connsiteX58" fmla="*/ 7914918 w 11269336"/>
              <a:gd name="connsiteY58" fmla="*/ 1168758 h 2323145"/>
              <a:gd name="connsiteX59" fmla="*/ 7875510 w 11269336"/>
              <a:gd name="connsiteY59" fmla="*/ 1183153 h 2323145"/>
              <a:gd name="connsiteX60" fmla="*/ 7829932 w 11269336"/>
              <a:gd name="connsiteY60" fmla="*/ 1180782 h 2323145"/>
              <a:gd name="connsiteX61" fmla="*/ 7779182 w 11269336"/>
              <a:gd name="connsiteY61" fmla="*/ 1192665 h 2323145"/>
              <a:gd name="connsiteX62" fmla="*/ 7748774 w 11269336"/>
              <a:gd name="connsiteY62" fmla="*/ 1199586 h 2323145"/>
              <a:gd name="connsiteX63" fmla="*/ 7671846 w 11269336"/>
              <a:gd name="connsiteY63" fmla="*/ 1231966 h 2323145"/>
              <a:gd name="connsiteX64" fmla="*/ 7554146 w 11269336"/>
              <a:gd name="connsiteY64" fmla="*/ 1319748 h 2323145"/>
              <a:gd name="connsiteX65" fmla="*/ 7515052 w 11269336"/>
              <a:gd name="connsiteY65" fmla="*/ 1336718 h 2323145"/>
              <a:gd name="connsiteX66" fmla="*/ 7507193 w 11269336"/>
              <a:gd name="connsiteY66" fmla="*/ 1334617 h 2323145"/>
              <a:gd name="connsiteX67" fmla="*/ 7461694 w 11269336"/>
              <a:gd name="connsiteY67" fmla="*/ 1375866 h 2323145"/>
              <a:gd name="connsiteX68" fmla="*/ 7377571 w 11269336"/>
              <a:gd name="connsiteY68" fmla="*/ 1400128 h 2323145"/>
              <a:gd name="connsiteX69" fmla="*/ 7311261 w 11269336"/>
              <a:gd name="connsiteY69" fmla="*/ 1412652 h 2323145"/>
              <a:gd name="connsiteX70" fmla="*/ 7275307 w 11269336"/>
              <a:gd name="connsiteY70" fmla="*/ 1422171 h 2323145"/>
              <a:gd name="connsiteX71" fmla="*/ 7247783 w 11269336"/>
              <a:gd name="connsiteY71" fmla="*/ 1426330 h 2323145"/>
              <a:gd name="connsiteX72" fmla="*/ 7185047 w 11269336"/>
              <a:gd name="connsiteY72" fmla="*/ 1451812 h 2323145"/>
              <a:gd name="connsiteX73" fmla="*/ 7084117 w 11269336"/>
              <a:gd name="connsiteY73" fmla="*/ 1500281 h 2323145"/>
              <a:gd name="connsiteX74" fmla="*/ 7062011 w 11269336"/>
              <a:gd name="connsiteY74" fmla="*/ 1509183 h 2323145"/>
              <a:gd name="connsiteX75" fmla="*/ 7040555 w 11269336"/>
              <a:gd name="connsiteY75" fmla="*/ 1511207 h 2323145"/>
              <a:gd name="connsiteX76" fmla="*/ 7033438 w 11269336"/>
              <a:gd name="connsiteY76" fmla="*/ 1506772 h 2323145"/>
              <a:gd name="connsiteX77" fmla="*/ 7020886 w 11269336"/>
              <a:gd name="connsiteY77" fmla="*/ 1510764 h 2323145"/>
              <a:gd name="connsiteX78" fmla="*/ 7017033 w 11269336"/>
              <a:gd name="connsiteY78" fmla="*/ 1510650 h 2323145"/>
              <a:gd name="connsiteX79" fmla="*/ 6995460 w 11269336"/>
              <a:gd name="connsiteY79" fmla="*/ 1511173 h 2323145"/>
              <a:gd name="connsiteX80" fmla="*/ 6962144 w 11269336"/>
              <a:gd name="connsiteY80" fmla="*/ 1541508 h 2323145"/>
              <a:gd name="connsiteX81" fmla="*/ 6910674 w 11269336"/>
              <a:gd name="connsiteY81" fmla="*/ 1554793 h 2323145"/>
              <a:gd name="connsiteX82" fmla="*/ 6732152 w 11269336"/>
              <a:gd name="connsiteY82" fmla="*/ 1642538 h 2323145"/>
              <a:gd name="connsiteX83" fmla="*/ 6694106 w 11269336"/>
              <a:gd name="connsiteY83" fmla="*/ 1632377 h 2323145"/>
              <a:gd name="connsiteX84" fmla="*/ 6617223 w 11269336"/>
              <a:gd name="connsiteY84" fmla="*/ 1659889 h 2323145"/>
              <a:gd name="connsiteX85" fmla="*/ 6521138 w 11269336"/>
              <a:gd name="connsiteY85" fmla="*/ 1744340 h 2323145"/>
              <a:gd name="connsiteX86" fmla="*/ 6380677 w 11269336"/>
              <a:gd name="connsiteY86" fmla="*/ 1796883 h 2323145"/>
              <a:gd name="connsiteX87" fmla="*/ 6374897 w 11269336"/>
              <a:gd name="connsiteY87" fmla="*/ 1809910 h 2323145"/>
              <a:gd name="connsiteX88" fmla="*/ 6364545 w 11269336"/>
              <a:gd name="connsiteY88" fmla="*/ 1820090 h 2323145"/>
              <a:gd name="connsiteX89" fmla="*/ 6362126 w 11269336"/>
              <a:gd name="connsiteY89" fmla="*/ 1819991 h 2323145"/>
              <a:gd name="connsiteX90" fmla="*/ 6346673 w 11269336"/>
              <a:gd name="connsiteY90" fmla="*/ 1827824 h 2323145"/>
              <a:gd name="connsiteX91" fmla="*/ 6345588 w 11269336"/>
              <a:gd name="connsiteY91" fmla="*/ 1832232 h 2323145"/>
              <a:gd name="connsiteX92" fmla="*/ 6335708 w 11269336"/>
              <a:gd name="connsiteY92" fmla="*/ 1838451 h 2323145"/>
              <a:gd name="connsiteX93" fmla="*/ 6318182 w 11269336"/>
              <a:gd name="connsiteY93" fmla="*/ 1852975 h 2323145"/>
              <a:gd name="connsiteX94" fmla="*/ 6313084 w 11269336"/>
              <a:gd name="connsiteY94" fmla="*/ 1853561 h 2323145"/>
              <a:gd name="connsiteX95" fmla="*/ 6283816 w 11269336"/>
              <a:gd name="connsiteY95" fmla="*/ 1872148 h 2323145"/>
              <a:gd name="connsiteX96" fmla="*/ 6282550 w 11269336"/>
              <a:gd name="connsiteY96" fmla="*/ 1871392 h 2323145"/>
              <a:gd name="connsiteX97" fmla="*/ 6270527 w 11269336"/>
              <a:gd name="connsiteY97" fmla="*/ 1872208 h 2323145"/>
              <a:gd name="connsiteX98" fmla="*/ 6249518 w 11269336"/>
              <a:gd name="connsiteY98" fmla="*/ 1876079 h 2323145"/>
              <a:gd name="connsiteX99" fmla="*/ 6190386 w 11269336"/>
              <a:gd name="connsiteY99" fmla="*/ 1872478 h 2323145"/>
              <a:gd name="connsiteX100" fmla="*/ 6159777 w 11269336"/>
              <a:gd name="connsiteY100" fmla="*/ 1891745 h 2323145"/>
              <a:gd name="connsiteX101" fmla="*/ 6153131 w 11269336"/>
              <a:gd name="connsiteY101" fmla="*/ 1895079 h 2323145"/>
              <a:gd name="connsiteX102" fmla="*/ 6152798 w 11269336"/>
              <a:gd name="connsiteY102" fmla="*/ 1894920 h 2323145"/>
              <a:gd name="connsiteX103" fmla="*/ 6145388 w 11269336"/>
              <a:gd name="connsiteY103" fmla="*/ 1897990 h 2323145"/>
              <a:gd name="connsiteX104" fmla="*/ 6141014 w 11269336"/>
              <a:gd name="connsiteY104" fmla="*/ 1901155 h 2323145"/>
              <a:gd name="connsiteX105" fmla="*/ 6128122 w 11269336"/>
              <a:gd name="connsiteY105" fmla="*/ 1907623 h 2323145"/>
              <a:gd name="connsiteX106" fmla="*/ 6122351 w 11269336"/>
              <a:gd name="connsiteY106" fmla="*/ 1908359 h 2323145"/>
              <a:gd name="connsiteX107" fmla="*/ 6064750 w 11269336"/>
              <a:gd name="connsiteY107" fmla="*/ 1896394 h 2323145"/>
              <a:gd name="connsiteX108" fmla="*/ 5964230 w 11269336"/>
              <a:gd name="connsiteY108" fmla="*/ 1910038 h 2323145"/>
              <a:gd name="connsiteX109" fmla="*/ 5865399 w 11269336"/>
              <a:gd name="connsiteY109" fmla="*/ 1926966 h 2323145"/>
              <a:gd name="connsiteX110" fmla="*/ 5829951 w 11269336"/>
              <a:gd name="connsiteY110" fmla="*/ 1934755 h 2323145"/>
              <a:gd name="connsiteX111" fmla="*/ 5765285 w 11269336"/>
              <a:gd name="connsiteY111" fmla="*/ 1941322 h 2323145"/>
              <a:gd name="connsiteX112" fmla="*/ 5734750 w 11269336"/>
              <a:gd name="connsiteY112" fmla="*/ 1939793 h 2323145"/>
              <a:gd name="connsiteX113" fmla="*/ 5733569 w 11269336"/>
              <a:gd name="connsiteY113" fmla="*/ 1940505 h 2323145"/>
              <a:gd name="connsiteX114" fmla="*/ 5730329 w 11269336"/>
              <a:gd name="connsiteY114" fmla="*/ 1937845 h 2323145"/>
              <a:gd name="connsiteX115" fmla="*/ 5724661 w 11269336"/>
              <a:gd name="connsiteY115" fmla="*/ 1937455 h 2323145"/>
              <a:gd name="connsiteX116" fmla="*/ 5710186 w 11269336"/>
              <a:gd name="connsiteY116" fmla="*/ 1941370 h 2323145"/>
              <a:gd name="connsiteX117" fmla="*/ 5704910 w 11269336"/>
              <a:gd name="connsiteY117" fmla="*/ 1943663 h 2323145"/>
              <a:gd name="connsiteX118" fmla="*/ 5696836 w 11269336"/>
              <a:gd name="connsiteY118" fmla="*/ 1945271 h 2323145"/>
              <a:gd name="connsiteX119" fmla="*/ 5696583 w 11269336"/>
              <a:gd name="connsiteY119" fmla="*/ 1945050 h 2323145"/>
              <a:gd name="connsiteX120" fmla="*/ 5689123 w 11269336"/>
              <a:gd name="connsiteY120" fmla="*/ 1947067 h 2323145"/>
              <a:gd name="connsiteX121" fmla="*/ 5653291 w 11269336"/>
              <a:gd name="connsiteY121" fmla="*/ 1960245 h 2323145"/>
              <a:gd name="connsiteX122" fmla="*/ 5599385 w 11269336"/>
              <a:gd name="connsiteY122" fmla="*/ 1945198 h 2323145"/>
              <a:gd name="connsiteX123" fmla="*/ 5578300 w 11269336"/>
              <a:gd name="connsiteY123" fmla="*/ 1944963 h 2323145"/>
              <a:gd name="connsiteX124" fmla="*/ 5566758 w 11269336"/>
              <a:gd name="connsiteY124" fmla="*/ 1943441 h 2323145"/>
              <a:gd name="connsiteX125" fmla="*/ 5565857 w 11269336"/>
              <a:gd name="connsiteY125" fmla="*/ 1942445 h 2323145"/>
              <a:gd name="connsiteX126" fmla="*/ 5531534 w 11269336"/>
              <a:gd name="connsiteY126" fmla="*/ 1955208 h 2323145"/>
              <a:gd name="connsiteX127" fmla="*/ 5526552 w 11269336"/>
              <a:gd name="connsiteY127" fmla="*/ 1954799 h 2323145"/>
              <a:gd name="connsiteX128" fmla="*/ 5504723 w 11269336"/>
              <a:gd name="connsiteY128" fmla="*/ 1965811 h 2323145"/>
              <a:gd name="connsiteX129" fmla="*/ 5493156 w 11269336"/>
              <a:gd name="connsiteY129" fmla="*/ 1970063 h 2323145"/>
              <a:gd name="connsiteX130" fmla="*/ 5490486 w 11269336"/>
              <a:gd name="connsiteY130" fmla="*/ 1974227 h 2323145"/>
              <a:gd name="connsiteX131" fmla="*/ 5473107 w 11269336"/>
              <a:gd name="connsiteY131" fmla="*/ 1979001 h 2323145"/>
              <a:gd name="connsiteX132" fmla="*/ 5470885 w 11269336"/>
              <a:gd name="connsiteY132" fmla="*/ 1978432 h 2323145"/>
              <a:gd name="connsiteX133" fmla="*/ 5457393 w 11269336"/>
              <a:gd name="connsiteY133" fmla="*/ 1986525 h 2323145"/>
              <a:gd name="connsiteX134" fmla="*/ 5447102 w 11269336"/>
              <a:gd name="connsiteY134" fmla="*/ 1998329 h 2323145"/>
              <a:gd name="connsiteX135" fmla="*/ 5159151 w 11269336"/>
              <a:gd name="connsiteY135" fmla="*/ 2029640 h 2323145"/>
              <a:gd name="connsiteX136" fmla="*/ 5041688 w 11269336"/>
              <a:gd name="connsiteY136" fmla="*/ 2022334 h 2323145"/>
              <a:gd name="connsiteX137" fmla="*/ 4860988 w 11269336"/>
              <a:gd name="connsiteY137" fmla="*/ 2135698 h 2323145"/>
              <a:gd name="connsiteX138" fmla="*/ 4807902 w 11269336"/>
              <a:gd name="connsiteY138" fmla="*/ 2138894 h 2323145"/>
              <a:gd name="connsiteX139" fmla="*/ 4765388 w 11269336"/>
              <a:gd name="connsiteY139" fmla="*/ 2162525 h 2323145"/>
              <a:gd name="connsiteX140" fmla="*/ 4745033 w 11269336"/>
              <a:gd name="connsiteY140" fmla="*/ 2158859 h 2323145"/>
              <a:gd name="connsiteX141" fmla="*/ 4741475 w 11269336"/>
              <a:gd name="connsiteY141" fmla="*/ 2157998 h 2323145"/>
              <a:gd name="connsiteX142" fmla="*/ 4728247 w 11269336"/>
              <a:gd name="connsiteY142" fmla="*/ 2159526 h 2323145"/>
              <a:gd name="connsiteX143" fmla="*/ 4723263 w 11269336"/>
              <a:gd name="connsiteY143" fmla="*/ 2153742 h 2323145"/>
              <a:gd name="connsiteX144" fmla="*/ 4702453 w 11269336"/>
              <a:gd name="connsiteY144" fmla="*/ 2151586 h 2323145"/>
              <a:gd name="connsiteX145" fmla="*/ 4678455 w 11269336"/>
              <a:gd name="connsiteY145" fmla="*/ 2156131 h 2323145"/>
              <a:gd name="connsiteX146" fmla="*/ 4593061 w 11269336"/>
              <a:gd name="connsiteY146" fmla="*/ 2171597 h 2323145"/>
              <a:gd name="connsiteX147" fmla="*/ 4579902 w 11269336"/>
              <a:gd name="connsiteY147" fmla="*/ 2177927 h 2323145"/>
              <a:gd name="connsiteX148" fmla="*/ 4533444 w 11269336"/>
              <a:gd name="connsiteY148" fmla="*/ 2181200 h 2323145"/>
              <a:gd name="connsiteX149" fmla="*/ 4492832 w 11269336"/>
              <a:gd name="connsiteY149" fmla="*/ 2188033 h 2323145"/>
              <a:gd name="connsiteX150" fmla="*/ 4467257 w 11269336"/>
              <a:gd name="connsiteY150" fmla="*/ 2196121 h 2323145"/>
              <a:gd name="connsiteX151" fmla="*/ 4459937 w 11269336"/>
              <a:gd name="connsiteY151" fmla="*/ 2195182 h 2323145"/>
              <a:gd name="connsiteX152" fmla="*/ 4433312 w 11269336"/>
              <a:gd name="connsiteY152" fmla="*/ 2199004 h 2323145"/>
              <a:gd name="connsiteX153" fmla="*/ 4420601 w 11269336"/>
              <a:gd name="connsiteY153" fmla="*/ 2205158 h 2323145"/>
              <a:gd name="connsiteX154" fmla="*/ 4405765 w 11269336"/>
              <a:gd name="connsiteY154" fmla="*/ 2199902 h 2323145"/>
              <a:gd name="connsiteX155" fmla="*/ 4401354 w 11269336"/>
              <a:gd name="connsiteY155" fmla="*/ 2194745 h 2323145"/>
              <a:gd name="connsiteX156" fmla="*/ 4383151 w 11269336"/>
              <a:gd name="connsiteY156" fmla="*/ 2201140 h 2323145"/>
              <a:gd name="connsiteX157" fmla="*/ 4366646 w 11269336"/>
              <a:gd name="connsiteY157" fmla="*/ 2198564 h 2323145"/>
              <a:gd name="connsiteX158" fmla="*/ 4354009 w 11269336"/>
              <a:gd name="connsiteY158" fmla="*/ 2204984 h 2323145"/>
              <a:gd name="connsiteX159" fmla="*/ 4348284 w 11269336"/>
              <a:gd name="connsiteY159" fmla="*/ 2205270 h 2323145"/>
              <a:gd name="connsiteX160" fmla="*/ 4333906 w 11269336"/>
              <a:gd name="connsiteY160" fmla="*/ 2205251 h 2323145"/>
              <a:gd name="connsiteX161" fmla="*/ 4308819 w 11269336"/>
              <a:gd name="connsiteY161" fmla="*/ 2203822 h 2323145"/>
              <a:gd name="connsiteX162" fmla="*/ 4301210 w 11269336"/>
              <a:gd name="connsiteY162" fmla="*/ 2204456 h 2323145"/>
              <a:gd name="connsiteX163" fmla="*/ 4283095 w 11269336"/>
              <a:gd name="connsiteY163" fmla="*/ 2198177 h 2323145"/>
              <a:gd name="connsiteX164" fmla="*/ 4250119 w 11269336"/>
              <a:gd name="connsiteY164" fmla="*/ 2196342 h 2323145"/>
              <a:gd name="connsiteX165" fmla="*/ 4189203 w 11269336"/>
              <a:gd name="connsiteY165" fmla="*/ 2178994 h 2323145"/>
              <a:gd name="connsiteX166" fmla="*/ 4154035 w 11269336"/>
              <a:gd name="connsiteY166" fmla="*/ 2171950 h 2323145"/>
              <a:gd name="connsiteX167" fmla="*/ 4129569 w 11269336"/>
              <a:gd name="connsiteY167" fmla="*/ 2163850 h 2323145"/>
              <a:gd name="connsiteX168" fmla="*/ 4061250 w 11269336"/>
              <a:gd name="connsiteY168" fmla="*/ 2159236 h 2323145"/>
              <a:gd name="connsiteX169" fmla="*/ 3945480 w 11269336"/>
              <a:gd name="connsiteY169" fmla="*/ 2158279 h 2323145"/>
              <a:gd name="connsiteX170" fmla="*/ 3921468 w 11269336"/>
              <a:gd name="connsiteY170" fmla="*/ 2156588 h 2323145"/>
              <a:gd name="connsiteX171" fmla="*/ 3903348 w 11269336"/>
              <a:gd name="connsiteY171" fmla="*/ 2149220 h 2323145"/>
              <a:gd name="connsiteX172" fmla="*/ 3901342 w 11269336"/>
              <a:gd name="connsiteY172" fmla="*/ 2142355 h 2323145"/>
              <a:gd name="connsiteX173" fmla="*/ 3888539 w 11269336"/>
              <a:gd name="connsiteY173" fmla="*/ 2140476 h 2323145"/>
              <a:gd name="connsiteX174" fmla="*/ 3885662 w 11269336"/>
              <a:gd name="connsiteY174" fmla="*/ 2138740 h 2323145"/>
              <a:gd name="connsiteX175" fmla="*/ 3868627 w 11269336"/>
              <a:gd name="connsiteY175" fmla="*/ 2130023 h 2323145"/>
              <a:gd name="connsiteX176" fmla="*/ 3819177 w 11269336"/>
              <a:gd name="connsiteY176" fmla="*/ 2142111 h 2323145"/>
              <a:gd name="connsiteX177" fmla="*/ 3769100 w 11269336"/>
              <a:gd name="connsiteY177" fmla="*/ 2131731 h 2323145"/>
              <a:gd name="connsiteX178" fmla="*/ 3562752 w 11269336"/>
              <a:gd name="connsiteY178" fmla="*/ 2131785 h 2323145"/>
              <a:gd name="connsiteX179" fmla="*/ 3541402 w 11269336"/>
              <a:gd name="connsiteY179" fmla="*/ 2106821 h 2323145"/>
              <a:gd name="connsiteX180" fmla="*/ 3365341 w 11269336"/>
              <a:gd name="connsiteY180" fmla="*/ 2077638 h 2323145"/>
              <a:gd name="connsiteX181" fmla="*/ 3170922 w 11269336"/>
              <a:gd name="connsiteY181" fmla="*/ 2115957 h 2323145"/>
              <a:gd name="connsiteX182" fmla="*/ 3156256 w 11269336"/>
              <a:gd name="connsiteY182" fmla="*/ 2124773 h 2323145"/>
              <a:gd name="connsiteX183" fmla="*/ 3140298 w 11269336"/>
              <a:gd name="connsiteY183" fmla="*/ 2129182 h 2323145"/>
              <a:gd name="connsiteX184" fmla="*/ 3138514 w 11269336"/>
              <a:gd name="connsiteY184" fmla="*/ 2128069 h 2323145"/>
              <a:gd name="connsiteX185" fmla="*/ 3120467 w 11269336"/>
              <a:gd name="connsiteY185" fmla="*/ 2128281 h 2323145"/>
              <a:gd name="connsiteX186" fmla="*/ 3116175 w 11269336"/>
              <a:gd name="connsiteY186" fmla="*/ 2131633 h 2323145"/>
              <a:gd name="connsiteX187" fmla="*/ 3103685 w 11269336"/>
              <a:gd name="connsiteY187" fmla="*/ 2132814 h 2323145"/>
              <a:gd name="connsiteX188" fmla="*/ 3078794 w 11269336"/>
              <a:gd name="connsiteY188" fmla="*/ 2137935 h 2323145"/>
              <a:gd name="connsiteX189" fmla="*/ 3074407 w 11269336"/>
              <a:gd name="connsiteY189" fmla="*/ 2136274 h 2323145"/>
              <a:gd name="connsiteX190" fmla="*/ 3037285 w 11269336"/>
              <a:gd name="connsiteY190" fmla="*/ 2139919 h 2323145"/>
              <a:gd name="connsiteX191" fmla="*/ 3036901 w 11269336"/>
              <a:gd name="connsiteY191" fmla="*/ 2138726 h 2323145"/>
              <a:gd name="connsiteX192" fmla="*/ 3026996 w 11269336"/>
              <a:gd name="connsiteY192" fmla="*/ 2134322 h 2323145"/>
              <a:gd name="connsiteX193" fmla="*/ 3007772 w 11269336"/>
              <a:gd name="connsiteY193" fmla="*/ 2128742 h 2323145"/>
              <a:gd name="connsiteX194" fmla="*/ 2965030 w 11269336"/>
              <a:gd name="connsiteY194" fmla="*/ 2100494 h 2323145"/>
              <a:gd name="connsiteX195" fmla="*/ 2926342 w 11269336"/>
              <a:gd name="connsiteY195" fmla="*/ 2104155 h 2323145"/>
              <a:gd name="connsiteX196" fmla="*/ 2918608 w 11269336"/>
              <a:gd name="connsiteY196" fmla="*/ 2104215 h 2323145"/>
              <a:gd name="connsiteX197" fmla="*/ 2918475 w 11269336"/>
              <a:gd name="connsiteY197" fmla="*/ 2103937 h 2323145"/>
              <a:gd name="connsiteX198" fmla="*/ 2910360 w 11269336"/>
              <a:gd name="connsiteY198" fmla="*/ 2103444 h 2323145"/>
              <a:gd name="connsiteX199" fmla="*/ 2904507 w 11269336"/>
              <a:gd name="connsiteY199" fmla="*/ 2104326 h 2323145"/>
              <a:gd name="connsiteX200" fmla="*/ 2889503 w 11269336"/>
              <a:gd name="connsiteY200" fmla="*/ 2104443 h 2323145"/>
              <a:gd name="connsiteX201" fmla="*/ 2884480 w 11269336"/>
              <a:gd name="connsiteY201" fmla="*/ 2102626 h 2323145"/>
              <a:gd name="connsiteX202" fmla="*/ 2882689 w 11269336"/>
              <a:gd name="connsiteY202" fmla="*/ 2099228 h 2323145"/>
              <a:gd name="connsiteX203" fmla="*/ 2881291 w 11269336"/>
              <a:gd name="connsiteY203" fmla="*/ 2099618 h 2323145"/>
              <a:gd name="connsiteX204" fmla="*/ 2853979 w 11269336"/>
              <a:gd name="connsiteY204" fmla="*/ 2090388 h 2323145"/>
              <a:gd name="connsiteX205" fmla="*/ 2791790 w 11269336"/>
              <a:gd name="connsiteY205" fmla="*/ 2080332 h 2323145"/>
              <a:gd name="connsiteX206" fmla="*/ 2755844 w 11269336"/>
              <a:gd name="connsiteY206" fmla="*/ 2078874 h 2323145"/>
              <a:gd name="connsiteX207" fmla="*/ 2657742 w 11269336"/>
              <a:gd name="connsiteY207" fmla="*/ 2070179 h 2323145"/>
              <a:gd name="connsiteX208" fmla="*/ 2559549 w 11269336"/>
              <a:gd name="connsiteY208" fmla="*/ 2057873 h 2323145"/>
              <a:gd name="connsiteX209" fmla="*/ 2512054 w 11269336"/>
              <a:gd name="connsiteY209" fmla="*/ 2031671 h 2323145"/>
              <a:gd name="connsiteX210" fmla="*/ 2506437 w 11269336"/>
              <a:gd name="connsiteY210" fmla="*/ 2030918 h 2323145"/>
              <a:gd name="connsiteX211" fmla="*/ 2491752 w 11269336"/>
              <a:gd name="connsiteY211" fmla="*/ 2033906 h 2323145"/>
              <a:gd name="connsiteX212" fmla="*/ 2486338 w 11269336"/>
              <a:gd name="connsiteY212" fmla="*/ 2035862 h 2323145"/>
              <a:gd name="connsiteX213" fmla="*/ 2478186 w 11269336"/>
              <a:gd name="connsiteY213" fmla="*/ 2036953 h 2323145"/>
              <a:gd name="connsiteX214" fmla="*/ 2477950 w 11269336"/>
              <a:gd name="connsiteY214" fmla="*/ 2036715 h 2323145"/>
              <a:gd name="connsiteX215" fmla="*/ 2470381 w 11269336"/>
              <a:gd name="connsiteY215" fmla="*/ 2038256 h 2323145"/>
              <a:gd name="connsiteX216" fmla="*/ 2433781 w 11269336"/>
              <a:gd name="connsiteY216" fmla="*/ 2049140 h 2323145"/>
              <a:gd name="connsiteX217" fmla="*/ 2381172 w 11269336"/>
              <a:gd name="connsiteY217" fmla="*/ 2030645 h 2323145"/>
              <a:gd name="connsiteX218" fmla="*/ 2360198 w 11269336"/>
              <a:gd name="connsiteY218" fmla="*/ 2029059 h 2323145"/>
              <a:gd name="connsiteX219" fmla="*/ 2348815 w 11269336"/>
              <a:gd name="connsiteY219" fmla="*/ 2026798 h 2323145"/>
              <a:gd name="connsiteX220" fmla="*/ 2347988 w 11269336"/>
              <a:gd name="connsiteY220" fmla="*/ 2025745 h 2323145"/>
              <a:gd name="connsiteX221" fmla="*/ 2312920 w 11269336"/>
              <a:gd name="connsiteY221" fmla="*/ 2036311 h 2323145"/>
              <a:gd name="connsiteX222" fmla="*/ 2307986 w 11269336"/>
              <a:gd name="connsiteY222" fmla="*/ 2035583 h 2323145"/>
              <a:gd name="connsiteX223" fmla="*/ 2285481 w 11269336"/>
              <a:gd name="connsiteY223" fmla="*/ 2045197 h 2323145"/>
              <a:gd name="connsiteX224" fmla="*/ 2273666 w 11269336"/>
              <a:gd name="connsiteY224" fmla="*/ 2048710 h 2323145"/>
              <a:gd name="connsiteX225" fmla="*/ 2270719 w 11269336"/>
              <a:gd name="connsiteY225" fmla="*/ 2052702 h 2323145"/>
              <a:gd name="connsiteX226" fmla="*/ 2253080 w 11269336"/>
              <a:gd name="connsiteY226" fmla="*/ 2056363 h 2323145"/>
              <a:gd name="connsiteX227" fmla="*/ 2250906 w 11269336"/>
              <a:gd name="connsiteY227" fmla="*/ 2055654 h 2323145"/>
              <a:gd name="connsiteX228" fmla="*/ 2236905 w 11269336"/>
              <a:gd name="connsiteY228" fmla="*/ 2062882 h 2323145"/>
              <a:gd name="connsiteX229" fmla="*/ 2225830 w 11269336"/>
              <a:gd name="connsiteY229" fmla="*/ 2074027 h 2323145"/>
              <a:gd name="connsiteX230" fmla="*/ 2073776 w 11269336"/>
              <a:gd name="connsiteY230" fmla="*/ 2089244 h 2323145"/>
              <a:gd name="connsiteX231" fmla="*/ 1948256 w 11269336"/>
              <a:gd name="connsiteY231" fmla="*/ 2146616 h 2323145"/>
              <a:gd name="connsiteX232" fmla="*/ 1865582 w 11269336"/>
              <a:gd name="connsiteY232" fmla="*/ 2153738 h 2323145"/>
              <a:gd name="connsiteX233" fmla="*/ 1835210 w 11269336"/>
              <a:gd name="connsiteY233" fmla="*/ 2134244 h 2323145"/>
              <a:gd name="connsiteX234" fmla="*/ 1632661 w 11269336"/>
              <a:gd name="connsiteY234" fmla="*/ 2173882 h 2323145"/>
              <a:gd name="connsiteX235" fmla="*/ 1579590 w 11269336"/>
              <a:gd name="connsiteY235" fmla="*/ 2173680 h 2323145"/>
              <a:gd name="connsiteX236" fmla="*/ 1535601 w 11269336"/>
              <a:gd name="connsiteY236" fmla="*/ 2194590 h 2323145"/>
              <a:gd name="connsiteX237" fmla="*/ 1515594 w 11269336"/>
              <a:gd name="connsiteY237" fmla="*/ 2189622 h 2323145"/>
              <a:gd name="connsiteX238" fmla="*/ 1512113 w 11269336"/>
              <a:gd name="connsiteY238" fmla="*/ 2188534 h 2323145"/>
              <a:gd name="connsiteX239" fmla="*/ 1498838 w 11269336"/>
              <a:gd name="connsiteY239" fmla="*/ 2189213 h 2323145"/>
              <a:gd name="connsiteX240" fmla="*/ 1494279 w 11269336"/>
              <a:gd name="connsiteY240" fmla="*/ 2183112 h 2323145"/>
              <a:gd name="connsiteX241" fmla="*/ 1473714 w 11269336"/>
              <a:gd name="connsiteY241" fmla="*/ 2179625 h 2323145"/>
              <a:gd name="connsiteX242" fmla="*/ 1449503 w 11269336"/>
              <a:gd name="connsiteY242" fmla="*/ 2182633 h 2323145"/>
              <a:gd name="connsiteX243" fmla="*/ 1266687 w 11269336"/>
              <a:gd name="connsiteY243" fmla="*/ 2212688 h 2323145"/>
              <a:gd name="connsiteX244" fmla="*/ 1239614 w 11269336"/>
              <a:gd name="connsiteY244" fmla="*/ 2209727 h 2323145"/>
              <a:gd name="connsiteX245" fmla="*/ 1202436 w 11269336"/>
              <a:gd name="connsiteY245" fmla="*/ 2209817 h 2323145"/>
              <a:gd name="connsiteX246" fmla="*/ 1136097 w 11269336"/>
              <a:gd name="connsiteY246" fmla="*/ 2205112 h 2323145"/>
              <a:gd name="connsiteX247" fmla="*/ 988232 w 11269336"/>
              <a:gd name="connsiteY247" fmla="*/ 2235635 h 2323145"/>
              <a:gd name="connsiteX248" fmla="*/ 981959 w 11269336"/>
              <a:gd name="connsiteY248" fmla="*/ 2231607 h 2323145"/>
              <a:gd name="connsiteX249" fmla="*/ 938600 w 11269336"/>
              <a:gd name="connsiteY249" fmla="*/ 2238113 h 2323145"/>
              <a:gd name="connsiteX250" fmla="*/ 791788 w 11269336"/>
              <a:gd name="connsiteY250" fmla="*/ 2293224 h 2323145"/>
              <a:gd name="connsiteX251" fmla="*/ 706914 w 11269336"/>
              <a:gd name="connsiteY251" fmla="*/ 2305046 h 2323145"/>
              <a:gd name="connsiteX252" fmla="*/ 675971 w 11269336"/>
              <a:gd name="connsiteY252" fmla="*/ 2304030 h 2323145"/>
              <a:gd name="connsiteX253" fmla="*/ 624180 w 11269336"/>
              <a:gd name="connsiteY253" fmla="*/ 2302650 h 2323145"/>
              <a:gd name="connsiteX254" fmla="*/ 583453 w 11269336"/>
              <a:gd name="connsiteY254" fmla="*/ 2288788 h 2323145"/>
              <a:gd name="connsiteX255" fmla="*/ 540946 w 11269336"/>
              <a:gd name="connsiteY255" fmla="*/ 2292721 h 2323145"/>
              <a:gd name="connsiteX256" fmla="*/ 533680 w 11269336"/>
              <a:gd name="connsiteY256" fmla="*/ 2310233 h 2323145"/>
              <a:gd name="connsiteX257" fmla="*/ 487366 w 11269336"/>
              <a:gd name="connsiteY257" fmla="*/ 2309053 h 2323145"/>
              <a:gd name="connsiteX258" fmla="*/ 416820 w 11269336"/>
              <a:gd name="connsiteY258" fmla="*/ 2305443 h 2323145"/>
              <a:gd name="connsiteX259" fmla="*/ 376805 w 11269336"/>
              <a:gd name="connsiteY259" fmla="*/ 2307647 h 2323145"/>
              <a:gd name="connsiteX260" fmla="*/ 266777 w 11269336"/>
              <a:gd name="connsiteY260" fmla="*/ 2309012 h 2323145"/>
              <a:gd name="connsiteX261" fmla="*/ 156013 w 11269336"/>
              <a:gd name="connsiteY261" fmla="*/ 2306832 h 2323145"/>
              <a:gd name="connsiteX262" fmla="*/ 87258 w 11269336"/>
              <a:gd name="connsiteY262" fmla="*/ 2285511 h 2323145"/>
              <a:gd name="connsiteX263" fmla="*/ 23798 w 11269336"/>
              <a:gd name="connsiteY263" fmla="*/ 2281822 h 2323145"/>
              <a:gd name="connsiteX264" fmla="*/ 0 w 11269336"/>
              <a:gd name="connsiteY264" fmla="*/ 2285369 h 2323145"/>
              <a:gd name="connsiteX265" fmla="*/ 0 w 11269336"/>
              <a:gd name="connsiteY265"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263254 w 11269336"/>
              <a:gd name="connsiteY20" fmla="*/ 645662 h 2323145"/>
              <a:gd name="connsiteX21" fmla="*/ 9162278 w 11269336"/>
              <a:gd name="connsiteY21" fmla="*/ 704724 h 2323145"/>
              <a:gd name="connsiteX22" fmla="*/ 8977138 w 11269336"/>
              <a:gd name="connsiteY22" fmla="*/ 774970 h 2323145"/>
              <a:gd name="connsiteX23" fmla="*/ 8947030 w 11269336"/>
              <a:gd name="connsiteY23" fmla="*/ 814934 h 2323145"/>
              <a:gd name="connsiteX24" fmla="*/ 8914746 w 11269336"/>
              <a:gd name="connsiteY24" fmla="*/ 826428 h 2323145"/>
              <a:gd name="connsiteX25" fmla="*/ 8917778 w 11269336"/>
              <a:gd name="connsiteY25" fmla="*/ 835198 h 2323145"/>
              <a:gd name="connsiteX26" fmla="*/ 8905560 w 11269336"/>
              <a:gd name="connsiteY26" fmla="*/ 838358 h 2323145"/>
              <a:gd name="connsiteX27" fmla="*/ 8897564 w 11269336"/>
              <a:gd name="connsiteY27" fmla="*/ 834287 h 2323145"/>
              <a:gd name="connsiteX28" fmla="*/ 8878040 w 11269336"/>
              <a:gd name="connsiteY28" fmla="*/ 844150 h 2323145"/>
              <a:gd name="connsiteX29" fmla="*/ 8882654 w 11269336"/>
              <a:gd name="connsiteY29" fmla="*/ 892768 h 2323145"/>
              <a:gd name="connsiteX30" fmla="*/ 8795998 w 11269336"/>
              <a:gd name="connsiteY30" fmla="*/ 863337 h 2323145"/>
              <a:gd name="connsiteX31" fmla="*/ 8776970 w 11269336"/>
              <a:gd name="connsiteY31" fmla="*/ 885177 h 2323145"/>
              <a:gd name="connsiteX32" fmla="*/ 8755719 w 11269336"/>
              <a:gd name="connsiteY32" fmla="*/ 889754 h 2323145"/>
              <a:gd name="connsiteX33" fmla="*/ 8743257 w 11269336"/>
              <a:gd name="connsiteY33" fmla="*/ 904723 h 2323145"/>
              <a:gd name="connsiteX34" fmla="*/ 8721366 w 11269336"/>
              <a:gd name="connsiteY34" fmla="*/ 904711 h 2323145"/>
              <a:gd name="connsiteX35" fmla="*/ 8678353 w 11269336"/>
              <a:gd name="connsiteY35" fmla="*/ 926318 h 2323145"/>
              <a:gd name="connsiteX36" fmla="*/ 8636849 w 11269336"/>
              <a:gd name="connsiteY36" fmla="*/ 937900 h 2323145"/>
              <a:gd name="connsiteX37" fmla="*/ 8620213 w 11269336"/>
              <a:gd name="connsiteY37" fmla="*/ 943068 h 2323145"/>
              <a:gd name="connsiteX38" fmla="*/ 8612581 w 11269336"/>
              <a:gd name="connsiteY38" fmla="*/ 952695 h 2323145"/>
              <a:gd name="connsiteX39" fmla="*/ 8589038 w 11269336"/>
              <a:gd name="connsiteY39" fmla="*/ 963892 h 2323145"/>
              <a:gd name="connsiteX40" fmla="*/ 8579950 w 11269336"/>
              <a:gd name="connsiteY40" fmla="*/ 960899 h 2323145"/>
              <a:gd name="connsiteX41" fmla="*/ 8579319 w 11269336"/>
              <a:gd name="connsiteY41" fmla="*/ 965630 h 2323145"/>
              <a:gd name="connsiteX42" fmla="*/ 8547429 w 11269336"/>
              <a:gd name="connsiteY42" fmla="*/ 984506 h 2323145"/>
              <a:gd name="connsiteX43" fmla="*/ 8478704 w 11269336"/>
              <a:gd name="connsiteY43" fmla="*/ 1025490 h 2323145"/>
              <a:gd name="connsiteX44" fmla="*/ 8461421 w 11269336"/>
              <a:gd name="connsiteY44" fmla="*/ 1035512 h 2323145"/>
              <a:gd name="connsiteX45" fmla="*/ 8445003 w 11269336"/>
              <a:gd name="connsiteY45" fmla="*/ 1036851 h 2323145"/>
              <a:gd name="connsiteX46" fmla="*/ 8357350 w 11269336"/>
              <a:gd name="connsiteY46" fmla="*/ 1060213 h 2323145"/>
              <a:gd name="connsiteX47" fmla="*/ 8335565 w 11269336"/>
              <a:gd name="connsiteY47" fmla="*/ 1061151 h 2323145"/>
              <a:gd name="connsiteX48" fmla="*/ 8325267 w 11269336"/>
              <a:gd name="connsiteY48" fmla="*/ 1055919 h 2323145"/>
              <a:gd name="connsiteX49" fmla="*/ 8293586 w 11269336"/>
              <a:gd name="connsiteY49" fmla="*/ 1076144 h 2323145"/>
              <a:gd name="connsiteX50" fmla="*/ 8242405 w 11269336"/>
              <a:gd name="connsiteY50" fmla="*/ 1095960 h 2323145"/>
              <a:gd name="connsiteX51" fmla="*/ 8197391 w 11269336"/>
              <a:gd name="connsiteY51" fmla="*/ 1107746 h 2323145"/>
              <a:gd name="connsiteX52" fmla="*/ 8081474 w 11269336"/>
              <a:gd name="connsiteY52" fmla="*/ 1130125 h 2323145"/>
              <a:gd name="connsiteX53" fmla="*/ 8053585 w 11269336"/>
              <a:gd name="connsiteY53" fmla="*/ 1129169 h 2323145"/>
              <a:gd name="connsiteX54" fmla="*/ 8038422 w 11269336"/>
              <a:gd name="connsiteY54" fmla="*/ 1119092 h 2323145"/>
              <a:gd name="connsiteX55" fmla="*/ 8029450 w 11269336"/>
              <a:gd name="connsiteY55" fmla="*/ 1125592 h 2323145"/>
              <a:gd name="connsiteX56" fmla="*/ 7959552 w 11269336"/>
              <a:gd name="connsiteY56" fmla="*/ 1140188 h 2323145"/>
              <a:gd name="connsiteX57" fmla="*/ 7914188 w 11269336"/>
              <a:gd name="connsiteY57" fmla="*/ 1150862 h 2323145"/>
              <a:gd name="connsiteX58" fmla="*/ 7914918 w 11269336"/>
              <a:gd name="connsiteY58" fmla="*/ 1168758 h 2323145"/>
              <a:gd name="connsiteX59" fmla="*/ 7875510 w 11269336"/>
              <a:gd name="connsiteY59" fmla="*/ 1183153 h 2323145"/>
              <a:gd name="connsiteX60" fmla="*/ 7829932 w 11269336"/>
              <a:gd name="connsiteY60" fmla="*/ 1180782 h 2323145"/>
              <a:gd name="connsiteX61" fmla="*/ 7779182 w 11269336"/>
              <a:gd name="connsiteY61" fmla="*/ 1192665 h 2323145"/>
              <a:gd name="connsiteX62" fmla="*/ 7748774 w 11269336"/>
              <a:gd name="connsiteY62" fmla="*/ 1199586 h 2323145"/>
              <a:gd name="connsiteX63" fmla="*/ 7671846 w 11269336"/>
              <a:gd name="connsiteY63" fmla="*/ 1231966 h 2323145"/>
              <a:gd name="connsiteX64" fmla="*/ 7554146 w 11269336"/>
              <a:gd name="connsiteY64" fmla="*/ 1319748 h 2323145"/>
              <a:gd name="connsiteX65" fmla="*/ 7515052 w 11269336"/>
              <a:gd name="connsiteY65" fmla="*/ 1336718 h 2323145"/>
              <a:gd name="connsiteX66" fmla="*/ 7507193 w 11269336"/>
              <a:gd name="connsiteY66" fmla="*/ 1334617 h 2323145"/>
              <a:gd name="connsiteX67" fmla="*/ 7461694 w 11269336"/>
              <a:gd name="connsiteY67" fmla="*/ 1375866 h 2323145"/>
              <a:gd name="connsiteX68" fmla="*/ 7377571 w 11269336"/>
              <a:gd name="connsiteY68" fmla="*/ 1400128 h 2323145"/>
              <a:gd name="connsiteX69" fmla="*/ 7311261 w 11269336"/>
              <a:gd name="connsiteY69" fmla="*/ 1412652 h 2323145"/>
              <a:gd name="connsiteX70" fmla="*/ 7275307 w 11269336"/>
              <a:gd name="connsiteY70" fmla="*/ 1422171 h 2323145"/>
              <a:gd name="connsiteX71" fmla="*/ 7247783 w 11269336"/>
              <a:gd name="connsiteY71" fmla="*/ 1426330 h 2323145"/>
              <a:gd name="connsiteX72" fmla="*/ 7185047 w 11269336"/>
              <a:gd name="connsiteY72" fmla="*/ 1451812 h 2323145"/>
              <a:gd name="connsiteX73" fmla="*/ 7084117 w 11269336"/>
              <a:gd name="connsiteY73" fmla="*/ 1500281 h 2323145"/>
              <a:gd name="connsiteX74" fmla="*/ 7062011 w 11269336"/>
              <a:gd name="connsiteY74" fmla="*/ 1509183 h 2323145"/>
              <a:gd name="connsiteX75" fmla="*/ 7040555 w 11269336"/>
              <a:gd name="connsiteY75" fmla="*/ 1511207 h 2323145"/>
              <a:gd name="connsiteX76" fmla="*/ 7033438 w 11269336"/>
              <a:gd name="connsiteY76" fmla="*/ 1506772 h 2323145"/>
              <a:gd name="connsiteX77" fmla="*/ 7020886 w 11269336"/>
              <a:gd name="connsiteY77" fmla="*/ 1510764 h 2323145"/>
              <a:gd name="connsiteX78" fmla="*/ 7017033 w 11269336"/>
              <a:gd name="connsiteY78" fmla="*/ 1510650 h 2323145"/>
              <a:gd name="connsiteX79" fmla="*/ 6995460 w 11269336"/>
              <a:gd name="connsiteY79" fmla="*/ 1511173 h 2323145"/>
              <a:gd name="connsiteX80" fmla="*/ 6962144 w 11269336"/>
              <a:gd name="connsiteY80" fmla="*/ 1541508 h 2323145"/>
              <a:gd name="connsiteX81" fmla="*/ 6910674 w 11269336"/>
              <a:gd name="connsiteY81" fmla="*/ 1554793 h 2323145"/>
              <a:gd name="connsiteX82" fmla="*/ 6732152 w 11269336"/>
              <a:gd name="connsiteY82" fmla="*/ 1642538 h 2323145"/>
              <a:gd name="connsiteX83" fmla="*/ 6694106 w 11269336"/>
              <a:gd name="connsiteY83" fmla="*/ 1632377 h 2323145"/>
              <a:gd name="connsiteX84" fmla="*/ 6617223 w 11269336"/>
              <a:gd name="connsiteY84" fmla="*/ 1659889 h 2323145"/>
              <a:gd name="connsiteX85" fmla="*/ 6521138 w 11269336"/>
              <a:gd name="connsiteY85" fmla="*/ 1744340 h 2323145"/>
              <a:gd name="connsiteX86" fmla="*/ 6380677 w 11269336"/>
              <a:gd name="connsiteY86" fmla="*/ 1796883 h 2323145"/>
              <a:gd name="connsiteX87" fmla="*/ 6374897 w 11269336"/>
              <a:gd name="connsiteY87" fmla="*/ 1809910 h 2323145"/>
              <a:gd name="connsiteX88" fmla="*/ 6364545 w 11269336"/>
              <a:gd name="connsiteY88" fmla="*/ 1820090 h 2323145"/>
              <a:gd name="connsiteX89" fmla="*/ 6362126 w 11269336"/>
              <a:gd name="connsiteY89" fmla="*/ 1819991 h 2323145"/>
              <a:gd name="connsiteX90" fmla="*/ 6346673 w 11269336"/>
              <a:gd name="connsiteY90" fmla="*/ 1827824 h 2323145"/>
              <a:gd name="connsiteX91" fmla="*/ 6345588 w 11269336"/>
              <a:gd name="connsiteY91" fmla="*/ 1832232 h 2323145"/>
              <a:gd name="connsiteX92" fmla="*/ 6335708 w 11269336"/>
              <a:gd name="connsiteY92" fmla="*/ 1838451 h 2323145"/>
              <a:gd name="connsiteX93" fmla="*/ 6318182 w 11269336"/>
              <a:gd name="connsiteY93" fmla="*/ 1852975 h 2323145"/>
              <a:gd name="connsiteX94" fmla="*/ 6313084 w 11269336"/>
              <a:gd name="connsiteY94" fmla="*/ 1853561 h 2323145"/>
              <a:gd name="connsiteX95" fmla="*/ 6283816 w 11269336"/>
              <a:gd name="connsiteY95" fmla="*/ 1872148 h 2323145"/>
              <a:gd name="connsiteX96" fmla="*/ 6282550 w 11269336"/>
              <a:gd name="connsiteY96" fmla="*/ 1871392 h 2323145"/>
              <a:gd name="connsiteX97" fmla="*/ 6270527 w 11269336"/>
              <a:gd name="connsiteY97" fmla="*/ 1872208 h 2323145"/>
              <a:gd name="connsiteX98" fmla="*/ 6249518 w 11269336"/>
              <a:gd name="connsiteY98" fmla="*/ 1876079 h 2323145"/>
              <a:gd name="connsiteX99" fmla="*/ 6190386 w 11269336"/>
              <a:gd name="connsiteY99" fmla="*/ 1872478 h 2323145"/>
              <a:gd name="connsiteX100" fmla="*/ 6159777 w 11269336"/>
              <a:gd name="connsiteY100" fmla="*/ 1891745 h 2323145"/>
              <a:gd name="connsiteX101" fmla="*/ 6153131 w 11269336"/>
              <a:gd name="connsiteY101" fmla="*/ 1895079 h 2323145"/>
              <a:gd name="connsiteX102" fmla="*/ 6152798 w 11269336"/>
              <a:gd name="connsiteY102" fmla="*/ 1894920 h 2323145"/>
              <a:gd name="connsiteX103" fmla="*/ 6145388 w 11269336"/>
              <a:gd name="connsiteY103" fmla="*/ 1897990 h 2323145"/>
              <a:gd name="connsiteX104" fmla="*/ 6141014 w 11269336"/>
              <a:gd name="connsiteY104" fmla="*/ 1901155 h 2323145"/>
              <a:gd name="connsiteX105" fmla="*/ 6128122 w 11269336"/>
              <a:gd name="connsiteY105" fmla="*/ 1907623 h 2323145"/>
              <a:gd name="connsiteX106" fmla="*/ 6122351 w 11269336"/>
              <a:gd name="connsiteY106" fmla="*/ 1908359 h 2323145"/>
              <a:gd name="connsiteX107" fmla="*/ 6064750 w 11269336"/>
              <a:gd name="connsiteY107" fmla="*/ 1896394 h 2323145"/>
              <a:gd name="connsiteX108" fmla="*/ 5964230 w 11269336"/>
              <a:gd name="connsiteY108" fmla="*/ 1910038 h 2323145"/>
              <a:gd name="connsiteX109" fmla="*/ 5865399 w 11269336"/>
              <a:gd name="connsiteY109" fmla="*/ 1926966 h 2323145"/>
              <a:gd name="connsiteX110" fmla="*/ 5829951 w 11269336"/>
              <a:gd name="connsiteY110" fmla="*/ 1934755 h 2323145"/>
              <a:gd name="connsiteX111" fmla="*/ 5765285 w 11269336"/>
              <a:gd name="connsiteY111" fmla="*/ 1941322 h 2323145"/>
              <a:gd name="connsiteX112" fmla="*/ 5734750 w 11269336"/>
              <a:gd name="connsiteY112" fmla="*/ 1939793 h 2323145"/>
              <a:gd name="connsiteX113" fmla="*/ 5733569 w 11269336"/>
              <a:gd name="connsiteY113" fmla="*/ 1940505 h 2323145"/>
              <a:gd name="connsiteX114" fmla="*/ 5730329 w 11269336"/>
              <a:gd name="connsiteY114" fmla="*/ 1937845 h 2323145"/>
              <a:gd name="connsiteX115" fmla="*/ 5724661 w 11269336"/>
              <a:gd name="connsiteY115" fmla="*/ 1937455 h 2323145"/>
              <a:gd name="connsiteX116" fmla="*/ 5710186 w 11269336"/>
              <a:gd name="connsiteY116" fmla="*/ 1941370 h 2323145"/>
              <a:gd name="connsiteX117" fmla="*/ 5704910 w 11269336"/>
              <a:gd name="connsiteY117" fmla="*/ 1943663 h 2323145"/>
              <a:gd name="connsiteX118" fmla="*/ 5696836 w 11269336"/>
              <a:gd name="connsiteY118" fmla="*/ 1945271 h 2323145"/>
              <a:gd name="connsiteX119" fmla="*/ 5696583 w 11269336"/>
              <a:gd name="connsiteY119" fmla="*/ 1945050 h 2323145"/>
              <a:gd name="connsiteX120" fmla="*/ 5689123 w 11269336"/>
              <a:gd name="connsiteY120" fmla="*/ 1947067 h 2323145"/>
              <a:gd name="connsiteX121" fmla="*/ 5653291 w 11269336"/>
              <a:gd name="connsiteY121" fmla="*/ 1960245 h 2323145"/>
              <a:gd name="connsiteX122" fmla="*/ 5599385 w 11269336"/>
              <a:gd name="connsiteY122" fmla="*/ 1945198 h 2323145"/>
              <a:gd name="connsiteX123" fmla="*/ 5578300 w 11269336"/>
              <a:gd name="connsiteY123" fmla="*/ 1944963 h 2323145"/>
              <a:gd name="connsiteX124" fmla="*/ 5566758 w 11269336"/>
              <a:gd name="connsiteY124" fmla="*/ 1943441 h 2323145"/>
              <a:gd name="connsiteX125" fmla="*/ 5565857 w 11269336"/>
              <a:gd name="connsiteY125" fmla="*/ 1942445 h 2323145"/>
              <a:gd name="connsiteX126" fmla="*/ 5531534 w 11269336"/>
              <a:gd name="connsiteY126" fmla="*/ 1955208 h 2323145"/>
              <a:gd name="connsiteX127" fmla="*/ 5526552 w 11269336"/>
              <a:gd name="connsiteY127" fmla="*/ 1954799 h 2323145"/>
              <a:gd name="connsiteX128" fmla="*/ 5504723 w 11269336"/>
              <a:gd name="connsiteY128" fmla="*/ 1965811 h 2323145"/>
              <a:gd name="connsiteX129" fmla="*/ 5493156 w 11269336"/>
              <a:gd name="connsiteY129" fmla="*/ 1970063 h 2323145"/>
              <a:gd name="connsiteX130" fmla="*/ 5490486 w 11269336"/>
              <a:gd name="connsiteY130" fmla="*/ 1974227 h 2323145"/>
              <a:gd name="connsiteX131" fmla="*/ 5473107 w 11269336"/>
              <a:gd name="connsiteY131" fmla="*/ 1979001 h 2323145"/>
              <a:gd name="connsiteX132" fmla="*/ 5470885 w 11269336"/>
              <a:gd name="connsiteY132" fmla="*/ 1978432 h 2323145"/>
              <a:gd name="connsiteX133" fmla="*/ 5457393 w 11269336"/>
              <a:gd name="connsiteY133" fmla="*/ 1986525 h 2323145"/>
              <a:gd name="connsiteX134" fmla="*/ 5447102 w 11269336"/>
              <a:gd name="connsiteY134" fmla="*/ 1998329 h 2323145"/>
              <a:gd name="connsiteX135" fmla="*/ 5159151 w 11269336"/>
              <a:gd name="connsiteY135" fmla="*/ 2029640 h 2323145"/>
              <a:gd name="connsiteX136" fmla="*/ 5041688 w 11269336"/>
              <a:gd name="connsiteY136" fmla="*/ 2022334 h 2323145"/>
              <a:gd name="connsiteX137" fmla="*/ 4860988 w 11269336"/>
              <a:gd name="connsiteY137" fmla="*/ 2135698 h 2323145"/>
              <a:gd name="connsiteX138" fmla="*/ 4807902 w 11269336"/>
              <a:gd name="connsiteY138" fmla="*/ 2138894 h 2323145"/>
              <a:gd name="connsiteX139" fmla="*/ 4765388 w 11269336"/>
              <a:gd name="connsiteY139" fmla="*/ 2162525 h 2323145"/>
              <a:gd name="connsiteX140" fmla="*/ 4745033 w 11269336"/>
              <a:gd name="connsiteY140" fmla="*/ 2158859 h 2323145"/>
              <a:gd name="connsiteX141" fmla="*/ 4741475 w 11269336"/>
              <a:gd name="connsiteY141" fmla="*/ 2157998 h 2323145"/>
              <a:gd name="connsiteX142" fmla="*/ 4728247 w 11269336"/>
              <a:gd name="connsiteY142" fmla="*/ 2159526 h 2323145"/>
              <a:gd name="connsiteX143" fmla="*/ 4723263 w 11269336"/>
              <a:gd name="connsiteY143" fmla="*/ 2153742 h 2323145"/>
              <a:gd name="connsiteX144" fmla="*/ 4702453 w 11269336"/>
              <a:gd name="connsiteY144" fmla="*/ 2151586 h 2323145"/>
              <a:gd name="connsiteX145" fmla="*/ 4678455 w 11269336"/>
              <a:gd name="connsiteY145" fmla="*/ 2156131 h 2323145"/>
              <a:gd name="connsiteX146" fmla="*/ 4593061 w 11269336"/>
              <a:gd name="connsiteY146" fmla="*/ 2171597 h 2323145"/>
              <a:gd name="connsiteX147" fmla="*/ 4579902 w 11269336"/>
              <a:gd name="connsiteY147" fmla="*/ 2177927 h 2323145"/>
              <a:gd name="connsiteX148" fmla="*/ 4533444 w 11269336"/>
              <a:gd name="connsiteY148" fmla="*/ 2181200 h 2323145"/>
              <a:gd name="connsiteX149" fmla="*/ 4492832 w 11269336"/>
              <a:gd name="connsiteY149" fmla="*/ 2188033 h 2323145"/>
              <a:gd name="connsiteX150" fmla="*/ 4467257 w 11269336"/>
              <a:gd name="connsiteY150" fmla="*/ 2196121 h 2323145"/>
              <a:gd name="connsiteX151" fmla="*/ 4459937 w 11269336"/>
              <a:gd name="connsiteY151" fmla="*/ 2195182 h 2323145"/>
              <a:gd name="connsiteX152" fmla="*/ 4433312 w 11269336"/>
              <a:gd name="connsiteY152" fmla="*/ 2199004 h 2323145"/>
              <a:gd name="connsiteX153" fmla="*/ 4420601 w 11269336"/>
              <a:gd name="connsiteY153" fmla="*/ 2205158 h 2323145"/>
              <a:gd name="connsiteX154" fmla="*/ 4405765 w 11269336"/>
              <a:gd name="connsiteY154" fmla="*/ 2199902 h 2323145"/>
              <a:gd name="connsiteX155" fmla="*/ 4401354 w 11269336"/>
              <a:gd name="connsiteY155" fmla="*/ 2194745 h 2323145"/>
              <a:gd name="connsiteX156" fmla="*/ 4383151 w 11269336"/>
              <a:gd name="connsiteY156" fmla="*/ 2201140 h 2323145"/>
              <a:gd name="connsiteX157" fmla="*/ 4366646 w 11269336"/>
              <a:gd name="connsiteY157" fmla="*/ 2198564 h 2323145"/>
              <a:gd name="connsiteX158" fmla="*/ 4354009 w 11269336"/>
              <a:gd name="connsiteY158" fmla="*/ 2204984 h 2323145"/>
              <a:gd name="connsiteX159" fmla="*/ 4348284 w 11269336"/>
              <a:gd name="connsiteY159" fmla="*/ 2205270 h 2323145"/>
              <a:gd name="connsiteX160" fmla="*/ 4333906 w 11269336"/>
              <a:gd name="connsiteY160" fmla="*/ 2205251 h 2323145"/>
              <a:gd name="connsiteX161" fmla="*/ 4308819 w 11269336"/>
              <a:gd name="connsiteY161" fmla="*/ 2203822 h 2323145"/>
              <a:gd name="connsiteX162" fmla="*/ 4301210 w 11269336"/>
              <a:gd name="connsiteY162" fmla="*/ 2204456 h 2323145"/>
              <a:gd name="connsiteX163" fmla="*/ 4283095 w 11269336"/>
              <a:gd name="connsiteY163" fmla="*/ 2198177 h 2323145"/>
              <a:gd name="connsiteX164" fmla="*/ 4250119 w 11269336"/>
              <a:gd name="connsiteY164" fmla="*/ 2196342 h 2323145"/>
              <a:gd name="connsiteX165" fmla="*/ 4189203 w 11269336"/>
              <a:gd name="connsiteY165" fmla="*/ 2178994 h 2323145"/>
              <a:gd name="connsiteX166" fmla="*/ 4154035 w 11269336"/>
              <a:gd name="connsiteY166" fmla="*/ 2171950 h 2323145"/>
              <a:gd name="connsiteX167" fmla="*/ 4129569 w 11269336"/>
              <a:gd name="connsiteY167" fmla="*/ 2163850 h 2323145"/>
              <a:gd name="connsiteX168" fmla="*/ 4061250 w 11269336"/>
              <a:gd name="connsiteY168" fmla="*/ 2159236 h 2323145"/>
              <a:gd name="connsiteX169" fmla="*/ 3945480 w 11269336"/>
              <a:gd name="connsiteY169" fmla="*/ 2158279 h 2323145"/>
              <a:gd name="connsiteX170" fmla="*/ 3921468 w 11269336"/>
              <a:gd name="connsiteY170" fmla="*/ 2156588 h 2323145"/>
              <a:gd name="connsiteX171" fmla="*/ 3903348 w 11269336"/>
              <a:gd name="connsiteY171" fmla="*/ 2149220 h 2323145"/>
              <a:gd name="connsiteX172" fmla="*/ 3901342 w 11269336"/>
              <a:gd name="connsiteY172" fmla="*/ 2142355 h 2323145"/>
              <a:gd name="connsiteX173" fmla="*/ 3888539 w 11269336"/>
              <a:gd name="connsiteY173" fmla="*/ 2140476 h 2323145"/>
              <a:gd name="connsiteX174" fmla="*/ 3885662 w 11269336"/>
              <a:gd name="connsiteY174" fmla="*/ 2138740 h 2323145"/>
              <a:gd name="connsiteX175" fmla="*/ 3868627 w 11269336"/>
              <a:gd name="connsiteY175" fmla="*/ 2130023 h 2323145"/>
              <a:gd name="connsiteX176" fmla="*/ 3819177 w 11269336"/>
              <a:gd name="connsiteY176" fmla="*/ 2142111 h 2323145"/>
              <a:gd name="connsiteX177" fmla="*/ 3769100 w 11269336"/>
              <a:gd name="connsiteY177" fmla="*/ 2131731 h 2323145"/>
              <a:gd name="connsiteX178" fmla="*/ 3562752 w 11269336"/>
              <a:gd name="connsiteY178" fmla="*/ 2131785 h 2323145"/>
              <a:gd name="connsiteX179" fmla="*/ 3541402 w 11269336"/>
              <a:gd name="connsiteY179" fmla="*/ 2106821 h 2323145"/>
              <a:gd name="connsiteX180" fmla="*/ 3365341 w 11269336"/>
              <a:gd name="connsiteY180" fmla="*/ 2077638 h 2323145"/>
              <a:gd name="connsiteX181" fmla="*/ 3170922 w 11269336"/>
              <a:gd name="connsiteY181" fmla="*/ 2115957 h 2323145"/>
              <a:gd name="connsiteX182" fmla="*/ 3156256 w 11269336"/>
              <a:gd name="connsiteY182" fmla="*/ 2124773 h 2323145"/>
              <a:gd name="connsiteX183" fmla="*/ 3140298 w 11269336"/>
              <a:gd name="connsiteY183" fmla="*/ 2129182 h 2323145"/>
              <a:gd name="connsiteX184" fmla="*/ 3138514 w 11269336"/>
              <a:gd name="connsiteY184" fmla="*/ 2128069 h 2323145"/>
              <a:gd name="connsiteX185" fmla="*/ 3120467 w 11269336"/>
              <a:gd name="connsiteY185" fmla="*/ 2128281 h 2323145"/>
              <a:gd name="connsiteX186" fmla="*/ 3116175 w 11269336"/>
              <a:gd name="connsiteY186" fmla="*/ 2131633 h 2323145"/>
              <a:gd name="connsiteX187" fmla="*/ 3103685 w 11269336"/>
              <a:gd name="connsiteY187" fmla="*/ 2132814 h 2323145"/>
              <a:gd name="connsiteX188" fmla="*/ 3078794 w 11269336"/>
              <a:gd name="connsiteY188" fmla="*/ 2137935 h 2323145"/>
              <a:gd name="connsiteX189" fmla="*/ 3074407 w 11269336"/>
              <a:gd name="connsiteY189" fmla="*/ 2136274 h 2323145"/>
              <a:gd name="connsiteX190" fmla="*/ 3037285 w 11269336"/>
              <a:gd name="connsiteY190" fmla="*/ 2139919 h 2323145"/>
              <a:gd name="connsiteX191" fmla="*/ 3036901 w 11269336"/>
              <a:gd name="connsiteY191" fmla="*/ 2138726 h 2323145"/>
              <a:gd name="connsiteX192" fmla="*/ 3026996 w 11269336"/>
              <a:gd name="connsiteY192" fmla="*/ 2134322 h 2323145"/>
              <a:gd name="connsiteX193" fmla="*/ 3007772 w 11269336"/>
              <a:gd name="connsiteY193" fmla="*/ 2128742 h 2323145"/>
              <a:gd name="connsiteX194" fmla="*/ 2965030 w 11269336"/>
              <a:gd name="connsiteY194" fmla="*/ 2100494 h 2323145"/>
              <a:gd name="connsiteX195" fmla="*/ 2926342 w 11269336"/>
              <a:gd name="connsiteY195" fmla="*/ 2104155 h 2323145"/>
              <a:gd name="connsiteX196" fmla="*/ 2918608 w 11269336"/>
              <a:gd name="connsiteY196" fmla="*/ 2104215 h 2323145"/>
              <a:gd name="connsiteX197" fmla="*/ 2918475 w 11269336"/>
              <a:gd name="connsiteY197" fmla="*/ 2103937 h 2323145"/>
              <a:gd name="connsiteX198" fmla="*/ 2910360 w 11269336"/>
              <a:gd name="connsiteY198" fmla="*/ 2103444 h 2323145"/>
              <a:gd name="connsiteX199" fmla="*/ 2904507 w 11269336"/>
              <a:gd name="connsiteY199" fmla="*/ 2104326 h 2323145"/>
              <a:gd name="connsiteX200" fmla="*/ 2889503 w 11269336"/>
              <a:gd name="connsiteY200" fmla="*/ 2104443 h 2323145"/>
              <a:gd name="connsiteX201" fmla="*/ 2884480 w 11269336"/>
              <a:gd name="connsiteY201" fmla="*/ 2102626 h 2323145"/>
              <a:gd name="connsiteX202" fmla="*/ 2882689 w 11269336"/>
              <a:gd name="connsiteY202" fmla="*/ 2099228 h 2323145"/>
              <a:gd name="connsiteX203" fmla="*/ 2881291 w 11269336"/>
              <a:gd name="connsiteY203" fmla="*/ 2099618 h 2323145"/>
              <a:gd name="connsiteX204" fmla="*/ 2853979 w 11269336"/>
              <a:gd name="connsiteY204" fmla="*/ 2090388 h 2323145"/>
              <a:gd name="connsiteX205" fmla="*/ 2791790 w 11269336"/>
              <a:gd name="connsiteY205" fmla="*/ 2080332 h 2323145"/>
              <a:gd name="connsiteX206" fmla="*/ 2755844 w 11269336"/>
              <a:gd name="connsiteY206" fmla="*/ 2078874 h 2323145"/>
              <a:gd name="connsiteX207" fmla="*/ 2657742 w 11269336"/>
              <a:gd name="connsiteY207" fmla="*/ 2070179 h 2323145"/>
              <a:gd name="connsiteX208" fmla="*/ 2559549 w 11269336"/>
              <a:gd name="connsiteY208" fmla="*/ 2057873 h 2323145"/>
              <a:gd name="connsiteX209" fmla="*/ 2512054 w 11269336"/>
              <a:gd name="connsiteY209" fmla="*/ 2031671 h 2323145"/>
              <a:gd name="connsiteX210" fmla="*/ 2506437 w 11269336"/>
              <a:gd name="connsiteY210" fmla="*/ 2030918 h 2323145"/>
              <a:gd name="connsiteX211" fmla="*/ 2491752 w 11269336"/>
              <a:gd name="connsiteY211" fmla="*/ 2033906 h 2323145"/>
              <a:gd name="connsiteX212" fmla="*/ 2486338 w 11269336"/>
              <a:gd name="connsiteY212" fmla="*/ 2035862 h 2323145"/>
              <a:gd name="connsiteX213" fmla="*/ 2478186 w 11269336"/>
              <a:gd name="connsiteY213" fmla="*/ 2036953 h 2323145"/>
              <a:gd name="connsiteX214" fmla="*/ 2477950 w 11269336"/>
              <a:gd name="connsiteY214" fmla="*/ 2036715 h 2323145"/>
              <a:gd name="connsiteX215" fmla="*/ 2470381 w 11269336"/>
              <a:gd name="connsiteY215" fmla="*/ 2038256 h 2323145"/>
              <a:gd name="connsiteX216" fmla="*/ 2433781 w 11269336"/>
              <a:gd name="connsiteY216" fmla="*/ 2049140 h 2323145"/>
              <a:gd name="connsiteX217" fmla="*/ 2381172 w 11269336"/>
              <a:gd name="connsiteY217" fmla="*/ 2030645 h 2323145"/>
              <a:gd name="connsiteX218" fmla="*/ 2360198 w 11269336"/>
              <a:gd name="connsiteY218" fmla="*/ 2029059 h 2323145"/>
              <a:gd name="connsiteX219" fmla="*/ 2348815 w 11269336"/>
              <a:gd name="connsiteY219" fmla="*/ 2026798 h 2323145"/>
              <a:gd name="connsiteX220" fmla="*/ 2347988 w 11269336"/>
              <a:gd name="connsiteY220" fmla="*/ 2025745 h 2323145"/>
              <a:gd name="connsiteX221" fmla="*/ 2312920 w 11269336"/>
              <a:gd name="connsiteY221" fmla="*/ 2036311 h 2323145"/>
              <a:gd name="connsiteX222" fmla="*/ 2307986 w 11269336"/>
              <a:gd name="connsiteY222" fmla="*/ 2035583 h 2323145"/>
              <a:gd name="connsiteX223" fmla="*/ 2285481 w 11269336"/>
              <a:gd name="connsiteY223" fmla="*/ 2045197 h 2323145"/>
              <a:gd name="connsiteX224" fmla="*/ 2273666 w 11269336"/>
              <a:gd name="connsiteY224" fmla="*/ 2048710 h 2323145"/>
              <a:gd name="connsiteX225" fmla="*/ 2270719 w 11269336"/>
              <a:gd name="connsiteY225" fmla="*/ 2052702 h 2323145"/>
              <a:gd name="connsiteX226" fmla="*/ 2253080 w 11269336"/>
              <a:gd name="connsiteY226" fmla="*/ 2056363 h 2323145"/>
              <a:gd name="connsiteX227" fmla="*/ 2250906 w 11269336"/>
              <a:gd name="connsiteY227" fmla="*/ 2055654 h 2323145"/>
              <a:gd name="connsiteX228" fmla="*/ 2236905 w 11269336"/>
              <a:gd name="connsiteY228" fmla="*/ 2062882 h 2323145"/>
              <a:gd name="connsiteX229" fmla="*/ 2225830 w 11269336"/>
              <a:gd name="connsiteY229" fmla="*/ 2074027 h 2323145"/>
              <a:gd name="connsiteX230" fmla="*/ 2073776 w 11269336"/>
              <a:gd name="connsiteY230" fmla="*/ 2089244 h 2323145"/>
              <a:gd name="connsiteX231" fmla="*/ 1948256 w 11269336"/>
              <a:gd name="connsiteY231" fmla="*/ 2146616 h 2323145"/>
              <a:gd name="connsiteX232" fmla="*/ 1865582 w 11269336"/>
              <a:gd name="connsiteY232" fmla="*/ 2153738 h 2323145"/>
              <a:gd name="connsiteX233" fmla="*/ 1835210 w 11269336"/>
              <a:gd name="connsiteY233" fmla="*/ 2134244 h 2323145"/>
              <a:gd name="connsiteX234" fmla="*/ 1632661 w 11269336"/>
              <a:gd name="connsiteY234" fmla="*/ 2173882 h 2323145"/>
              <a:gd name="connsiteX235" fmla="*/ 1579590 w 11269336"/>
              <a:gd name="connsiteY235" fmla="*/ 2173680 h 2323145"/>
              <a:gd name="connsiteX236" fmla="*/ 1535601 w 11269336"/>
              <a:gd name="connsiteY236" fmla="*/ 2194590 h 2323145"/>
              <a:gd name="connsiteX237" fmla="*/ 1515594 w 11269336"/>
              <a:gd name="connsiteY237" fmla="*/ 2189622 h 2323145"/>
              <a:gd name="connsiteX238" fmla="*/ 1512113 w 11269336"/>
              <a:gd name="connsiteY238" fmla="*/ 2188534 h 2323145"/>
              <a:gd name="connsiteX239" fmla="*/ 1498838 w 11269336"/>
              <a:gd name="connsiteY239" fmla="*/ 2189213 h 2323145"/>
              <a:gd name="connsiteX240" fmla="*/ 1494279 w 11269336"/>
              <a:gd name="connsiteY240" fmla="*/ 2183112 h 2323145"/>
              <a:gd name="connsiteX241" fmla="*/ 1473714 w 11269336"/>
              <a:gd name="connsiteY241" fmla="*/ 2179625 h 2323145"/>
              <a:gd name="connsiteX242" fmla="*/ 1449503 w 11269336"/>
              <a:gd name="connsiteY242" fmla="*/ 2182633 h 2323145"/>
              <a:gd name="connsiteX243" fmla="*/ 1266687 w 11269336"/>
              <a:gd name="connsiteY243" fmla="*/ 2212688 h 2323145"/>
              <a:gd name="connsiteX244" fmla="*/ 1239614 w 11269336"/>
              <a:gd name="connsiteY244" fmla="*/ 2209727 h 2323145"/>
              <a:gd name="connsiteX245" fmla="*/ 1202436 w 11269336"/>
              <a:gd name="connsiteY245" fmla="*/ 2209817 h 2323145"/>
              <a:gd name="connsiteX246" fmla="*/ 1136097 w 11269336"/>
              <a:gd name="connsiteY246" fmla="*/ 2205112 h 2323145"/>
              <a:gd name="connsiteX247" fmla="*/ 988232 w 11269336"/>
              <a:gd name="connsiteY247" fmla="*/ 2235635 h 2323145"/>
              <a:gd name="connsiteX248" fmla="*/ 981959 w 11269336"/>
              <a:gd name="connsiteY248" fmla="*/ 2231607 h 2323145"/>
              <a:gd name="connsiteX249" fmla="*/ 938600 w 11269336"/>
              <a:gd name="connsiteY249" fmla="*/ 2238113 h 2323145"/>
              <a:gd name="connsiteX250" fmla="*/ 791788 w 11269336"/>
              <a:gd name="connsiteY250" fmla="*/ 2293224 h 2323145"/>
              <a:gd name="connsiteX251" fmla="*/ 706914 w 11269336"/>
              <a:gd name="connsiteY251" fmla="*/ 2305046 h 2323145"/>
              <a:gd name="connsiteX252" fmla="*/ 675971 w 11269336"/>
              <a:gd name="connsiteY252" fmla="*/ 2304030 h 2323145"/>
              <a:gd name="connsiteX253" fmla="*/ 624180 w 11269336"/>
              <a:gd name="connsiteY253" fmla="*/ 2302650 h 2323145"/>
              <a:gd name="connsiteX254" fmla="*/ 583453 w 11269336"/>
              <a:gd name="connsiteY254" fmla="*/ 2288788 h 2323145"/>
              <a:gd name="connsiteX255" fmla="*/ 540946 w 11269336"/>
              <a:gd name="connsiteY255" fmla="*/ 2292721 h 2323145"/>
              <a:gd name="connsiteX256" fmla="*/ 533680 w 11269336"/>
              <a:gd name="connsiteY256" fmla="*/ 2310233 h 2323145"/>
              <a:gd name="connsiteX257" fmla="*/ 487366 w 11269336"/>
              <a:gd name="connsiteY257" fmla="*/ 2309053 h 2323145"/>
              <a:gd name="connsiteX258" fmla="*/ 416820 w 11269336"/>
              <a:gd name="connsiteY258" fmla="*/ 2305443 h 2323145"/>
              <a:gd name="connsiteX259" fmla="*/ 376805 w 11269336"/>
              <a:gd name="connsiteY259" fmla="*/ 2307647 h 2323145"/>
              <a:gd name="connsiteX260" fmla="*/ 266777 w 11269336"/>
              <a:gd name="connsiteY260" fmla="*/ 2309012 h 2323145"/>
              <a:gd name="connsiteX261" fmla="*/ 156013 w 11269336"/>
              <a:gd name="connsiteY261" fmla="*/ 2306832 h 2323145"/>
              <a:gd name="connsiteX262" fmla="*/ 87258 w 11269336"/>
              <a:gd name="connsiteY262" fmla="*/ 2285511 h 2323145"/>
              <a:gd name="connsiteX263" fmla="*/ 23798 w 11269336"/>
              <a:gd name="connsiteY263" fmla="*/ 2281822 h 2323145"/>
              <a:gd name="connsiteX264" fmla="*/ 0 w 11269336"/>
              <a:gd name="connsiteY264" fmla="*/ 2285369 h 2323145"/>
              <a:gd name="connsiteX265" fmla="*/ 0 w 11269336"/>
              <a:gd name="connsiteY265"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263254 w 11269336"/>
              <a:gd name="connsiteY20" fmla="*/ 645662 h 2323145"/>
              <a:gd name="connsiteX21" fmla="*/ 9162278 w 11269336"/>
              <a:gd name="connsiteY21" fmla="*/ 704724 h 2323145"/>
              <a:gd name="connsiteX22" fmla="*/ 8977138 w 11269336"/>
              <a:gd name="connsiteY22" fmla="*/ 774970 h 2323145"/>
              <a:gd name="connsiteX23" fmla="*/ 9070855 w 11269336"/>
              <a:gd name="connsiteY23" fmla="*/ 794621 h 2323145"/>
              <a:gd name="connsiteX24" fmla="*/ 8914746 w 11269336"/>
              <a:gd name="connsiteY24" fmla="*/ 826428 h 2323145"/>
              <a:gd name="connsiteX25" fmla="*/ 8917778 w 11269336"/>
              <a:gd name="connsiteY25" fmla="*/ 835198 h 2323145"/>
              <a:gd name="connsiteX26" fmla="*/ 8905560 w 11269336"/>
              <a:gd name="connsiteY26" fmla="*/ 838358 h 2323145"/>
              <a:gd name="connsiteX27" fmla="*/ 8897564 w 11269336"/>
              <a:gd name="connsiteY27" fmla="*/ 834287 h 2323145"/>
              <a:gd name="connsiteX28" fmla="*/ 8878040 w 11269336"/>
              <a:gd name="connsiteY28" fmla="*/ 844150 h 2323145"/>
              <a:gd name="connsiteX29" fmla="*/ 8882654 w 11269336"/>
              <a:gd name="connsiteY29" fmla="*/ 892768 h 2323145"/>
              <a:gd name="connsiteX30" fmla="*/ 8795998 w 11269336"/>
              <a:gd name="connsiteY30" fmla="*/ 863337 h 2323145"/>
              <a:gd name="connsiteX31" fmla="*/ 8776970 w 11269336"/>
              <a:gd name="connsiteY31" fmla="*/ 885177 h 2323145"/>
              <a:gd name="connsiteX32" fmla="*/ 8755719 w 11269336"/>
              <a:gd name="connsiteY32" fmla="*/ 889754 h 2323145"/>
              <a:gd name="connsiteX33" fmla="*/ 8743257 w 11269336"/>
              <a:gd name="connsiteY33" fmla="*/ 904723 h 2323145"/>
              <a:gd name="connsiteX34" fmla="*/ 8721366 w 11269336"/>
              <a:gd name="connsiteY34" fmla="*/ 904711 h 2323145"/>
              <a:gd name="connsiteX35" fmla="*/ 8678353 w 11269336"/>
              <a:gd name="connsiteY35" fmla="*/ 926318 h 2323145"/>
              <a:gd name="connsiteX36" fmla="*/ 8636849 w 11269336"/>
              <a:gd name="connsiteY36" fmla="*/ 937900 h 2323145"/>
              <a:gd name="connsiteX37" fmla="*/ 8620213 w 11269336"/>
              <a:gd name="connsiteY37" fmla="*/ 943068 h 2323145"/>
              <a:gd name="connsiteX38" fmla="*/ 8612581 w 11269336"/>
              <a:gd name="connsiteY38" fmla="*/ 952695 h 2323145"/>
              <a:gd name="connsiteX39" fmla="*/ 8589038 w 11269336"/>
              <a:gd name="connsiteY39" fmla="*/ 963892 h 2323145"/>
              <a:gd name="connsiteX40" fmla="*/ 8579950 w 11269336"/>
              <a:gd name="connsiteY40" fmla="*/ 960899 h 2323145"/>
              <a:gd name="connsiteX41" fmla="*/ 8579319 w 11269336"/>
              <a:gd name="connsiteY41" fmla="*/ 965630 h 2323145"/>
              <a:gd name="connsiteX42" fmla="*/ 8547429 w 11269336"/>
              <a:gd name="connsiteY42" fmla="*/ 984506 h 2323145"/>
              <a:gd name="connsiteX43" fmla="*/ 8478704 w 11269336"/>
              <a:gd name="connsiteY43" fmla="*/ 1025490 h 2323145"/>
              <a:gd name="connsiteX44" fmla="*/ 8461421 w 11269336"/>
              <a:gd name="connsiteY44" fmla="*/ 1035512 h 2323145"/>
              <a:gd name="connsiteX45" fmla="*/ 8445003 w 11269336"/>
              <a:gd name="connsiteY45" fmla="*/ 1036851 h 2323145"/>
              <a:gd name="connsiteX46" fmla="*/ 8357350 w 11269336"/>
              <a:gd name="connsiteY46" fmla="*/ 1060213 h 2323145"/>
              <a:gd name="connsiteX47" fmla="*/ 8335565 w 11269336"/>
              <a:gd name="connsiteY47" fmla="*/ 1061151 h 2323145"/>
              <a:gd name="connsiteX48" fmla="*/ 8325267 w 11269336"/>
              <a:gd name="connsiteY48" fmla="*/ 1055919 h 2323145"/>
              <a:gd name="connsiteX49" fmla="*/ 8293586 w 11269336"/>
              <a:gd name="connsiteY49" fmla="*/ 1076144 h 2323145"/>
              <a:gd name="connsiteX50" fmla="*/ 8242405 w 11269336"/>
              <a:gd name="connsiteY50" fmla="*/ 1095960 h 2323145"/>
              <a:gd name="connsiteX51" fmla="*/ 8197391 w 11269336"/>
              <a:gd name="connsiteY51" fmla="*/ 1107746 h 2323145"/>
              <a:gd name="connsiteX52" fmla="*/ 8081474 w 11269336"/>
              <a:gd name="connsiteY52" fmla="*/ 1130125 h 2323145"/>
              <a:gd name="connsiteX53" fmla="*/ 8053585 w 11269336"/>
              <a:gd name="connsiteY53" fmla="*/ 1129169 h 2323145"/>
              <a:gd name="connsiteX54" fmla="*/ 8038422 w 11269336"/>
              <a:gd name="connsiteY54" fmla="*/ 1119092 h 2323145"/>
              <a:gd name="connsiteX55" fmla="*/ 8029450 w 11269336"/>
              <a:gd name="connsiteY55" fmla="*/ 1125592 h 2323145"/>
              <a:gd name="connsiteX56" fmla="*/ 7959552 w 11269336"/>
              <a:gd name="connsiteY56" fmla="*/ 1140188 h 2323145"/>
              <a:gd name="connsiteX57" fmla="*/ 7914188 w 11269336"/>
              <a:gd name="connsiteY57" fmla="*/ 1150862 h 2323145"/>
              <a:gd name="connsiteX58" fmla="*/ 7914918 w 11269336"/>
              <a:gd name="connsiteY58" fmla="*/ 1168758 h 2323145"/>
              <a:gd name="connsiteX59" fmla="*/ 7875510 w 11269336"/>
              <a:gd name="connsiteY59" fmla="*/ 1183153 h 2323145"/>
              <a:gd name="connsiteX60" fmla="*/ 7829932 w 11269336"/>
              <a:gd name="connsiteY60" fmla="*/ 1180782 h 2323145"/>
              <a:gd name="connsiteX61" fmla="*/ 7779182 w 11269336"/>
              <a:gd name="connsiteY61" fmla="*/ 1192665 h 2323145"/>
              <a:gd name="connsiteX62" fmla="*/ 7748774 w 11269336"/>
              <a:gd name="connsiteY62" fmla="*/ 1199586 h 2323145"/>
              <a:gd name="connsiteX63" fmla="*/ 7671846 w 11269336"/>
              <a:gd name="connsiteY63" fmla="*/ 1231966 h 2323145"/>
              <a:gd name="connsiteX64" fmla="*/ 7554146 w 11269336"/>
              <a:gd name="connsiteY64" fmla="*/ 1319748 h 2323145"/>
              <a:gd name="connsiteX65" fmla="*/ 7515052 w 11269336"/>
              <a:gd name="connsiteY65" fmla="*/ 1336718 h 2323145"/>
              <a:gd name="connsiteX66" fmla="*/ 7507193 w 11269336"/>
              <a:gd name="connsiteY66" fmla="*/ 1334617 h 2323145"/>
              <a:gd name="connsiteX67" fmla="*/ 7461694 w 11269336"/>
              <a:gd name="connsiteY67" fmla="*/ 1375866 h 2323145"/>
              <a:gd name="connsiteX68" fmla="*/ 7377571 w 11269336"/>
              <a:gd name="connsiteY68" fmla="*/ 1400128 h 2323145"/>
              <a:gd name="connsiteX69" fmla="*/ 7311261 w 11269336"/>
              <a:gd name="connsiteY69" fmla="*/ 1412652 h 2323145"/>
              <a:gd name="connsiteX70" fmla="*/ 7275307 w 11269336"/>
              <a:gd name="connsiteY70" fmla="*/ 1422171 h 2323145"/>
              <a:gd name="connsiteX71" fmla="*/ 7247783 w 11269336"/>
              <a:gd name="connsiteY71" fmla="*/ 1426330 h 2323145"/>
              <a:gd name="connsiteX72" fmla="*/ 7185047 w 11269336"/>
              <a:gd name="connsiteY72" fmla="*/ 1451812 h 2323145"/>
              <a:gd name="connsiteX73" fmla="*/ 7084117 w 11269336"/>
              <a:gd name="connsiteY73" fmla="*/ 1500281 h 2323145"/>
              <a:gd name="connsiteX74" fmla="*/ 7062011 w 11269336"/>
              <a:gd name="connsiteY74" fmla="*/ 1509183 h 2323145"/>
              <a:gd name="connsiteX75" fmla="*/ 7040555 w 11269336"/>
              <a:gd name="connsiteY75" fmla="*/ 1511207 h 2323145"/>
              <a:gd name="connsiteX76" fmla="*/ 7033438 w 11269336"/>
              <a:gd name="connsiteY76" fmla="*/ 1506772 h 2323145"/>
              <a:gd name="connsiteX77" fmla="*/ 7020886 w 11269336"/>
              <a:gd name="connsiteY77" fmla="*/ 1510764 h 2323145"/>
              <a:gd name="connsiteX78" fmla="*/ 7017033 w 11269336"/>
              <a:gd name="connsiteY78" fmla="*/ 1510650 h 2323145"/>
              <a:gd name="connsiteX79" fmla="*/ 6995460 w 11269336"/>
              <a:gd name="connsiteY79" fmla="*/ 1511173 h 2323145"/>
              <a:gd name="connsiteX80" fmla="*/ 6962144 w 11269336"/>
              <a:gd name="connsiteY80" fmla="*/ 1541508 h 2323145"/>
              <a:gd name="connsiteX81" fmla="*/ 6910674 w 11269336"/>
              <a:gd name="connsiteY81" fmla="*/ 1554793 h 2323145"/>
              <a:gd name="connsiteX82" fmla="*/ 6732152 w 11269336"/>
              <a:gd name="connsiteY82" fmla="*/ 1642538 h 2323145"/>
              <a:gd name="connsiteX83" fmla="*/ 6694106 w 11269336"/>
              <a:gd name="connsiteY83" fmla="*/ 1632377 h 2323145"/>
              <a:gd name="connsiteX84" fmla="*/ 6617223 w 11269336"/>
              <a:gd name="connsiteY84" fmla="*/ 1659889 h 2323145"/>
              <a:gd name="connsiteX85" fmla="*/ 6521138 w 11269336"/>
              <a:gd name="connsiteY85" fmla="*/ 1744340 h 2323145"/>
              <a:gd name="connsiteX86" fmla="*/ 6380677 w 11269336"/>
              <a:gd name="connsiteY86" fmla="*/ 1796883 h 2323145"/>
              <a:gd name="connsiteX87" fmla="*/ 6374897 w 11269336"/>
              <a:gd name="connsiteY87" fmla="*/ 1809910 h 2323145"/>
              <a:gd name="connsiteX88" fmla="*/ 6364545 w 11269336"/>
              <a:gd name="connsiteY88" fmla="*/ 1820090 h 2323145"/>
              <a:gd name="connsiteX89" fmla="*/ 6362126 w 11269336"/>
              <a:gd name="connsiteY89" fmla="*/ 1819991 h 2323145"/>
              <a:gd name="connsiteX90" fmla="*/ 6346673 w 11269336"/>
              <a:gd name="connsiteY90" fmla="*/ 1827824 h 2323145"/>
              <a:gd name="connsiteX91" fmla="*/ 6345588 w 11269336"/>
              <a:gd name="connsiteY91" fmla="*/ 1832232 h 2323145"/>
              <a:gd name="connsiteX92" fmla="*/ 6335708 w 11269336"/>
              <a:gd name="connsiteY92" fmla="*/ 1838451 h 2323145"/>
              <a:gd name="connsiteX93" fmla="*/ 6318182 w 11269336"/>
              <a:gd name="connsiteY93" fmla="*/ 1852975 h 2323145"/>
              <a:gd name="connsiteX94" fmla="*/ 6313084 w 11269336"/>
              <a:gd name="connsiteY94" fmla="*/ 1853561 h 2323145"/>
              <a:gd name="connsiteX95" fmla="*/ 6283816 w 11269336"/>
              <a:gd name="connsiteY95" fmla="*/ 1872148 h 2323145"/>
              <a:gd name="connsiteX96" fmla="*/ 6282550 w 11269336"/>
              <a:gd name="connsiteY96" fmla="*/ 1871392 h 2323145"/>
              <a:gd name="connsiteX97" fmla="*/ 6270527 w 11269336"/>
              <a:gd name="connsiteY97" fmla="*/ 1872208 h 2323145"/>
              <a:gd name="connsiteX98" fmla="*/ 6249518 w 11269336"/>
              <a:gd name="connsiteY98" fmla="*/ 1876079 h 2323145"/>
              <a:gd name="connsiteX99" fmla="*/ 6190386 w 11269336"/>
              <a:gd name="connsiteY99" fmla="*/ 1872478 h 2323145"/>
              <a:gd name="connsiteX100" fmla="*/ 6159777 w 11269336"/>
              <a:gd name="connsiteY100" fmla="*/ 1891745 h 2323145"/>
              <a:gd name="connsiteX101" fmla="*/ 6153131 w 11269336"/>
              <a:gd name="connsiteY101" fmla="*/ 1895079 h 2323145"/>
              <a:gd name="connsiteX102" fmla="*/ 6152798 w 11269336"/>
              <a:gd name="connsiteY102" fmla="*/ 1894920 h 2323145"/>
              <a:gd name="connsiteX103" fmla="*/ 6145388 w 11269336"/>
              <a:gd name="connsiteY103" fmla="*/ 1897990 h 2323145"/>
              <a:gd name="connsiteX104" fmla="*/ 6141014 w 11269336"/>
              <a:gd name="connsiteY104" fmla="*/ 1901155 h 2323145"/>
              <a:gd name="connsiteX105" fmla="*/ 6128122 w 11269336"/>
              <a:gd name="connsiteY105" fmla="*/ 1907623 h 2323145"/>
              <a:gd name="connsiteX106" fmla="*/ 6122351 w 11269336"/>
              <a:gd name="connsiteY106" fmla="*/ 1908359 h 2323145"/>
              <a:gd name="connsiteX107" fmla="*/ 6064750 w 11269336"/>
              <a:gd name="connsiteY107" fmla="*/ 1896394 h 2323145"/>
              <a:gd name="connsiteX108" fmla="*/ 5964230 w 11269336"/>
              <a:gd name="connsiteY108" fmla="*/ 1910038 h 2323145"/>
              <a:gd name="connsiteX109" fmla="*/ 5865399 w 11269336"/>
              <a:gd name="connsiteY109" fmla="*/ 1926966 h 2323145"/>
              <a:gd name="connsiteX110" fmla="*/ 5829951 w 11269336"/>
              <a:gd name="connsiteY110" fmla="*/ 1934755 h 2323145"/>
              <a:gd name="connsiteX111" fmla="*/ 5765285 w 11269336"/>
              <a:gd name="connsiteY111" fmla="*/ 1941322 h 2323145"/>
              <a:gd name="connsiteX112" fmla="*/ 5734750 w 11269336"/>
              <a:gd name="connsiteY112" fmla="*/ 1939793 h 2323145"/>
              <a:gd name="connsiteX113" fmla="*/ 5733569 w 11269336"/>
              <a:gd name="connsiteY113" fmla="*/ 1940505 h 2323145"/>
              <a:gd name="connsiteX114" fmla="*/ 5730329 w 11269336"/>
              <a:gd name="connsiteY114" fmla="*/ 1937845 h 2323145"/>
              <a:gd name="connsiteX115" fmla="*/ 5724661 w 11269336"/>
              <a:gd name="connsiteY115" fmla="*/ 1937455 h 2323145"/>
              <a:gd name="connsiteX116" fmla="*/ 5710186 w 11269336"/>
              <a:gd name="connsiteY116" fmla="*/ 1941370 h 2323145"/>
              <a:gd name="connsiteX117" fmla="*/ 5704910 w 11269336"/>
              <a:gd name="connsiteY117" fmla="*/ 1943663 h 2323145"/>
              <a:gd name="connsiteX118" fmla="*/ 5696836 w 11269336"/>
              <a:gd name="connsiteY118" fmla="*/ 1945271 h 2323145"/>
              <a:gd name="connsiteX119" fmla="*/ 5696583 w 11269336"/>
              <a:gd name="connsiteY119" fmla="*/ 1945050 h 2323145"/>
              <a:gd name="connsiteX120" fmla="*/ 5689123 w 11269336"/>
              <a:gd name="connsiteY120" fmla="*/ 1947067 h 2323145"/>
              <a:gd name="connsiteX121" fmla="*/ 5653291 w 11269336"/>
              <a:gd name="connsiteY121" fmla="*/ 1960245 h 2323145"/>
              <a:gd name="connsiteX122" fmla="*/ 5599385 w 11269336"/>
              <a:gd name="connsiteY122" fmla="*/ 1945198 h 2323145"/>
              <a:gd name="connsiteX123" fmla="*/ 5578300 w 11269336"/>
              <a:gd name="connsiteY123" fmla="*/ 1944963 h 2323145"/>
              <a:gd name="connsiteX124" fmla="*/ 5566758 w 11269336"/>
              <a:gd name="connsiteY124" fmla="*/ 1943441 h 2323145"/>
              <a:gd name="connsiteX125" fmla="*/ 5565857 w 11269336"/>
              <a:gd name="connsiteY125" fmla="*/ 1942445 h 2323145"/>
              <a:gd name="connsiteX126" fmla="*/ 5531534 w 11269336"/>
              <a:gd name="connsiteY126" fmla="*/ 1955208 h 2323145"/>
              <a:gd name="connsiteX127" fmla="*/ 5526552 w 11269336"/>
              <a:gd name="connsiteY127" fmla="*/ 1954799 h 2323145"/>
              <a:gd name="connsiteX128" fmla="*/ 5504723 w 11269336"/>
              <a:gd name="connsiteY128" fmla="*/ 1965811 h 2323145"/>
              <a:gd name="connsiteX129" fmla="*/ 5493156 w 11269336"/>
              <a:gd name="connsiteY129" fmla="*/ 1970063 h 2323145"/>
              <a:gd name="connsiteX130" fmla="*/ 5490486 w 11269336"/>
              <a:gd name="connsiteY130" fmla="*/ 1974227 h 2323145"/>
              <a:gd name="connsiteX131" fmla="*/ 5473107 w 11269336"/>
              <a:gd name="connsiteY131" fmla="*/ 1979001 h 2323145"/>
              <a:gd name="connsiteX132" fmla="*/ 5470885 w 11269336"/>
              <a:gd name="connsiteY132" fmla="*/ 1978432 h 2323145"/>
              <a:gd name="connsiteX133" fmla="*/ 5457393 w 11269336"/>
              <a:gd name="connsiteY133" fmla="*/ 1986525 h 2323145"/>
              <a:gd name="connsiteX134" fmla="*/ 5447102 w 11269336"/>
              <a:gd name="connsiteY134" fmla="*/ 1998329 h 2323145"/>
              <a:gd name="connsiteX135" fmla="*/ 5159151 w 11269336"/>
              <a:gd name="connsiteY135" fmla="*/ 2029640 h 2323145"/>
              <a:gd name="connsiteX136" fmla="*/ 5041688 w 11269336"/>
              <a:gd name="connsiteY136" fmla="*/ 2022334 h 2323145"/>
              <a:gd name="connsiteX137" fmla="*/ 4860988 w 11269336"/>
              <a:gd name="connsiteY137" fmla="*/ 2135698 h 2323145"/>
              <a:gd name="connsiteX138" fmla="*/ 4807902 w 11269336"/>
              <a:gd name="connsiteY138" fmla="*/ 2138894 h 2323145"/>
              <a:gd name="connsiteX139" fmla="*/ 4765388 w 11269336"/>
              <a:gd name="connsiteY139" fmla="*/ 2162525 h 2323145"/>
              <a:gd name="connsiteX140" fmla="*/ 4745033 w 11269336"/>
              <a:gd name="connsiteY140" fmla="*/ 2158859 h 2323145"/>
              <a:gd name="connsiteX141" fmla="*/ 4741475 w 11269336"/>
              <a:gd name="connsiteY141" fmla="*/ 2157998 h 2323145"/>
              <a:gd name="connsiteX142" fmla="*/ 4728247 w 11269336"/>
              <a:gd name="connsiteY142" fmla="*/ 2159526 h 2323145"/>
              <a:gd name="connsiteX143" fmla="*/ 4723263 w 11269336"/>
              <a:gd name="connsiteY143" fmla="*/ 2153742 h 2323145"/>
              <a:gd name="connsiteX144" fmla="*/ 4702453 w 11269336"/>
              <a:gd name="connsiteY144" fmla="*/ 2151586 h 2323145"/>
              <a:gd name="connsiteX145" fmla="*/ 4678455 w 11269336"/>
              <a:gd name="connsiteY145" fmla="*/ 2156131 h 2323145"/>
              <a:gd name="connsiteX146" fmla="*/ 4593061 w 11269336"/>
              <a:gd name="connsiteY146" fmla="*/ 2171597 h 2323145"/>
              <a:gd name="connsiteX147" fmla="*/ 4579902 w 11269336"/>
              <a:gd name="connsiteY147" fmla="*/ 2177927 h 2323145"/>
              <a:gd name="connsiteX148" fmla="*/ 4533444 w 11269336"/>
              <a:gd name="connsiteY148" fmla="*/ 2181200 h 2323145"/>
              <a:gd name="connsiteX149" fmla="*/ 4492832 w 11269336"/>
              <a:gd name="connsiteY149" fmla="*/ 2188033 h 2323145"/>
              <a:gd name="connsiteX150" fmla="*/ 4467257 w 11269336"/>
              <a:gd name="connsiteY150" fmla="*/ 2196121 h 2323145"/>
              <a:gd name="connsiteX151" fmla="*/ 4459937 w 11269336"/>
              <a:gd name="connsiteY151" fmla="*/ 2195182 h 2323145"/>
              <a:gd name="connsiteX152" fmla="*/ 4433312 w 11269336"/>
              <a:gd name="connsiteY152" fmla="*/ 2199004 h 2323145"/>
              <a:gd name="connsiteX153" fmla="*/ 4420601 w 11269336"/>
              <a:gd name="connsiteY153" fmla="*/ 2205158 h 2323145"/>
              <a:gd name="connsiteX154" fmla="*/ 4405765 w 11269336"/>
              <a:gd name="connsiteY154" fmla="*/ 2199902 h 2323145"/>
              <a:gd name="connsiteX155" fmla="*/ 4401354 w 11269336"/>
              <a:gd name="connsiteY155" fmla="*/ 2194745 h 2323145"/>
              <a:gd name="connsiteX156" fmla="*/ 4383151 w 11269336"/>
              <a:gd name="connsiteY156" fmla="*/ 2201140 h 2323145"/>
              <a:gd name="connsiteX157" fmla="*/ 4366646 w 11269336"/>
              <a:gd name="connsiteY157" fmla="*/ 2198564 h 2323145"/>
              <a:gd name="connsiteX158" fmla="*/ 4354009 w 11269336"/>
              <a:gd name="connsiteY158" fmla="*/ 2204984 h 2323145"/>
              <a:gd name="connsiteX159" fmla="*/ 4348284 w 11269336"/>
              <a:gd name="connsiteY159" fmla="*/ 2205270 h 2323145"/>
              <a:gd name="connsiteX160" fmla="*/ 4333906 w 11269336"/>
              <a:gd name="connsiteY160" fmla="*/ 2205251 h 2323145"/>
              <a:gd name="connsiteX161" fmla="*/ 4308819 w 11269336"/>
              <a:gd name="connsiteY161" fmla="*/ 2203822 h 2323145"/>
              <a:gd name="connsiteX162" fmla="*/ 4301210 w 11269336"/>
              <a:gd name="connsiteY162" fmla="*/ 2204456 h 2323145"/>
              <a:gd name="connsiteX163" fmla="*/ 4283095 w 11269336"/>
              <a:gd name="connsiteY163" fmla="*/ 2198177 h 2323145"/>
              <a:gd name="connsiteX164" fmla="*/ 4250119 w 11269336"/>
              <a:gd name="connsiteY164" fmla="*/ 2196342 h 2323145"/>
              <a:gd name="connsiteX165" fmla="*/ 4189203 w 11269336"/>
              <a:gd name="connsiteY165" fmla="*/ 2178994 h 2323145"/>
              <a:gd name="connsiteX166" fmla="*/ 4154035 w 11269336"/>
              <a:gd name="connsiteY166" fmla="*/ 2171950 h 2323145"/>
              <a:gd name="connsiteX167" fmla="*/ 4129569 w 11269336"/>
              <a:gd name="connsiteY167" fmla="*/ 2163850 h 2323145"/>
              <a:gd name="connsiteX168" fmla="*/ 4061250 w 11269336"/>
              <a:gd name="connsiteY168" fmla="*/ 2159236 h 2323145"/>
              <a:gd name="connsiteX169" fmla="*/ 3945480 w 11269336"/>
              <a:gd name="connsiteY169" fmla="*/ 2158279 h 2323145"/>
              <a:gd name="connsiteX170" fmla="*/ 3921468 w 11269336"/>
              <a:gd name="connsiteY170" fmla="*/ 2156588 h 2323145"/>
              <a:gd name="connsiteX171" fmla="*/ 3903348 w 11269336"/>
              <a:gd name="connsiteY171" fmla="*/ 2149220 h 2323145"/>
              <a:gd name="connsiteX172" fmla="*/ 3901342 w 11269336"/>
              <a:gd name="connsiteY172" fmla="*/ 2142355 h 2323145"/>
              <a:gd name="connsiteX173" fmla="*/ 3888539 w 11269336"/>
              <a:gd name="connsiteY173" fmla="*/ 2140476 h 2323145"/>
              <a:gd name="connsiteX174" fmla="*/ 3885662 w 11269336"/>
              <a:gd name="connsiteY174" fmla="*/ 2138740 h 2323145"/>
              <a:gd name="connsiteX175" fmla="*/ 3868627 w 11269336"/>
              <a:gd name="connsiteY175" fmla="*/ 2130023 h 2323145"/>
              <a:gd name="connsiteX176" fmla="*/ 3819177 w 11269336"/>
              <a:gd name="connsiteY176" fmla="*/ 2142111 h 2323145"/>
              <a:gd name="connsiteX177" fmla="*/ 3769100 w 11269336"/>
              <a:gd name="connsiteY177" fmla="*/ 2131731 h 2323145"/>
              <a:gd name="connsiteX178" fmla="*/ 3562752 w 11269336"/>
              <a:gd name="connsiteY178" fmla="*/ 2131785 h 2323145"/>
              <a:gd name="connsiteX179" fmla="*/ 3541402 w 11269336"/>
              <a:gd name="connsiteY179" fmla="*/ 2106821 h 2323145"/>
              <a:gd name="connsiteX180" fmla="*/ 3365341 w 11269336"/>
              <a:gd name="connsiteY180" fmla="*/ 2077638 h 2323145"/>
              <a:gd name="connsiteX181" fmla="*/ 3170922 w 11269336"/>
              <a:gd name="connsiteY181" fmla="*/ 2115957 h 2323145"/>
              <a:gd name="connsiteX182" fmla="*/ 3156256 w 11269336"/>
              <a:gd name="connsiteY182" fmla="*/ 2124773 h 2323145"/>
              <a:gd name="connsiteX183" fmla="*/ 3140298 w 11269336"/>
              <a:gd name="connsiteY183" fmla="*/ 2129182 h 2323145"/>
              <a:gd name="connsiteX184" fmla="*/ 3138514 w 11269336"/>
              <a:gd name="connsiteY184" fmla="*/ 2128069 h 2323145"/>
              <a:gd name="connsiteX185" fmla="*/ 3120467 w 11269336"/>
              <a:gd name="connsiteY185" fmla="*/ 2128281 h 2323145"/>
              <a:gd name="connsiteX186" fmla="*/ 3116175 w 11269336"/>
              <a:gd name="connsiteY186" fmla="*/ 2131633 h 2323145"/>
              <a:gd name="connsiteX187" fmla="*/ 3103685 w 11269336"/>
              <a:gd name="connsiteY187" fmla="*/ 2132814 h 2323145"/>
              <a:gd name="connsiteX188" fmla="*/ 3078794 w 11269336"/>
              <a:gd name="connsiteY188" fmla="*/ 2137935 h 2323145"/>
              <a:gd name="connsiteX189" fmla="*/ 3074407 w 11269336"/>
              <a:gd name="connsiteY189" fmla="*/ 2136274 h 2323145"/>
              <a:gd name="connsiteX190" fmla="*/ 3037285 w 11269336"/>
              <a:gd name="connsiteY190" fmla="*/ 2139919 h 2323145"/>
              <a:gd name="connsiteX191" fmla="*/ 3036901 w 11269336"/>
              <a:gd name="connsiteY191" fmla="*/ 2138726 h 2323145"/>
              <a:gd name="connsiteX192" fmla="*/ 3026996 w 11269336"/>
              <a:gd name="connsiteY192" fmla="*/ 2134322 h 2323145"/>
              <a:gd name="connsiteX193" fmla="*/ 3007772 w 11269336"/>
              <a:gd name="connsiteY193" fmla="*/ 2128742 h 2323145"/>
              <a:gd name="connsiteX194" fmla="*/ 2965030 w 11269336"/>
              <a:gd name="connsiteY194" fmla="*/ 2100494 h 2323145"/>
              <a:gd name="connsiteX195" fmla="*/ 2926342 w 11269336"/>
              <a:gd name="connsiteY195" fmla="*/ 2104155 h 2323145"/>
              <a:gd name="connsiteX196" fmla="*/ 2918608 w 11269336"/>
              <a:gd name="connsiteY196" fmla="*/ 2104215 h 2323145"/>
              <a:gd name="connsiteX197" fmla="*/ 2918475 w 11269336"/>
              <a:gd name="connsiteY197" fmla="*/ 2103937 h 2323145"/>
              <a:gd name="connsiteX198" fmla="*/ 2910360 w 11269336"/>
              <a:gd name="connsiteY198" fmla="*/ 2103444 h 2323145"/>
              <a:gd name="connsiteX199" fmla="*/ 2904507 w 11269336"/>
              <a:gd name="connsiteY199" fmla="*/ 2104326 h 2323145"/>
              <a:gd name="connsiteX200" fmla="*/ 2889503 w 11269336"/>
              <a:gd name="connsiteY200" fmla="*/ 2104443 h 2323145"/>
              <a:gd name="connsiteX201" fmla="*/ 2884480 w 11269336"/>
              <a:gd name="connsiteY201" fmla="*/ 2102626 h 2323145"/>
              <a:gd name="connsiteX202" fmla="*/ 2882689 w 11269336"/>
              <a:gd name="connsiteY202" fmla="*/ 2099228 h 2323145"/>
              <a:gd name="connsiteX203" fmla="*/ 2881291 w 11269336"/>
              <a:gd name="connsiteY203" fmla="*/ 2099618 h 2323145"/>
              <a:gd name="connsiteX204" fmla="*/ 2853979 w 11269336"/>
              <a:gd name="connsiteY204" fmla="*/ 2090388 h 2323145"/>
              <a:gd name="connsiteX205" fmla="*/ 2791790 w 11269336"/>
              <a:gd name="connsiteY205" fmla="*/ 2080332 h 2323145"/>
              <a:gd name="connsiteX206" fmla="*/ 2755844 w 11269336"/>
              <a:gd name="connsiteY206" fmla="*/ 2078874 h 2323145"/>
              <a:gd name="connsiteX207" fmla="*/ 2657742 w 11269336"/>
              <a:gd name="connsiteY207" fmla="*/ 2070179 h 2323145"/>
              <a:gd name="connsiteX208" fmla="*/ 2559549 w 11269336"/>
              <a:gd name="connsiteY208" fmla="*/ 2057873 h 2323145"/>
              <a:gd name="connsiteX209" fmla="*/ 2512054 w 11269336"/>
              <a:gd name="connsiteY209" fmla="*/ 2031671 h 2323145"/>
              <a:gd name="connsiteX210" fmla="*/ 2506437 w 11269336"/>
              <a:gd name="connsiteY210" fmla="*/ 2030918 h 2323145"/>
              <a:gd name="connsiteX211" fmla="*/ 2491752 w 11269336"/>
              <a:gd name="connsiteY211" fmla="*/ 2033906 h 2323145"/>
              <a:gd name="connsiteX212" fmla="*/ 2486338 w 11269336"/>
              <a:gd name="connsiteY212" fmla="*/ 2035862 h 2323145"/>
              <a:gd name="connsiteX213" fmla="*/ 2478186 w 11269336"/>
              <a:gd name="connsiteY213" fmla="*/ 2036953 h 2323145"/>
              <a:gd name="connsiteX214" fmla="*/ 2477950 w 11269336"/>
              <a:gd name="connsiteY214" fmla="*/ 2036715 h 2323145"/>
              <a:gd name="connsiteX215" fmla="*/ 2470381 w 11269336"/>
              <a:gd name="connsiteY215" fmla="*/ 2038256 h 2323145"/>
              <a:gd name="connsiteX216" fmla="*/ 2433781 w 11269336"/>
              <a:gd name="connsiteY216" fmla="*/ 2049140 h 2323145"/>
              <a:gd name="connsiteX217" fmla="*/ 2381172 w 11269336"/>
              <a:gd name="connsiteY217" fmla="*/ 2030645 h 2323145"/>
              <a:gd name="connsiteX218" fmla="*/ 2360198 w 11269336"/>
              <a:gd name="connsiteY218" fmla="*/ 2029059 h 2323145"/>
              <a:gd name="connsiteX219" fmla="*/ 2348815 w 11269336"/>
              <a:gd name="connsiteY219" fmla="*/ 2026798 h 2323145"/>
              <a:gd name="connsiteX220" fmla="*/ 2347988 w 11269336"/>
              <a:gd name="connsiteY220" fmla="*/ 2025745 h 2323145"/>
              <a:gd name="connsiteX221" fmla="*/ 2312920 w 11269336"/>
              <a:gd name="connsiteY221" fmla="*/ 2036311 h 2323145"/>
              <a:gd name="connsiteX222" fmla="*/ 2307986 w 11269336"/>
              <a:gd name="connsiteY222" fmla="*/ 2035583 h 2323145"/>
              <a:gd name="connsiteX223" fmla="*/ 2285481 w 11269336"/>
              <a:gd name="connsiteY223" fmla="*/ 2045197 h 2323145"/>
              <a:gd name="connsiteX224" fmla="*/ 2273666 w 11269336"/>
              <a:gd name="connsiteY224" fmla="*/ 2048710 h 2323145"/>
              <a:gd name="connsiteX225" fmla="*/ 2270719 w 11269336"/>
              <a:gd name="connsiteY225" fmla="*/ 2052702 h 2323145"/>
              <a:gd name="connsiteX226" fmla="*/ 2253080 w 11269336"/>
              <a:gd name="connsiteY226" fmla="*/ 2056363 h 2323145"/>
              <a:gd name="connsiteX227" fmla="*/ 2250906 w 11269336"/>
              <a:gd name="connsiteY227" fmla="*/ 2055654 h 2323145"/>
              <a:gd name="connsiteX228" fmla="*/ 2236905 w 11269336"/>
              <a:gd name="connsiteY228" fmla="*/ 2062882 h 2323145"/>
              <a:gd name="connsiteX229" fmla="*/ 2225830 w 11269336"/>
              <a:gd name="connsiteY229" fmla="*/ 2074027 h 2323145"/>
              <a:gd name="connsiteX230" fmla="*/ 2073776 w 11269336"/>
              <a:gd name="connsiteY230" fmla="*/ 2089244 h 2323145"/>
              <a:gd name="connsiteX231" fmla="*/ 1948256 w 11269336"/>
              <a:gd name="connsiteY231" fmla="*/ 2146616 h 2323145"/>
              <a:gd name="connsiteX232" fmla="*/ 1865582 w 11269336"/>
              <a:gd name="connsiteY232" fmla="*/ 2153738 h 2323145"/>
              <a:gd name="connsiteX233" fmla="*/ 1835210 w 11269336"/>
              <a:gd name="connsiteY233" fmla="*/ 2134244 h 2323145"/>
              <a:gd name="connsiteX234" fmla="*/ 1632661 w 11269336"/>
              <a:gd name="connsiteY234" fmla="*/ 2173882 h 2323145"/>
              <a:gd name="connsiteX235" fmla="*/ 1579590 w 11269336"/>
              <a:gd name="connsiteY235" fmla="*/ 2173680 h 2323145"/>
              <a:gd name="connsiteX236" fmla="*/ 1535601 w 11269336"/>
              <a:gd name="connsiteY236" fmla="*/ 2194590 h 2323145"/>
              <a:gd name="connsiteX237" fmla="*/ 1515594 w 11269336"/>
              <a:gd name="connsiteY237" fmla="*/ 2189622 h 2323145"/>
              <a:gd name="connsiteX238" fmla="*/ 1512113 w 11269336"/>
              <a:gd name="connsiteY238" fmla="*/ 2188534 h 2323145"/>
              <a:gd name="connsiteX239" fmla="*/ 1498838 w 11269336"/>
              <a:gd name="connsiteY239" fmla="*/ 2189213 h 2323145"/>
              <a:gd name="connsiteX240" fmla="*/ 1494279 w 11269336"/>
              <a:gd name="connsiteY240" fmla="*/ 2183112 h 2323145"/>
              <a:gd name="connsiteX241" fmla="*/ 1473714 w 11269336"/>
              <a:gd name="connsiteY241" fmla="*/ 2179625 h 2323145"/>
              <a:gd name="connsiteX242" fmla="*/ 1449503 w 11269336"/>
              <a:gd name="connsiteY242" fmla="*/ 2182633 h 2323145"/>
              <a:gd name="connsiteX243" fmla="*/ 1266687 w 11269336"/>
              <a:gd name="connsiteY243" fmla="*/ 2212688 h 2323145"/>
              <a:gd name="connsiteX244" fmla="*/ 1239614 w 11269336"/>
              <a:gd name="connsiteY244" fmla="*/ 2209727 h 2323145"/>
              <a:gd name="connsiteX245" fmla="*/ 1202436 w 11269336"/>
              <a:gd name="connsiteY245" fmla="*/ 2209817 h 2323145"/>
              <a:gd name="connsiteX246" fmla="*/ 1136097 w 11269336"/>
              <a:gd name="connsiteY246" fmla="*/ 2205112 h 2323145"/>
              <a:gd name="connsiteX247" fmla="*/ 988232 w 11269336"/>
              <a:gd name="connsiteY247" fmla="*/ 2235635 h 2323145"/>
              <a:gd name="connsiteX248" fmla="*/ 981959 w 11269336"/>
              <a:gd name="connsiteY248" fmla="*/ 2231607 h 2323145"/>
              <a:gd name="connsiteX249" fmla="*/ 938600 w 11269336"/>
              <a:gd name="connsiteY249" fmla="*/ 2238113 h 2323145"/>
              <a:gd name="connsiteX250" fmla="*/ 791788 w 11269336"/>
              <a:gd name="connsiteY250" fmla="*/ 2293224 h 2323145"/>
              <a:gd name="connsiteX251" fmla="*/ 706914 w 11269336"/>
              <a:gd name="connsiteY251" fmla="*/ 2305046 h 2323145"/>
              <a:gd name="connsiteX252" fmla="*/ 675971 w 11269336"/>
              <a:gd name="connsiteY252" fmla="*/ 2304030 h 2323145"/>
              <a:gd name="connsiteX253" fmla="*/ 624180 w 11269336"/>
              <a:gd name="connsiteY253" fmla="*/ 2302650 h 2323145"/>
              <a:gd name="connsiteX254" fmla="*/ 583453 w 11269336"/>
              <a:gd name="connsiteY254" fmla="*/ 2288788 h 2323145"/>
              <a:gd name="connsiteX255" fmla="*/ 540946 w 11269336"/>
              <a:gd name="connsiteY255" fmla="*/ 2292721 h 2323145"/>
              <a:gd name="connsiteX256" fmla="*/ 533680 w 11269336"/>
              <a:gd name="connsiteY256" fmla="*/ 2310233 h 2323145"/>
              <a:gd name="connsiteX257" fmla="*/ 487366 w 11269336"/>
              <a:gd name="connsiteY257" fmla="*/ 2309053 h 2323145"/>
              <a:gd name="connsiteX258" fmla="*/ 416820 w 11269336"/>
              <a:gd name="connsiteY258" fmla="*/ 2305443 h 2323145"/>
              <a:gd name="connsiteX259" fmla="*/ 376805 w 11269336"/>
              <a:gd name="connsiteY259" fmla="*/ 2307647 h 2323145"/>
              <a:gd name="connsiteX260" fmla="*/ 266777 w 11269336"/>
              <a:gd name="connsiteY260" fmla="*/ 2309012 h 2323145"/>
              <a:gd name="connsiteX261" fmla="*/ 156013 w 11269336"/>
              <a:gd name="connsiteY261" fmla="*/ 2306832 h 2323145"/>
              <a:gd name="connsiteX262" fmla="*/ 87258 w 11269336"/>
              <a:gd name="connsiteY262" fmla="*/ 2285511 h 2323145"/>
              <a:gd name="connsiteX263" fmla="*/ 23798 w 11269336"/>
              <a:gd name="connsiteY263" fmla="*/ 2281822 h 2323145"/>
              <a:gd name="connsiteX264" fmla="*/ 0 w 11269336"/>
              <a:gd name="connsiteY264" fmla="*/ 2285369 h 2323145"/>
              <a:gd name="connsiteX265" fmla="*/ 0 w 11269336"/>
              <a:gd name="connsiteY265"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263254 w 11269336"/>
              <a:gd name="connsiteY20" fmla="*/ 645662 h 2323145"/>
              <a:gd name="connsiteX21" fmla="*/ 9162278 w 11269336"/>
              <a:gd name="connsiteY21" fmla="*/ 704724 h 2323145"/>
              <a:gd name="connsiteX22" fmla="*/ 8977138 w 11269336"/>
              <a:gd name="connsiteY22" fmla="*/ 774970 h 2323145"/>
              <a:gd name="connsiteX23" fmla="*/ 9070855 w 11269336"/>
              <a:gd name="connsiteY23" fmla="*/ 794621 h 2323145"/>
              <a:gd name="connsiteX24" fmla="*/ 8914746 w 11269336"/>
              <a:gd name="connsiteY24" fmla="*/ 826428 h 2323145"/>
              <a:gd name="connsiteX25" fmla="*/ 8917778 w 11269336"/>
              <a:gd name="connsiteY25" fmla="*/ 835198 h 2323145"/>
              <a:gd name="connsiteX26" fmla="*/ 8905560 w 11269336"/>
              <a:gd name="connsiteY26" fmla="*/ 838358 h 2323145"/>
              <a:gd name="connsiteX27" fmla="*/ 8897564 w 11269336"/>
              <a:gd name="connsiteY27" fmla="*/ 834287 h 2323145"/>
              <a:gd name="connsiteX28" fmla="*/ 8878040 w 11269336"/>
              <a:gd name="connsiteY28" fmla="*/ 844150 h 2323145"/>
              <a:gd name="connsiteX29" fmla="*/ 8795998 w 11269336"/>
              <a:gd name="connsiteY29" fmla="*/ 863337 h 2323145"/>
              <a:gd name="connsiteX30" fmla="*/ 8776970 w 11269336"/>
              <a:gd name="connsiteY30" fmla="*/ 885177 h 2323145"/>
              <a:gd name="connsiteX31" fmla="*/ 8755719 w 11269336"/>
              <a:gd name="connsiteY31" fmla="*/ 889754 h 2323145"/>
              <a:gd name="connsiteX32" fmla="*/ 8743257 w 11269336"/>
              <a:gd name="connsiteY32" fmla="*/ 904723 h 2323145"/>
              <a:gd name="connsiteX33" fmla="*/ 8721366 w 11269336"/>
              <a:gd name="connsiteY33" fmla="*/ 904711 h 2323145"/>
              <a:gd name="connsiteX34" fmla="*/ 8678353 w 11269336"/>
              <a:gd name="connsiteY34" fmla="*/ 926318 h 2323145"/>
              <a:gd name="connsiteX35" fmla="*/ 8636849 w 11269336"/>
              <a:gd name="connsiteY35" fmla="*/ 937900 h 2323145"/>
              <a:gd name="connsiteX36" fmla="*/ 8620213 w 11269336"/>
              <a:gd name="connsiteY36" fmla="*/ 943068 h 2323145"/>
              <a:gd name="connsiteX37" fmla="*/ 8612581 w 11269336"/>
              <a:gd name="connsiteY37" fmla="*/ 952695 h 2323145"/>
              <a:gd name="connsiteX38" fmla="*/ 8589038 w 11269336"/>
              <a:gd name="connsiteY38" fmla="*/ 963892 h 2323145"/>
              <a:gd name="connsiteX39" fmla="*/ 8579950 w 11269336"/>
              <a:gd name="connsiteY39" fmla="*/ 960899 h 2323145"/>
              <a:gd name="connsiteX40" fmla="*/ 8579319 w 11269336"/>
              <a:gd name="connsiteY40" fmla="*/ 965630 h 2323145"/>
              <a:gd name="connsiteX41" fmla="*/ 8547429 w 11269336"/>
              <a:gd name="connsiteY41" fmla="*/ 984506 h 2323145"/>
              <a:gd name="connsiteX42" fmla="*/ 8478704 w 11269336"/>
              <a:gd name="connsiteY42" fmla="*/ 1025490 h 2323145"/>
              <a:gd name="connsiteX43" fmla="*/ 8461421 w 11269336"/>
              <a:gd name="connsiteY43" fmla="*/ 1035512 h 2323145"/>
              <a:gd name="connsiteX44" fmla="*/ 8445003 w 11269336"/>
              <a:gd name="connsiteY44" fmla="*/ 1036851 h 2323145"/>
              <a:gd name="connsiteX45" fmla="*/ 8357350 w 11269336"/>
              <a:gd name="connsiteY45" fmla="*/ 1060213 h 2323145"/>
              <a:gd name="connsiteX46" fmla="*/ 8335565 w 11269336"/>
              <a:gd name="connsiteY46" fmla="*/ 1061151 h 2323145"/>
              <a:gd name="connsiteX47" fmla="*/ 8325267 w 11269336"/>
              <a:gd name="connsiteY47" fmla="*/ 1055919 h 2323145"/>
              <a:gd name="connsiteX48" fmla="*/ 8293586 w 11269336"/>
              <a:gd name="connsiteY48" fmla="*/ 1076144 h 2323145"/>
              <a:gd name="connsiteX49" fmla="*/ 8242405 w 11269336"/>
              <a:gd name="connsiteY49" fmla="*/ 1095960 h 2323145"/>
              <a:gd name="connsiteX50" fmla="*/ 8197391 w 11269336"/>
              <a:gd name="connsiteY50" fmla="*/ 1107746 h 2323145"/>
              <a:gd name="connsiteX51" fmla="*/ 8081474 w 11269336"/>
              <a:gd name="connsiteY51" fmla="*/ 1130125 h 2323145"/>
              <a:gd name="connsiteX52" fmla="*/ 8053585 w 11269336"/>
              <a:gd name="connsiteY52" fmla="*/ 1129169 h 2323145"/>
              <a:gd name="connsiteX53" fmla="*/ 8038422 w 11269336"/>
              <a:gd name="connsiteY53" fmla="*/ 1119092 h 2323145"/>
              <a:gd name="connsiteX54" fmla="*/ 8029450 w 11269336"/>
              <a:gd name="connsiteY54" fmla="*/ 1125592 h 2323145"/>
              <a:gd name="connsiteX55" fmla="*/ 7959552 w 11269336"/>
              <a:gd name="connsiteY55" fmla="*/ 1140188 h 2323145"/>
              <a:gd name="connsiteX56" fmla="*/ 7914188 w 11269336"/>
              <a:gd name="connsiteY56" fmla="*/ 1150862 h 2323145"/>
              <a:gd name="connsiteX57" fmla="*/ 7914918 w 11269336"/>
              <a:gd name="connsiteY57" fmla="*/ 1168758 h 2323145"/>
              <a:gd name="connsiteX58" fmla="*/ 7875510 w 11269336"/>
              <a:gd name="connsiteY58" fmla="*/ 1183153 h 2323145"/>
              <a:gd name="connsiteX59" fmla="*/ 7829932 w 11269336"/>
              <a:gd name="connsiteY59" fmla="*/ 1180782 h 2323145"/>
              <a:gd name="connsiteX60" fmla="*/ 7779182 w 11269336"/>
              <a:gd name="connsiteY60" fmla="*/ 1192665 h 2323145"/>
              <a:gd name="connsiteX61" fmla="*/ 7748774 w 11269336"/>
              <a:gd name="connsiteY61" fmla="*/ 1199586 h 2323145"/>
              <a:gd name="connsiteX62" fmla="*/ 7671846 w 11269336"/>
              <a:gd name="connsiteY62" fmla="*/ 1231966 h 2323145"/>
              <a:gd name="connsiteX63" fmla="*/ 7554146 w 11269336"/>
              <a:gd name="connsiteY63" fmla="*/ 1319748 h 2323145"/>
              <a:gd name="connsiteX64" fmla="*/ 7515052 w 11269336"/>
              <a:gd name="connsiteY64" fmla="*/ 1336718 h 2323145"/>
              <a:gd name="connsiteX65" fmla="*/ 7507193 w 11269336"/>
              <a:gd name="connsiteY65" fmla="*/ 1334617 h 2323145"/>
              <a:gd name="connsiteX66" fmla="*/ 7461694 w 11269336"/>
              <a:gd name="connsiteY66" fmla="*/ 1375866 h 2323145"/>
              <a:gd name="connsiteX67" fmla="*/ 7377571 w 11269336"/>
              <a:gd name="connsiteY67" fmla="*/ 1400128 h 2323145"/>
              <a:gd name="connsiteX68" fmla="*/ 7311261 w 11269336"/>
              <a:gd name="connsiteY68" fmla="*/ 1412652 h 2323145"/>
              <a:gd name="connsiteX69" fmla="*/ 7275307 w 11269336"/>
              <a:gd name="connsiteY69" fmla="*/ 1422171 h 2323145"/>
              <a:gd name="connsiteX70" fmla="*/ 7247783 w 11269336"/>
              <a:gd name="connsiteY70" fmla="*/ 1426330 h 2323145"/>
              <a:gd name="connsiteX71" fmla="*/ 7185047 w 11269336"/>
              <a:gd name="connsiteY71" fmla="*/ 1451812 h 2323145"/>
              <a:gd name="connsiteX72" fmla="*/ 7084117 w 11269336"/>
              <a:gd name="connsiteY72" fmla="*/ 1500281 h 2323145"/>
              <a:gd name="connsiteX73" fmla="*/ 7062011 w 11269336"/>
              <a:gd name="connsiteY73" fmla="*/ 1509183 h 2323145"/>
              <a:gd name="connsiteX74" fmla="*/ 7040555 w 11269336"/>
              <a:gd name="connsiteY74" fmla="*/ 1511207 h 2323145"/>
              <a:gd name="connsiteX75" fmla="*/ 7033438 w 11269336"/>
              <a:gd name="connsiteY75" fmla="*/ 1506772 h 2323145"/>
              <a:gd name="connsiteX76" fmla="*/ 7020886 w 11269336"/>
              <a:gd name="connsiteY76" fmla="*/ 1510764 h 2323145"/>
              <a:gd name="connsiteX77" fmla="*/ 7017033 w 11269336"/>
              <a:gd name="connsiteY77" fmla="*/ 1510650 h 2323145"/>
              <a:gd name="connsiteX78" fmla="*/ 6995460 w 11269336"/>
              <a:gd name="connsiteY78" fmla="*/ 1511173 h 2323145"/>
              <a:gd name="connsiteX79" fmla="*/ 6962144 w 11269336"/>
              <a:gd name="connsiteY79" fmla="*/ 1541508 h 2323145"/>
              <a:gd name="connsiteX80" fmla="*/ 6910674 w 11269336"/>
              <a:gd name="connsiteY80" fmla="*/ 1554793 h 2323145"/>
              <a:gd name="connsiteX81" fmla="*/ 6732152 w 11269336"/>
              <a:gd name="connsiteY81" fmla="*/ 1642538 h 2323145"/>
              <a:gd name="connsiteX82" fmla="*/ 6694106 w 11269336"/>
              <a:gd name="connsiteY82" fmla="*/ 1632377 h 2323145"/>
              <a:gd name="connsiteX83" fmla="*/ 6617223 w 11269336"/>
              <a:gd name="connsiteY83" fmla="*/ 1659889 h 2323145"/>
              <a:gd name="connsiteX84" fmla="*/ 6521138 w 11269336"/>
              <a:gd name="connsiteY84" fmla="*/ 1744340 h 2323145"/>
              <a:gd name="connsiteX85" fmla="*/ 6380677 w 11269336"/>
              <a:gd name="connsiteY85" fmla="*/ 1796883 h 2323145"/>
              <a:gd name="connsiteX86" fmla="*/ 6374897 w 11269336"/>
              <a:gd name="connsiteY86" fmla="*/ 1809910 h 2323145"/>
              <a:gd name="connsiteX87" fmla="*/ 6364545 w 11269336"/>
              <a:gd name="connsiteY87" fmla="*/ 1820090 h 2323145"/>
              <a:gd name="connsiteX88" fmla="*/ 6362126 w 11269336"/>
              <a:gd name="connsiteY88" fmla="*/ 1819991 h 2323145"/>
              <a:gd name="connsiteX89" fmla="*/ 6346673 w 11269336"/>
              <a:gd name="connsiteY89" fmla="*/ 1827824 h 2323145"/>
              <a:gd name="connsiteX90" fmla="*/ 6345588 w 11269336"/>
              <a:gd name="connsiteY90" fmla="*/ 1832232 h 2323145"/>
              <a:gd name="connsiteX91" fmla="*/ 6335708 w 11269336"/>
              <a:gd name="connsiteY91" fmla="*/ 1838451 h 2323145"/>
              <a:gd name="connsiteX92" fmla="*/ 6318182 w 11269336"/>
              <a:gd name="connsiteY92" fmla="*/ 1852975 h 2323145"/>
              <a:gd name="connsiteX93" fmla="*/ 6313084 w 11269336"/>
              <a:gd name="connsiteY93" fmla="*/ 1853561 h 2323145"/>
              <a:gd name="connsiteX94" fmla="*/ 6283816 w 11269336"/>
              <a:gd name="connsiteY94" fmla="*/ 1872148 h 2323145"/>
              <a:gd name="connsiteX95" fmla="*/ 6282550 w 11269336"/>
              <a:gd name="connsiteY95" fmla="*/ 1871392 h 2323145"/>
              <a:gd name="connsiteX96" fmla="*/ 6270527 w 11269336"/>
              <a:gd name="connsiteY96" fmla="*/ 1872208 h 2323145"/>
              <a:gd name="connsiteX97" fmla="*/ 6249518 w 11269336"/>
              <a:gd name="connsiteY97" fmla="*/ 1876079 h 2323145"/>
              <a:gd name="connsiteX98" fmla="*/ 6190386 w 11269336"/>
              <a:gd name="connsiteY98" fmla="*/ 1872478 h 2323145"/>
              <a:gd name="connsiteX99" fmla="*/ 6159777 w 11269336"/>
              <a:gd name="connsiteY99" fmla="*/ 1891745 h 2323145"/>
              <a:gd name="connsiteX100" fmla="*/ 6153131 w 11269336"/>
              <a:gd name="connsiteY100" fmla="*/ 1895079 h 2323145"/>
              <a:gd name="connsiteX101" fmla="*/ 6152798 w 11269336"/>
              <a:gd name="connsiteY101" fmla="*/ 1894920 h 2323145"/>
              <a:gd name="connsiteX102" fmla="*/ 6145388 w 11269336"/>
              <a:gd name="connsiteY102" fmla="*/ 1897990 h 2323145"/>
              <a:gd name="connsiteX103" fmla="*/ 6141014 w 11269336"/>
              <a:gd name="connsiteY103" fmla="*/ 1901155 h 2323145"/>
              <a:gd name="connsiteX104" fmla="*/ 6128122 w 11269336"/>
              <a:gd name="connsiteY104" fmla="*/ 1907623 h 2323145"/>
              <a:gd name="connsiteX105" fmla="*/ 6122351 w 11269336"/>
              <a:gd name="connsiteY105" fmla="*/ 1908359 h 2323145"/>
              <a:gd name="connsiteX106" fmla="*/ 6064750 w 11269336"/>
              <a:gd name="connsiteY106" fmla="*/ 1896394 h 2323145"/>
              <a:gd name="connsiteX107" fmla="*/ 5964230 w 11269336"/>
              <a:gd name="connsiteY107" fmla="*/ 1910038 h 2323145"/>
              <a:gd name="connsiteX108" fmla="*/ 5865399 w 11269336"/>
              <a:gd name="connsiteY108" fmla="*/ 1926966 h 2323145"/>
              <a:gd name="connsiteX109" fmla="*/ 5829951 w 11269336"/>
              <a:gd name="connsiteY109" fmla="*/ 1934755 h 2323145"/>
              <a:gd name="connsiteX110" fmla="*/ 5765285 w 11269336"/>
              <a:gd name="connsiteY110" fmla="*/ 1941322 h 2323145"/>
              <a:gd name="connsiteX111" fmla="*/ 5734750 w 11269336"/>
              <a:gd name="connsiteY111" fmla="*/ 1939793 h 2323145"/>
              <a:gd name="connsiteX112" fmla="*/ 5733569 w 11269336"/>
              <a:gd name="connsiteY112" fmla="*/ 1940505 h 2323145"/>
              <a:gd name="connsiteX113" fmla="*/ 5730329 w 11269336"/>
              <a:gd name="connsiteY113" fmla="*/ 1937845 h 2323145"/>
              <a:gd name="connsiteX114" fmla="*/ 5724661 w 11269336"/>
              <a:gd name="connsiteY114" fmla="*/ 1937455 h 2323145"/>
              <a:gd name="connsiteX115" fmla="*/ 5710186 w 11269336"/>
              <a:gd name="connsiteY115" fmla="*/ 1941370 h 2323145"/>
              <a:gd name="connsiteX116" fmla="*/ 5704910 w 11269336"/>
              <a:gd name="connsiteY116" fmla="*/ 1943663 h 2323145"/>
              <a:gd name="connsiteX117" fmla="*/ 5696836 w 11269336"/>
              <a:gd name="connsiteY117" fmla="*/ 1945271 h 2323145"/>
              <a:gd name="connsiteX118" fmla="*/ 5696583 w 11269336"/>
              <a:gd name="connsiteY118" fmla="*/ 1945050 h 2323145"/>
              <a:gd name="connsiteX119" fmla="*/ 5689123 w 11269336"/>
              <a:gd name="connsiteY119" fmla="*/ 1947067 h 2323145"/>
              <a:gd name="connsiteX120" fmla="*/ 5653291 w 11269336"/>
              <a:gd name="connsiteY120" fmla="*/ 1960245 h 2323145"/>
              <a:gd name="connsiteX121" fmla="*/ 5599385 w 11269336"/>
              <a:gd name="connsiteY121" fmla="*/ 1945198 h 2323145"/>
              <a:gd name="connsiteX122" fmla="*/ 5578300 w 11269336"/>
              <a:gd name="connsiteY122" fmla="*/ 1944963 h 2323145"/>
              <a:gd name="connsiteX123" fmla="*/ 5566758 w 11269336"/>
              <a:gd name="connsiteY123" fmla="*/ 1943441 h 2323145"/>
              <a:gd name="connsiteX124" fmla="*/ 5565857 w 11269336"/>
              <a:gd name="connsiteY124" fmla="*/ 1942445 h 2323145"/>
              <a:gd name="connsiteX125" fmla="*/ 5531534 w 11269336"/>
              <a:gd name="connsiteY125" fmla="*/ 1955208 h 2323145"/>
              <a:gd name="connsiteX126" fmla="*/ 5526552 w 11269336"/>
              <a:gd name="connsiteY126" fmla="*/ 1954799 h 2323145"/>
              <a:gd name="connsiteX127" fmla="*/ 5504723 w 11269336"/>
              <a:gd name="connsiteY127" fmla="*/ 1965811 h 2323145"/>
              <a:gd name="connsiteX128" fmla="*/ 5493156 w 11269336"/>
              <a:gd name="connsiteY128" fmla="*/ 1970063 h 2323145"/>
              <a:gd name="connsiteX129" fmla="*/ 5490486 w 11269336"/>
              <a:gd name="connsiteY129" fmla="*/ 1974227 h 2323145"/>
              <a:gd name="connsiteX130" fmla="*/ 5473107 w 11269336"/>
              <a:gd name="connsiteY130" fmla="*/ 1979001 h 2323145"/>
              <a:gd name="connsiteX131" fmla="*/ 5470885 w 11269336"/>
              <a:gd name="connsiteY131" fmla="*/ 1978432 h 2323145"/>
              <a:gd name="connsiteX132" fmla="*/ 5457393 w 11269336"/>
              <a:gd name="connsiteY132" fmla="*/ 1986525 h 2323145"/>
              <a:gd name="connsiteX133" fmla="*/ 5447102 w 11269336"/>
              <a:gd name="connsiteY133" fmla="*/ 1998329 h 2323145"/>
              <a:gd name="connsiteX134" fmla="*/ 5159151 w 11269336"/>
              <a:gd name="connsiteY134" fmla="*/ 2029640 h 2323145"/>
              <a:gd name="connsiteX135" fmla="*/ 5041688 w 11269336"/>
              <a:gd name="connsiteY135" fmla="*/ 2022334 h 2323145"/>
              <a:gd name="connsiteX136" fmla="*/ 4860988 w 11269336"/>
              <a:gd name="connsiteY136" fmla="*/ 2135698 h 2323145"/>
              <a:gd name="connsiteX137" fmla="*/ 4807902 w 11269336"/>
              <a:gd name="connsiteY137" fmla="*/ 2138894 h 2323145"/>
              <a:gd name="connsiteX138" fmla="*/ 4765388 w 11269336"/>
              <a:gd name="connsiteY138" fmla="*/ 2162525 h 2323145"/>
              <a:gd name="connsiteX139" fmla="*/ 4745033 w 11269336"/>
              <a:gd name="connsiteY139" fmla="*/ 2158859 h 2323145"/>
              <a:gd name="connsiteX140" fmla="*/ 4741475 w 11269336"/>
              <a:gd name="connsiteY140" fmla="*/ 2157998 h 2323145"/>
              <a:gd name="connsiteX141" fmla="*/ 4728247 w 11269336"/>
              <a:gd name="connsiteY141" fmla="*/ 2159526 h 2323145"/>
              <a:gd name="connsiteX142" fmla="*/ 4723263 w 11269336"/>
              <a:gd name="connsiteY142" fmla="*/ 2153742 h 2323145"/>
              <a:gd name="connsiteX143" fmla="*/ 4702453 w 11269336"/>
              <a:gd name="connsiteY143" fmla="*/ 2151586 h 2323145"/>
              <a:gd name="connsiteX144" fmla="*/ 4678455 w 11269336"/>
              <a:gd name="connsiteY144" fmla="*/ 2156131 h 2323145"/>
              <a:gd name="connsiteX145" fmla="*/ 4593061 w 11269336"/>
              <a:gd name="connsiteY145" fmla="*/ 2171597 h 2323145"/>
              <a:gd name="connsiteX146" fmla="*/ 4579902 w 11269336"/>
              <a:gd name="connsiteY146" fmla="*/ 2177927 h 2323145"/>
              <a:gd name="connsiteX147" fmla="*/ 4533444 w 11269336"/>
              <a:gd name="connsiteY147" fmla="*/ 2181200 h 2323145"/>
              <a:gd name="connsiteX148" fmla="*/ 4492832 w 11269336"/>
              <a:gd name="connsiteY148" fmla="*/ 2188033 h 2323145"/>
              <a:gd name="connsiteX149" fmla="*/ 4467257 w 11269336"/>
              <a:gd name="connsiteY149" fmla="*/ 2196121 h 2323145"/>
              <a:gd name="connsiteX150" fmla="*/ 4459937 w 11269336"/>
              <a:gd name="connsiteY150" fmla="*/ 2195182 h 2323145"/>
              <a:gd name="connsiteX151" fmla="*/ 4433312 w 11269336"/>
              <a:gd name="connsiteY151" fmla="*/ 2199004 h 2323145"/>
              <a:gd name="connsiteX152" fmla="*/ 4420601 w 11269336"/>
              <a:gd name="connsiteY152" fmla="*/ 2205158 h 2323145"/>
              <a:gd name="connsiteX153" fmla="*/ 4405765 w 11269336"/>
              <a:gd name="connsiteY153" fmla="*/ 2199902 h 2323145"/>
              <a:gd name="connsiteX154" fmla="*/ 4401354 w 11269336"/>
              <a:gd name="connsiteY154" fmla="*/ 2194745 h 2323145"/>
              <a:gd name="connsiteX155" fmla="*/ 4383151 w 11269336"/>
              <a:gd name="connsiteY155" fmla="*/ 2201140 h 2323145"/>
              <a:gd name="connsiteX156" fmla="*/ 4366646 w 11269336"/>
              <a:gd name="connsiteY156" fmla="*/ 2198564 h 2323145"/>
              <a:gd name="connsiteX157" fmla="*/ 4354009 w 11269336"/>
              <a:gd name="connsiteY157" fmla="*/ 2204984 h 2323145"/>
              <a:gd name="connsiteX158" fmla="*/ 4348284 w 11269336"/>
              <a:gd name="connsiteY158" fmla="*/ 2205270 h 2323145"/>
              <a:gd name="connsiteX159" fmla="*/ 4333906 w 11269336"/>
              <a:gd name="connsiteY159" fmla="*/ 2205251 h 2323145"/>
              <a:gd name="connsiteX160" fmla="*/ 4308819 w 11269336"/>
              <a:gd name="connsiteY160" fmla="*/ 2203822 h 2323145"/>
              <a:gd name="connsiteX161" fmla="*/ 4301210 w 11269336"/>
              <a:gd name="connsiteY161" fmla="*/ 2204456 h 2323145"/>
              <a:gd name="connsiteX162" fmla="*/ 4283095 w 11269336"/>
              <a:gd name="connsiteY162" fmla="*/ 2198177 h 2323145"/>
              <a:gd name="connsiteX163" fmla="*/ 4250119 w 11269336"/>
              <a:gd name="connsiteY163" fmla="*/ 2196342 h 2323145"/>
              <a:gd name="connsiteX164" fmla="*/ 4189203 w 11269336"/>
              <a:gd name="connsiteY164" fmla="*/ 2178994 h 2323145"/>
              <a:gd name="connsiteX165" fmla="*/ 4154035 w 11269336"/>
              <a:gd name="connsiteY165" fmla="*/ 2171950 h 2323145"/>
              <a:gd name="connsiteX166" fmla="*/ 4129569 w 11269336"/>
              <a:gd name="connsiteY166" fmla="*/ 2163850 h 2323145"/>
              <a:gd name="connsiteX167" fmla="*/ 4061250 w 11269336"/>
              <a:gd name="connsiteY167" fmla="*/ 2159236 h 2323145"/>
              <a:gd name="connsiteX168" fmla="*/ 3945480 w 11269336"/>
              <a:gd name="connsiteY168" fmla="*/ 2158279 h 2323145"/>
              <a:gd name="connsiteX169" fmla="*/ 3921468 w 11269336"/>
              <a:gd name="connsiteY169" fmla="*/ 2156588 h 2323145"/>
              <a:gd name="connsiteX170" fmla="*/ 3903348 w 11269336"/>
              <a:gd name="connsiteY170" fmla="*/ 2149220 h 2323145"/>
              <a:gd name="connsiteX171" fmla="*/ 3901342 w 11269336"/>
              <a:gd name="connsiteY171" fmla="*/ 2142355 h 2323145"/>
              <a:gd name="connsiteX172" fmla="*/ 3888539 w 11269336"/>
              <a:gd name="connsiteY172" fmla="*/ 2140476 h 2323145"/>
              <a:gd name="connsiteX173" fmla="*/ 3885662 w 11269336"/>
              <a:gd name="connsiteY173" fmla="*/ 2138740 h 2323145"/>
              <a:gd name="connsiteX174" fmla="*/ 3868627 w 11269336"/>
              <a:gd name="connsiteY174" fmla="*/ 2130023 h 2323145"/>
              <a:gd name="connsiteX175" fmla="*/ 3819177 w 11269336"/>
              <a:gd name="connsiteY175" fmla="*/ 2142111 h 2323145"/>
              <a:gd name="connsiteX176" fmla="*/ 3769100 w 11269336"/>
              <a:gd name="connsiteY176" fmla="*/ 2131731 h 2323145"/>
              <a:gd name="connsiteX177" fmla="*/ 3562752 w 11269336"/>
              <a:gd name="connsiteY177" fmla="*/ 2131785 h 2323145"/>
              <a:gd name="connsiteX178" fmla="*/ 3541402 w 11269336"/>
              <a:gd name="connsiteY178" fmla="*/ 2106821 h 2323145"/>
              <a:gd name="connsiteX179" fmla="*/ 3365341 w 11269336"/>
              <a:gd name="connsiteY179" fmla="*/ 2077638 h 2323145"/>
              <a:gd name="connsiteX180" fmla="*/ 3170922 w 11269336"/>
              <a:gd name="connsiteY180" fmla="*/ 2115957 h 2323145"/>
              <a:gd name="connsiteX181" fmla="*/ 3156256 w 11269336"/>
              <a:gd name="connsiteY181" fmla="*/ 2124773 h 2323145"/>
              <a:gd name="connsiteX182" fmla="*/ 3140298 w 11269336"/>
              <a:gd name="connsiteY182" fmla="*/ 2129182 h 2323145"/>
              <a:gd name="connsiteX183" fmla="*/ 3138514 w 11269336"/>
              <a:gd name="connsiteY183" fmla="*/ 2128069 h 2323145"/>
              <a:gd name="connsiteX184" fmla="*/ 3120467 w 11269336"/>
              <a:gd name="connsiteY184" fmla="*/ 2128281 h 2323145"/>
              <a:gd name="connsiteX185" fmla="*/ 3116175 w 11269336"/>
              <a:gd name="connsiteY185" fmla="*/ 2131633 h 2323145"/>
              <a:gd name="connsiteX186" fmla="*/ 3103685 w 11269336"/>
              <a:gd name="connsiteY186" fmla="*/ 2132814 h 2323145"/>
              <a:gd name="connsiteX187" fmla="*/ 3078794 w 11269336"/>
              <a:gd name="connsiteY187" fmla="*/ 2137935 h 2323145"/>
              <a:gd name="connsiteX188" fmla="*/ 3074407 w 11269336"/>
              <a:gd name="connsiteY188" fmla="*/ 2136274 h 2323145"/>
              <a:gd name="connsiteX189" fmla="*/ 3037285 w 11269336"/>
              <a:gd name="connsiteY189" fmla="*/ 2139919 h 2323145"/>
              <a:gd name="connsiteX190" fmla="*/ 3036901 w 11269336"/>
              <a:gd name="connsiteY190" fmla="*/ 2138726 h 2323145"/>
              <a:gd name="connsiteX191" fmla="*/ 3026996 w 11269336"/>
              <a:gd name="connsiteY191" fmla="*/ 2134322 h 2323145"/>
              <a:gd name="connsiteX192" fmla="*/ 3007772 w 11269336"/>
              <a:gd name="connsiteY192" fmla="*/ 2128742 h 2323145"/>
              <a:gd name="connsiteX193" fmla="*/ 2965030 w 11269336"/>
              <a:gd name="connsiteY193" fmla="*/ 2100494 h 2323145"/>
              <a:gd name="connsiteX194" fmla="*/ 2926342 w 11269336"/>
              <a:gd name="connsiteY194" fmla="*/ 2104155 h 2323145"/>
              <a:gd name="connsiteX195" fmla="*/ 2918608 w 11269336"/>
              <a:gd name="connsiteY195" fmla="*/ 2104215 h 2323145"/>
              <a:gd name="connsiteX196" fmla="*/ 2918475 w 11269336"/>
              <a:gd name="connsiteY196" fmla="*/ 2103937 h 2323145"/>
              <a:gd name="connsiteX197" fmla="*/ 2910360 w 11269336"/>
              <a:gd name="connsiteY197" fmla="*/ 2103444 h 2323145"/>
              <a:gd name="connsiteX198" fmla="*/ 2904507 w 11269336"/>
              <a:gd name="connsiteY198" fmla="*/ 2104326 h 2323145"/>
              <a:gd name="connsiteX199" fmla="*/ 2889503 w 11269336"/>
              <a:gd name="connsiteY199" fmla="*/ 2104443 h 2323145"/>
              <a:gd name="connsiteX200" fmla="*/ 2884480 w 11269336"/>
              <a:gd name="connsiteY200" fmla="*/ 2102626 h 2323145"/>
              <a:gd name="connsiteX201" fmla="*/ 2882689 w 11269336"/>
              <a:gd name="connsiteY201" fmla="*/ 2099228 h 2323145"/>
              <a:gd name="connsiteX202" fmla="*/ 2881291 w 11269336"/>
              <a:gd name="connsiteY202" fmla="*/ 2099618 h 2323145"/>
              <a:gd name="connsiteX203" fmla="*/ 2853979 w 11269336"/>
              <a:gd name="connsiteY203" fmla="*/ 2090388 h 2323145"/>
              <a:gd name="connsiteX204" fmla="*/ 2791790 w 11269336"/>
              <a:gd name="connsiteY204" fmla="*/ 2080332 h 2323145"/>
              <a:gd name="connsiteX205" fmla="*/ 2755844 w 11269336"/>
              <a:gd name="connsiteY205" fmla="*/ 2078874 h 2323145"/>
              <a:gd name="connsiteX206" fmla="*/ 2657742 w 11269336"/>
              <a:gd name="connsiteY206" fmla="*/ 2070179 h 2323145"/>
              <a:gd name="connsiteX207" fmla="*/ 2559549 w 11269336"/>
              <a:gd name="connsiteY207" fmla="*/ 2057873 h 2323145"/>
              <a:gd name="connsiteX208" fmla="*/ 2512054 w 11269336"/>
              <a:gd name="connsiteY208" fmla="*/ 2031671 h 2323145"/>
              <a:gd name="connsiteX209" fmla="*/ 2506437 w 11269336"/>
              <a:gd name="connsiteY209" fmla="*/ 2030918 h 2323145"/>
              <a:gd name="connsiteX210" fmla="*/ 2491752 w 11269336"/>
              <a:gd name="connsiteY210" fmla="*/ 2033906 h 2323145"/>
              <a:gd name="connsiteX211" fmla="*/ 2486338 w 11269336"/>
              <a:gd name="connsiteY211" fmla="*/ 2035862 h 2323145"/>
              <a:gd name="connsiteX212" fmla="*/ 2478186 w 11269336"/>
              <a:gd name="connsiteY212" fmla="*/ 2036953 h 2323145"/>
              <a:gd name="connsiteX213" fmla="*/ 2477950 w 11269336"/>
              <a:gd name="connsiteY213" fmla="*/ 2036715 h 2323145"/>
              <a:gd name="connsiteX214" fmla="*/ 2470381 w 11269336"/>
              <a:gd name="connsiteY214" fmla="*/ 2038256 h 2323145"/>
              <a:gd name="connsiteX215" fmla="*/ 2433781 w 11269336"/>
              <a:gd name="connsiteY215" fmla="*/ 2049140 h 2323145"/>
              <a:gd name="connsiteX216" fmla="*/ 2381172 w 11269336"/>
              <a:gd name="connsiteY216" fmla="*/ 2030645 h 2323145"/>
              <a:gd name="connsiteX217" fmla="*/ 2360198 w 11269336"/>
              <a:gd name="connsiteY217" fmla="*/ 2029059 h 2323145"/>
              <a:gd name="connsiteX218" fmla="*/ 2348815 w 11269336"/>
              <a:gd name="connsiteY218" fmla="*/ 2026798 h 2323145"/>
              <a:gd name="connsiteX219" fmla="*/ 2347988 w 11269336"/>
              <a:gd name="connsiteY219" fmla="*/ 2025745 h 2323145"/>
              <a:gd name="connsiteX220" fmla="*/ 2312920 w 11269336"/>
              <a:gd name="connsiteY220" fmla="*/ 2036311 h 2323145"/>
              <a:gd name="connsiteX221" fmla="*/ 2307986 w 11269336"/>
              <a:gd name="connsiteY221" fmla="*/ 2035583 h 2323145"/>
              <a:gd name="connsiteX222" fmla="*/ 2285481 w 11269336"/>
              <a:gd name="connsiteY222" fmla="*/ 2045197 h 2323145"/>
              <a:gd name="connsiteX223" fmla="*/ 2273666 w 11269336"/>
              <a:gd name="connsiteY223" fmla="*/ 2048710 h 2323145"/>
              <a:gd name="connsiteX224" fmla="*/ 2270719 w 11269336"/>
              <a:gd name="connsiteY224" fmla="*/ 2052702 h 2323145"/>
              <a:gd name="connsiteX225" fmla="*/ 2253080 w 11269336"/>
              <a:gd name="connsiteY225" fmla="*/ 2056363 h 2323145"/>
              <a:gd name="connsiteX226" fmla="*/ 2250906 w 11269336"/>
              <a:gd name="connsiteY226" fmla="*/ 2055654 h 2323145"/>
              <a:gd name="connsiteX227" fmla="*/ 2236905 w 11269336"/>
              <a:gd name="connsiteY227" fmla="*/ 2062882 h 2323145"/>
              <a:gd name="connsiteX228" fmla="*/ 2225830 w 11269336"/>
              <a:gd name="connsiteY228" fmla="*/ 2074027 h 2323145"/>
              <a:gd name="connsiteX229" fmla="*/ 2073776 w 11269336"/>
              <a:gd name="connsiteY229" fmla="*/ 2089244 h 2323145"/>
              <a:gd name="connsiteX230" fmla="*/ 1948256 w 11269336"/>
              <a:gd name="connsiteY230" fmla="*/ 2146616 h 2323145"/>
              <a:gd name="connsiteX231" fmla="*/ 1865582 w 11269336"/>
              <a:gd name="connsiteY231" fmla="*/ 2153738 h 2323145"/>
              <a:gd name="connsiteX232" fmla="*/ 1835210 w 11269336"/>
              <a:gd name="connsiteY232" fmla="*/ 2134244 h 2323145"/>
              <a:gd name="connsiteX233" fmla="*/ 1632661 w 11269336"/>
              <a:gd name="connsiteY233" fmla="*/ 2173882 h 2323145"/>
              <a:gd name="connsiteX234" fmla="*/ 1579590 w 11269336"/>
              <a:gd name="connsiteY234" fmla="*/ 2173680 h 2323145"/>
              <a:gd name="connsiteX235" fmla="*/ 1535601 w 11269336"/>
              <a:gd name="connsiteY235" fmla="*/ 2194590 h 2323145"/>
              <a:gd name="connsiteX236" fmla="*/ 1515594 w 11269336"/>
              <a:gd name="connsiteY236" fmla="*/ 2189622 h 2323145"/>
              <a:gd name="connsiteX237" fmla="*/ 1512113 w 11269336"/>
              <a:gd name="connsiteY237" fmla="*/ 2188534 h 2323145"/>
              <a:gd name="connsiteX238" fmla="*/ 1498838 w 11269336"/>
              <a:gd name="connsiteY238" fmla="*/ 2189213 h 2323145"/>
              <a:gd name="connsiteX239" fmla="*/ 1494279 w 11269336"/>
              <a:gd name="connsiteY239" fmla="*/ 2183112 h 2323145"/>
              <a:gd name="connsiteX240" fmla="*/ 1473714 w 11269336"/>
              <a:gd name="connsiteY240" fmla="*/ 2179625 h 2323145"/>
              <a:gd name="connsiteX241" fmla="*/ 1449503 w 11269336"/>
              <a:gd name="connsiteY241" fmla="*/ 2182633 h 2323145"/>
              <a:gd name="connsiteX242" fmla="*/ 1266687 w 11269336"/>
              <a:gd name="connsiteY242" fmla="*/ 2212688 h 2323145"/>
              <a:gd name="connsiteX243" fmla="*/ 1239614 w 11269336"/>
              <a:gd name="connsiteY243" fmla="*/ 2209727 h 2323145"/>
              <a:gd name="connsiteX244" fmla="*/ 1202436 w 11269336"/>
              <a:gd name="connsiteY244" fmla="*/ 2209817 h 2323145"/>
              <a:gd name="connsiteX245" fmla="*/ 1136097 w 11269336"/>
              <a:gd name="connsiteY245" fmla="*/ 2205112 h 2323145"/>
              <a:gd name="connsiteX246" fmla="*/ 988232 w 11269336"/>
              <a:gd name="connsiteY246" fmla="*/ 2235635 h 2323145"/>
              <a:gd name="connsiteX247" fmla="*/ 981959 w 11269336"/>
              <a:gd name="connsiteY247" fmla="*/ 2231607 h 2323145"/>
              <a:gd name="connsiteX248" fmla="*/ 938600 w 11269336"/>
              <a:gd name="connsiteY248" fmla="*/ 2238113 h 2323145"/>
              <a:gd name="connsiteX249" fmla="*/ 791788 w 11269336"/>
              <a:gd name="connsiteY249" fmla="*/ 2293224 h 2323145"/>
              <a:gd name="connsiteX250" fmla="*/ 706914 w 11269336"/>
              <a:gd name="connsiteY250" fmla="*/ 2305046 h 2323145"/>
              <a:gd name="connsiteX251" fmla="*/ 675971 w 11269336"/>
              <a:gd name="connsiteY251" fmla="*/ 2304030 h 2323145"/>
              <a:gd name="connsiteX252" fmla="*/ 624180 w 11269336"/>
              <a:gd name="connsiteY252" fmla="*/ 2302650 h 2323145"/>
              <a:gd name="connsiteX253" fmla="*/ 583453 w 11269336"/>
              <a:gd name="connsiteY253" fmla="*/ 2288788 h 2323145"/>
              <a:gd name="connsiteX254" fmla="*/ 540946 w 11269336"/>
              <a:gd name="connsiteY254" fmla="*/ 2292721 h 2323145"/>
              <a:gd name="connsiteX255" fmla="*/ 533680 w 11269336"/>
              <a:gd name="connsiteY255" fmla="*/ 2310233 h 2323145"/>
              <a:gd name="connsiteX256" fmla="*/ 487366 w 11269336"/>
              <a:gd name="connsiteY256" fmla="*/ 2309053 h 2323145"/>
              <a:gd name="connsiteX257" fmla="*/ 416820 w 11269336"/>
              <a:gd name="connsiteY257" fmla="*/ 2305443 h 2323145"/>
              <a:gd name="connsiteX258" fmla="*/ 376805 w 11269336"/>
              <a:gd name="connsiteY258" fmla="*/ 2307647 h 2323145"/>
              <a:gd name="connsiteX259" fmla="*/ 266777 w 11269336"/>
              <a:gd name="connsiteY259" fmla="*/ 2309012 h 2323145"/>
              <a:gd name="connsiteX260" fmla="*/ 156013 w 11269336"/>
              <a:gd name="connsiteY260" fmla="*/ 2306832 h 2323145"/>
              <a:gd name="connsiteX261" fmla="*/ 87258 w 11269336"/>
              <a:gd name="connsiteY261" fmla="*/ 2285511 h 2323145"/>
              <a:gd name="connsiteX262" fmla="*/ 23798 w 11269336"/>
              <a:gd name="connsiteY262" fmla="*/ 2281822 h 2323145"/>
              <a:gd name="connsiteX263" fmla="*/ 0 w 11269336"/>
              <a:gd name="connsiteY263" fmla="*/ 2285369 h 2323145"/>
              <a:gd name="connsiteX264" fmla="*/ 0 w 11269336"/>
              <a:gd name="connsiteY264"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263254 w 11269336"/>
              <a:gd name="connsiteY20" fmla="*/ 645662 h 2323145"/>
              <a:gd name="connsiteX21" fmla="*/ 9162278 w 11269336"/>
              <a:gd name="connsiteY21" fmla="*/ 704724 h 2323145"/>
              <a:gd name="connsiteX22" fmla="*/ 8977138 w 11269336"/>
              <a:gd name="connsiteY22" fmla="*/ 774970 h 2323145"/>
              <a:gd name="connsiteX23" fmla="*/ 8914746 w 11269336"/>
              <a:gd name="connsiteY23" fmla="*/ 826428 h 2323145"/>
              <a:gd name="connsiteX24" fmla="*/ 8917778 w 11269336"/>
              <a:gd name="connsiteY24" fmla="*/ 835198 h 2323145"/>
              <a:gd name="connsiteX25" fmla="*/ 8905560 w 11269336"/>
              <a:gd name="connsiteY25" fmla="*/ 838358 h 2323145"/>
              <a:gd name="connsiteX26" fmla="*/ 8897564 w 11269336"/>
              <a:gd name="connsiteY26" fmla="*/ 834287 h 2323145"/>
              <a:gd name="connsiteX27" fmla="*/ 8878040 w 11269336"/>
              <a:gd name="connsiteY27" fmla="*/ 844150 h 2323145"/>
              <a:gd name="connsiteX28" fmla="*/ 8795998 w 11269336"/>
              <a:gd name="connsiteY28" fmla="*/ 863337 h 2323145"/>
              <a:gd name="connsiteX29" fmla="*/ 8776970 w 11269336"/>
              <a:gd name="connsiteY29" fmla="*/ 885177 h 2323145"/>
              <a:gd name="connsiteX30" fmla="*/ 8755719 w 11269336"/>
              <a:gd name="connsiteY30" fmla="*/ 889754 h 2323145"/>
              <a:gd name="connsiteX31" fmla="*/ 8743257 w 11269336"/>
              <a:gd name="connsiteY31" fmla="*/ 904723 h 2323145"/>
              <a:gd name="connsiteX32" fmla="*/ 8721366 w 11269336"/>
              <a:gd name="connsiteY32" fmla="*/ 904711 h 2323145"/>
              <a:gd name="connsiteX33" fmla="*/ 8678353 w 11269336"/>
              <a:gd name="connsiteY33" fmla="*/ 926318 h 2323145"/>
              <a:gd name="connsiteX34" fmla="*/ 8636849 w 11269336"/>
              <a:gd name="connsiteY34" fmla="*/ 937900 h 2323145"/>
              <a:gd name="connsiteX35" fmla="*/ 8620213 w 11269336"/>
              <a:gd name="connsiteY35" fmla="*/ 943068 h 2323145"/>
              <a:gd name="connsiteX36" fmla="*/ 8612581 w 11269336"/>
              <a:gd name="connsiteY36" fmla="*/ 952695 h 2323145"/>
              <a:gd name="connsiteX37" fmla="*/ 8589038 w 11269336"/>
              <a:gd name="connsiteY37" fmla="*/ 963892 h 2323145"/>
              <a:gd name="connsiteX38" fmla="*/ 8579950 w 11269336"/>
              <a:gd name="connsiteY38" fmla="*/ 960899 h 2323145"/>
              <a:gd name="connsiteX39" fmla="*/ 8579319 w 11269336"/>
              <a:gd name="connsiteY39" fmla="*/ 965630 h 2323145"/>
              <a:gd name="connsiteX40" fmla="*/ 8547429 w 11269336"/>
              <a:gd name="connsiteY40" fmla="*/ 984506 h 2323145"/>
              <a:gd name="connsiteX41" fmla="*/ 8478704 w 11269336"/>
              <a:gd name="connsiteY41" fmla="*/ 1025490 h 2323145"/>
              <a:gd name="connsiteX42" fmla="*/ 8461421 w 11269336"/>
              <a:gd name="connsiteY42" fmla="*/ 1035512 h 2323145"/>
              <a:gd name="connsiteX43" fmla="*/ 8445003 w 11269336"/>
              <a:gd name="connsiteY43" fmla="*/ 1036851 h 2323145"/>
              <a:gd name="connsiteX44" fmla="*/ 8357350 w 11269336"/>
              <a:gd name="connsiteY44" fmla="*/ 1060213 h 2323145"/>
              <a:gd name="connsiteX45" fmla="*/ 8335565 w 11269336"/>
              <a:gd name="connsiteY45" fmla="*/ 1061151 h 2323145"/>
              <a:gd name="connsiteX46" fmla="*/ 8325267 w 11269336"/>
              <a:gd name="connsiteY46" fmla="*/ 1055919 h 2323145"/>
              <a:gd name="connsiteX47" fmla="*/ 8293586 w 11269336"/>
              <a:gd name="connsiteY47" fmla="*/ 1076144 h 2323145"/>
              <a:gd name="connsiteX48" fmla="*/ 8242405 w 11269336"/>
              <a:gd name="connsiteY48" fmla="*/ 1095960 h 2323145"/>
              <a:gd name="connsiteX49" fmla="*/ 8197391 w 11269336"/>
              <a:gd name="connsiteY49" fmla="*/ 1107746 h 2323145"/>
              <a:gd name="connsiteX50" fmla="*/ 8081474 w 11269336"/>
              <a:gd name="connsiteY50" fmla="*/ 1130125 h 2323145"/>
              <a:gd name="connsiteX51" fmla="*/ 8053585 w 11269336"/>
              <a:gd name="connsiteY51" fmla="*/ 1129169 h 2323145"/>
              <a:gd name="connsiteX52" fmla="*/ 8038422 w 11269336"/>
              <a:gd name="connsiteY52" fmla="*/ 1119092 h 2323145"/>
              <a:gd name="connsiteX53" fmla="*/ 8029450 w 11269336"/>
              <a:gd name="connsiteY53" fmla="*/ 1125592 h 2323145"/>
              <a:gd name="connsiteX54" fmla="*/ 7959552 w 11269336"/>
              <a:gd name="connsiteY54" fmla="*/ 1140188 h 2323145"/>
              <a:gd name="connsiteX55" fmla="*/ 7914188 w 11269336"/>
              <a:gd name="connsiteY55" fmla="*/ 1150862 h 2323145"/>
              <a:gd name="connsiteX56" fmla="*/ 7914918 w 11269336"/>
              <a:gd name="connsiteY56" fmla="*/ 1168758 h 2323145"/>
              <a:gd name="connsiteX57" fmla="*/ 7875510 w 11269336"/>
              <a:gd name="connsiteY57" fmla="*/ 1183153 h 2323145"/>
              <a:gd name="connsiteX58" fmla="*/ 7829932 w 11269336"/>
              <a:gd name="connsiteY58" fmla="*/ 1180782 h 2323145"/>
              <a:gd name="connsiteX59" fmla="*/ 7779182 w 11269336"/>
              <a:gd name="connsiteY59" fmla="*/ 1192665 h 2323145"/>
              <a:gd name="connsiteX60" fmla="*/ 7748774 w 11269336"/>
              <a:gd name="connsiteY60" fmla="*/ 1199586 h 2323145"/>
              <a:gd name="connsiteX61" fmla="*/ 7671846 w 11269336"/>
              <a:gd name="connsiteY61" fmla="*/ 1231966 h 2323145"/>
              <a:gd name="connsiteX62" fmla="*/ 7554146 w 11269336"/>
              <a:gd name="connsiteY62" fmla="*/ 1319748 h 2323145"/>
              <a:gd name="connsiteX63" fmla="*/ 7515052 w 11269336"/>
              <a:gd name="connsiteY63" fmla="*/ 1336718 h 2323145"/>
              <a:gd name="connsiteX64" fmla="*/ 7507193 w 11269336"/>
              <a:gd name="connsiteY64" fmla="*/ 1334617 h 2323145"/>
              <a:gd name="connsiteX65" fmla="*/ 7461694 w 11269336"/>
              <a:gd name="connsiteY65" fmla="*/ 1375866 h 2323145"/>
              <a:gd name="connsiteX66" fmla="*/ 7377571 w 11269336"/>
              <a:gd name="connsiteY66" fmla="*/ 1400128 h 2323145"/>
              <a:gd name="connsiteX67" fmla="*/ 7311261 w 11269336"/>
              <a:gd name="connsiteY67" fmla="*/ 1412652 h 2323145"/>
              <a:gd name="connsiteX68" fmla="*/ 7275307 w 11269336"/>
              <a:gd name="connsiteY68" fmla="*/ 1422171 h 2323145"/>
              <a:gd name="connsiteX69" fmla="*/ 7247783 w 11269336"/>
              <a:gd name="connsiteY69" fmla="*/ 1426330 h 2323145"/>
              <a:gd name="connsiteX70" fmla="*/ 7185047 w 11269336"/>
              <a:gd name="connsiteY70" fmla="*/ 1451812 h 2323145"/>
              <a:gd name="connsiteX71" fmla="*/ 7084117 w 11269336"/>
              <a:gd name="connsiteY71" fmla="*/ 1500281 h 2323145"/>
              <a:gd name="connsiteX72" fmla="*/ 7062011 w 11269336"/>
              <a:gd name="connsiteY72" fmla="*/ 1509183 h 2323145"/>
              <a:gd name="connsiteX73" fmla="*/ 7040555 w 11269336"/>
              <a:gd name="connsiteY73" fmla="*/ 1511207 h 2323145"/>
              <a:gd name="connsiteX74" fmla="*/ 7033438 w 11269336"/>
              <a:gd name="connsiteY74" fmla="*/ 1506772 h 2323145"/>
              <a:gd name="connsiteX75" fmla="*/ 7020886 w 11269336"/>
              <a:gd name="connsiteY75" fmla="*/ 1510764 h 2323145"/>
              <a:gd name="connsiteX76" fmla="*/ 7017033 w 11269336"/>
              <a:gd name="connsiteY76" fmla="*/ 1510650 h 2323145"/>
              <a:gd name="connsiteX77" fmla="*/ 6995460 w 11269336"/>
              <a:gd name="connsiteY77" fmla="*/ 1511173 h 2323145"/>
              <a:gd name="connsiteX78" fmla="*/ 6962144 w 11269336"/>
              <a:gd name="connsiteY78" fmla="*/ 1541508 h 2323145"/>
              <a:gd name="connsiteX79" fmla="*/ 6910674 w 11269336"/>
              <a:gd name="connsiteY79" fmla="*/ 1554793 h 2323145"/>
              <a:gd name="connsiteX80" fmla="*/ 6732152 w 11269336"/>
              <a:gd name="connsiteY80" fmla="*/ 1642538 h 2323145"/>
              <a:gd name="connsiteX81" fmla="*/ 6694106 w 11269336"/>
              <a:gd name="connsiteY81" fmla="*/ 1632377 h 2323145"/>
              <a:gd name="connsiteX82" fmla="*/ 6617223 w 11269336"/>
              <a:gd name="connsiteY82" fmla="*/ 1659889 h 2323145"/>
              <a:gd name="connsiteX83" fmla="*/ 6521138 w 11269336"/>
              <a:gd name="connsiteY83" fmla="*/ 1744340 h 2323145"/>
              <a:gd name="connsiteX84" fmla="*/ 6380677 w 11269336"/>
              <a:gd name="connsiteY84" fmla="*/ 1796883 h 2323145"/>
              <a:gd name="connsiteX85" fmla="*/ 6374897 w 11269336"/>
              <a:gd name="connsiteY85" fmla="*/ 1809910 h 2323145"/>
              <a:gd name="connsiteX86" fmla="*/ 6364545 w 11269336"/>
              <a:gd name="connsiteY86" fmla="*/ 1820090 h 2323145"/>
              <a:gd name="connsiteX87" fmla="*/ 6362126 w 11269336"/>
              <a:gd name="connsiteY87" fmla="*/ 1819991 h 2323145"/>
              <a:gd name="connsiteX88" fmla="*/ 6346673 w 11269336"/>
              <a:gd name="connsiteY88" fmla="*/ 1827824 h 2323145"/>
              <a:gd name="connsiteX89" fmla="*/ 6345588 w 11269336"/>
              <a:gd name="connsiteY89" fmla="*/ 1832232 h 2323145"/>
              <a:gd name="connsiteX90" fmla="*/ 6335708 w 11269336"/>
              <a:gd name="connsiteY90" fmla="*/ 1838451 h 2323145"/>
              <a:gd name="connsiteX91" fmla="*/ 6318182 w 11269336"/>
              <a:gd name="connsiteY91" fmla="*/ 1852975 h 2323145"/>
              <a:gd name="connsiteX92" fmla="*/ 6313084 w 11269336"/>
              <a:gd name="connsiteY92" fmla="*/ 1853561 h 2323145"/>
              <a:gd name="connsiteX93" fmla="*/ 6283816 w 11269336"/>
              <a:gd name="connsiteY93" fmla="*/ 1872148 h 2323145"/>
              <a:gd name="connsiteX94" fmla="*/ 6282550 w 11269336"/>
              <a:gd name="connsiteY94" fmla="*/ 1871392 h 2323145"/>
              <a:gd name="connsiteX95" fmla="*/ 6270527 w 11269336"/>
              <a:gd name="connsiteY95" fmla="*/ 1872208 h 2323145"/>
              <a:gd name="connsiteX96" fmla="*/ 6249518 w 11269336"/>
              <a:gd name="connsiteY96" fmla="*/ 1876079 h 2323145"/>
              <a:gd name="connsiteX97" fmla="*/ 6190386 w 11269336"/>
              <a:gd name="connsiteY97" fmla="*/ 1872478 h 2323145"/>
              <a:gd name="connsiteX98" fmla="*/ 6159777 w 11269336"/>
              <a:gd name="connsiteY98" fmla="*/ 1891745 h 2323145"/>
              <a:gd name="connsiteX99" fmla="*/ 6153131 w 11269336"/>
              <a:gd name="connsiteY99" fmla="*/ 1895079 h 2323145"/>
              <a:gd name="connsiteX100" fmla="*/ 6152798 w 11269336"/>
              <a:gd name="connsiteY100" fmla="*/ 1894920 h 2323145"/>
              <a:gd name="connsiteX101" fmla="*/ 6145388 w 11269336"/>
              <a:gd name="connsiteY101" fmla="*/ 1897990 h 2323145"/>
              <a:gd name="connsiteX102" fmla="*/ 6141014 w 11269336"/>
              <a:gd name="connsiteY102" fmla="*/ 1901155 h 2323145"/>
              <a:gd name="connsiteX103" fmla="*/ 6128122 w 11269336"/>
              <a:gd name="connsiteY103" fmla="*/ 1907623 h 2323145"/>
              <a:gd name="connsiteX104" fmla="*/ 6122351 w 11269336"/>
              <a:gd name="connsiteY104" fmla="*/ 1908359 h 2323145"/>
              <a:gd name="connsiteX105" fmla="*/ 6064750 w 11269336"/>
              <a:gd name="connsiteY105" fmla="*/ 1896394 h 2323145"/>
              <a:gd name="connsiteX106" fmla="*/ 5964230 w 11269336"/>
              <a:gd name="connsiteY106" fmla="*/ 1910038 h 2323145"/>
              <a:gd name="connsiteX107" fmla="*/ 5865399 w 11269336"/>
              <a:gd name="connsiteY107" fmla="*/ 1926966 h 2323145"/>
              <a:gd name="connsiteX108" fmla="*/ 5829951 w 11269336"/>
              <a:gd name="connsiteY108" fmla="*/ 1934755 h 2323145"/>
              <a:gd name="connsiteX109" fmla="*/ 5765285 w 11269336"/>
              <a:gd name="connsiteY109" fmla="*/ 1941322 h 2323145"/>
              <a:gd name="connsiteX110" fmla="*/ 5734750 w 11269336"/>
              <a:gd name="connsiteY110" fmla="*/ 1939793 h 2323145"/>
              <a:gd name="connsiteX111" fmla="*/ 5733569 w 11269336"/>
              <a:gd name="connsiteY111" fmla="*/ 1940505 h 2323145"/>
              <a:gd name="connsiteX112" fmla="*/ 5730329 w 11269336"/>
              <a:gd name="connsiteY112" fmla="*/ 1937845 h 2323145"/>
              <a:gd name="connsiteX113" fmla="*/ 5724661 w 11269336"/>
              <a:gd name="connsiteY113" fmla="*/ 1937455 h 2323145"/>
              <a:gd name="connsiteX114" fmla="*/ 5710186 w 11269336"/>
              <a:gd name="connsiteY114" fmla="*/ 1941370 h 2323145"/>
              <a:gd name="connsiteX115" fmla="*/ 5704910 w 11269336"/>
              <a:gd name="connsiteY115" fmla="*/ 1943663 h 2323145"/>
              <a:gd name="connsiteX116" fmla="*/ 5696836 w 11269336"/>
              <a:gd name="connsiteY116" fmla="*/ 1945271 h 2323145"/>
              <a:gd name="connsiteX117" fmla="*/ 5696583 w 11269336"/>
              <a:gd name="connsiteY117" fmla="*/ 1945050 h 2323145"/>
              <a:gd name="connsiteX118" fmla="*/ 5689123 w 11269336"/>
              <a:gd name="connsiteY118" fmla="*/ 1947067 h 2323145"/>
              <a:gd name="connsiteX119" fmla="*/ 5653291 w 11269336"/>
              <a:gd name="connsiteY119" fmla="*/ 1960245 h 2323145"/>
              <a:gd name="connsiteX120" fmla="*/ 5599385 w 11269336"/>
              <a:gd name="connsiteY120" fmla="*/ 1945198 h 2323145"/>
              <a:gd name="connsiteX121" fmla="*/ 5578300 w 11269336"/>
              <a:gd name="connsiteY121" fmla="*/ 1944963 h 2323145"/>
              <a:gd name="connsiteX122" fmla="*/ 5566758 w 11269336"/>
              <a:gd name="connsiteY122" fmla="*/ 1943441 h 2323145"/>
              <a:gd name="connsiteX123" fmla="*/ 5565857 w 11269336"/>
              <a:gd name="connsiteY123" fmla="*/ 1942445 h 2323145"/>
              <a:gd name="connsiteX124" fmla="*/ 5531534 w 11269336"/>
              <a:gd name="connsiteY124" fmla="*/ 1955208 h 2323145"/>
              <a:gd name="connsiteX125" fmla="*/ 5526552 w 11269336"/>
              <a:gd name="connsiteY125" fmla="*/ 1954799 h 2323145"/>
              <a:gd name="connsiteX126" fmla="*/ 5504723 w 11269336"/>
              <a:gd name="connsiteY126" fmla="*/ 1965811 h 2323145"/>
              <a:gd name="connsiteX127" fmla="*/ 5493156 w 11269336"/>
              <a:gd name="connsiteY127" fmla="*/ 1970063 h 2323145"/>
              <a:gd name="connsiteX128" fmla="*/ 5490486 w 11269336"/>
              <a:gd name="connsiteY128" fmla="*/ 1974227 h 2323145"/>
              <a:gd name="connsiteX129" fmla="*/ 5473107 w 11269336"/>
              <a:gd name="connsiteY129" fmla="*/ 1979001 h 2323145"/>
              <a:gd name="connsiteX130" fmla="*/ 5470885 w 11269336"/>
              <a:gd name="connsiteY130" fmla="*/ 1978432 h 2323145"/>
              <a:gd name="connsiteX131" fmla="*/ 5457393 w 11269336"/>
              <a:gd name="connsiteY131" fmla="*/ 1986525 h 2323145"/>
              <a:gd name="connsiteX132" fmla="*/ 5447102 w 11269336"/>
              <a:gd name="connsiteY132" fmla="*/ 1998329 h 2323145"/>
              <a:gd name="connsiteX133" fmla="*/ 5159151 w 11269336"/>
              <a:gd name="connsiteY133" fmla="*/ 2029640 h 2323145"/>
              <a:gd name="connsiteX134" fmla="*/ 5041688 w 11269336"/>
              <a:gd name="connsiteY134" fmla="*/ 2022334 h 2323145"/>
              <a:gd name="connsiteX135" fmla="*/ 4860988 w 11269336"/>
              <a:gd name="connsiteY135" fmla="*/ 2135698 h 2323145"/>
              <a:gd name="connsiteX136" fmla="*/ 4807902 w 11269336"/>
              <a:gd name="connsiteY136" fmla="*/ 2138894 h 2323145"/>
              <a:gd name="connsiteX137" fmla="*/ 4765388 w 11269336"/>
              <a:gd name="connsiteY137" fmla="*/ 2162525 h 2323145"/>
              <a:gd name="connsiteX138" fmla="*/ 4745033 w 11269336"/>
              <a:gd name="connsiteY138" fmla="*/ 2158859 h 2323145"/>
              <a:gd name="connsiteX139" fmla="*/ 4741475 w 11269336"/>
              <a:gd name="connsiteY139" fmla="*/ 2157998 h 2323145"/>
              <a:gd name="connsiteX140" fmla="*/ 4728247 w 11269336"/>
              <a:gd name="connsiteY140" fmla="*/ 2159526 h 2323145"/>
              <a:gd name="connsiteX141" fmla="*/ 4723263 w 11269336"/>
              <a:gd name="connsiteY141" fmla="*/ 2153742 h 2323145"/>
              <a:gd name="connsiteX142" fmla="*/ 4702453 w 11269336"/>
              <a:gd name="connsiteY142" fmla="*/ 2151586 h 2323145"/>
              <a:gd name="connsiteX143" fmla="*/ 4678455 w 11269336"/>
              <a:gd name="connsiteY143" fmla="*/ 2156131 h 2323145"/>
              <a:gd name="connsiteX144" fmla="*/ 4593061 w 11269336"/>
              <a:gd name="connsiteY144" fmla="*/ 2171597 h 2323145"/>
              <a:gd name="connsiteX145" fmla="*/ 4579902 w 11269336"/>
              <a:gd name="connsiteY145" fmla="*/ 2177927 h 2323145"/>
              <a:gd name="connsiteX146" fmla="*/ 4533444 w 11269336"/>
              <a:gd name="connsiteY146" fmla="*/ 2181200 h 2323145"/>
              <a:gd name="connsiteX147" fmla="*/ 4492832 w 11269336"/>
              <a:gd name="connsiteY147" fmla="*/ 2188033 h 2323145"/>
              <a:gd name="connsiteX148" fmla="*/ 4467257 w 11269336"/>
              <a:gd name="connsiteY148" fmla="*/ 2196121 h 2323145"/>
              <a:gd name="connsiteX149" fmla="*/ 4459937 w 11269336"/>
              <a:gd name="connsiteY149" fmla="*/ 2195182 h 2323145"/>
              <a:gd name="connsiteX150" fmla="*/ 4433312 w 11269336"/>
              <a:gd name="connsiteY150" fmla="*/ 2199004 h 2323145"/>
              <a:gd name="connsiteX151" fmla="*/ 4420601 w 11269336"/>
              <a:gd name="connsiteY151" fmla="*/ 2205158 h 2323145"/>
              <a:gd name="connsiteX152" fmla="*/ 4405765 w 11269336"/>
              <a:gd name="connsiteY152" fmla="*/ 2199902 h 2323145"/>
              <a:gd name="connsiteX153" fmla="*/ 4401354 w 11269336"/>
              <a:gd name="connsiteY153" fmla="*/ 2194745 h 2323145"/>
              <a:gd name="connsiteX154" fmla="*/ 4383151 w 11269336"/>
              <a:gd name="connsiteY154" fmla="*/ 2201140 h 2323145"/>
              <a:gd name="connsiteX155" fmla="*/ 4366646 w 11269336"/>
              <a:gd name="connsiteY155" fmla="*/ 2198564 h 2323145"/>
              <a:gd name="connsiteX156" fmla="*/ 4354009 w 11269336"/>
              <a:gd name="connsiteY156" fmla="*/ 2204984 h 2323145"/>
              <a:gd name="connsiteX157" fmla="*/ 4348284 w 11269336"/>
              <a:gd name="connsiteY157" fmla="*/ 2205270 h 2323145"/>
              <a:gd name="connsiteX158" fmla="*/ 4333906 w 11269336"/>
              <a:gd name="connsiteY158" fmla="*/ 2205251 h 2323145"/>
              <a:gd name="connsiteX159" fmla="*/ 4308819 w 11269336"/>
              <a:gd name="connsiteY159" fmla="*/ 2203822 h 2323145"/>
              <a:gd name="connsiteX160" fmla="*/ 4301210 w 11269336"/>
              <a:gd name="connsiteY160" fmla="*/ 2204456 h 2323145"/>
              <a:gd name="connsiteX161" fmla="*/ 4283095 w 11269336"/>
              <a:gd name="connsiteY161" fmla="*/ 2198177 h 2323145"/>
              <a:gd name="connsiteX162" fmla="*/ 4250119 w 11269336"/>
              <a:gd name="connsiteY162" fmla="*/ 2196342 h 2323145"/>
              <a:gd name="connsiteX163" fmla="*/ 4189203 w 11269336"/>
              <a:gd name="connsiteY163" fmla="*/ 2178994 h 2323145"/>
              <a:gd name="connsiteX164" fmla="*/ 4154035 w 11269336"/>
              <a:gd name="connsiteY164" fmla="*/ 2171950 h 2323145"/>
              <a:gd name="connsiteX165" fmla="*/ 4129569 w 11269336"/>
              <a:gd name="connsiteY165" fmla="*/ 2163850 h 2323145"/>
              <a:gd name="connsiteX166" fmla="*/ 4061250 w 11269336"/>
              <a:gd name="connsiteY166" fmla="*/ 2159236 h 2323145"/>
              <a:gd name="connsiteX167" fmla="*/ 3945480 w 11269336"/>
              <a:gd name="connsiteY167" fmla="*/ 2158279 h 2323145"/>
              <a:gd name="connsiteX168" fmla="*/ 3921468 w 11269336"/>
              <a:gd name="connsiteY168" fmla="*/ 2156588 h 2323145"/>
              <a:gd name="connsiteX169" fmla="*/ 3903348 w 11269336"/>
              <a:gd name="connsiteY169" fmla="*/ 2149220 h 2323145"/>
              <a:gd name="connsiteX170" fmla="*/ 3901342 w 11269336"/>
              <a:gd name="connsiteY170" fmla="*/ 2142355 h 2323145"/>
              <a:gd name="connsiteX171" fmla="*/ 3888539 w 11269336"/>
              <a:gd name="connsiteY171" fmla="*/ 2140476 h 2323145"/>
              <a:gd name="connsiteX172" fmla="*/ 3885662 w 11269336"/>
              <a:gd name="connsiteY172" fmla="*/ 2138740 h 2323145"/>
              <a:gd name="connsiteX173" fmla="*/ 3868627 w 11269336"/>
              <a:gd name="connsiteY173" fmla="*/ 2130023 h 2323145"/>
              <a:gd name="connsiteX174" fmla="*/ 3819177 w 11269336"/>
              <a:gd name="connsiteY174" fmla="*/ 2142111 h 2323145"/>
              <a:gd name="connsiteX175" fmla="*/ 3769100 w 11269336"/>
              <a:gd name="connsiteY175" fmla="*/ 2131731 h 2323145"/>
              <a:gd name="connsiteX176" fmla="*/ 3562752 w 11269336"/>
              <a:gd name="connsiteY176" fmla="*/ 2131785 h 2323145"/>
              <a:gd name="connsiteX177" fmla="*/ 3541402 w 11269336"/>
              <a:gd name="connsiteY177" fmla="*/ 2106821 h 2323145"/>
              <a:gd name="connsiteX178" fmla="*/ 3365341 w 11269336"/>
              <a:gd name="connsiteY178" fmla="*/ 2077638 h 2323145"/>
              <a:gd name="connsiteX179" fmla="*/ 3170922 w 11269336"/>
              <a:gd name="connsiteY179" fmla="*/ 2115957 h 2323145"/>
              <a:gd name="connsiteX180" fmla="*/ 3156256 w 11269336"/>
              <a:gd name="connsiteY180" fmla="*/ 2124773 h 2323145"/>
              <a:gd name="connsiteX181" fmla="*/ 3140298 w 11269336"/>
              <a:gd name="connsiteY181" fmla="*/ 2129182 h 2323145"/>
              <a:gd name="connsiteX182" fmla="*/ 3138514 w 11269336"/>
              <a:gd name="connsiteY182" fmla="*/ 2128069 h 2323145"/>
              <a:gd name="connsiteX183" fmla="*/ 3120467 w 11269336"/>
              <a:gd name="connsiteY183" fmla="*/ 2128281 h 2323145"/>
              <a:gd name="connsiteX184" fmla="*/ 3116175 w 11269336"/>
              <a:gd name="connsiteY184" fmla="*/ 2131633 h 2323145"/>
              <a:gd name="connsiteX185" fmla="*/ 3103685 w 11269336"/>
              <a:gd name="connsiteY185" fmla="*/ 2132814 h 2323145"/>
              <a:gd name="connsiteX186" fmla="*/ 3078794 w 11269336"/>
              <a:gd name="connsiteY186" fmla="*/ 2137935 h 2323145"/>
              <a:gd name="connsiteX187" fmla="*/ 3074407 w 11269336"/>
              <a:gd name="connsiteY187" fmla="*/ 2136274 h 2323145"/>
              <a:gd name="connsiteX188" fmla="*/ 3037285 w 11269336"/>
              <a:gd name="connsiteY188" fmla="*/ 2139919 h 2323145"/>
              <a:gd name="connsiteX189" fmla="*/ 3036901 w 11269336"/>
              <a:gd name="connsiteY189" fmla="*/ 2138726 h 2323145"/>
              <a:gd name="connsiteX190" fmla="*/ 3026996 w 11269336"/>
              <a:gd name="connsiteY190" fmla="*/ 2134322 h 2323145"/>
              <a:gd name="connsiteX191" fmla="*/ 3007772 w 11269336"/>
              <a:gd name="connsiteY191" fmla="*/ 2128742 h 2323145"/>
              <a:gd name="connsiteX192" fmla="*/ 2965030 w 11269336"/>
              <a:gd name="connsiteY192" fmla="*/ 2100494 h 2323145"/>
              <a:gd name="connsiteX193" fmla="*/ 2926342 w 11269336"/>
              <a:gd name="connsiteY193" fmla="*/ 2104155 h 2323145"/>
              <a:gd name="connsiteX194" fmla="*/ 2918608 w 11269336"/>
              <a:gd name="connsiteY194" fmla="*/ 2104215 h 2323145"/>
              <a:gd name="connsiteX195" fmla="*/ 2918475 w 11269336"/>
              <a:gd name="connsiteY195" fmla="*/ 2103937 h 2323145"/>
              <a:gd name="connsiteX196" fmla="*/ 2910360 w 11269336"/>
              <a:gd name="connsiteY196" fmla="*/ 2103444 h 2323145"/>
              <a:gd name="connsiteX197" fmla="*/ 2904507 w 11269336"/>
              <a:gd name="connsiteY197" fmla="*/ 2104326 h 2323145"/>
              <a:gd name="connsiteX198" fmla="*/ 2889503 w 11269336"/>
              <a:gd name="connsiteY198" fmla="*/ 2104443 h 2323145"/>
              <a:gd name="connsiteX199" fmla="*/ 2884480 w 11269336"/>
              <a:gd name="connsiteY199" fmla="*/ 2102626 h 2323145"/>
              <a:gd name="connsiteX200" fmla="*/ 2882689 w 11269336"/>
              <a:gd name="connsiteY200" fmla="*/ 2099228 h 2323145"/>
              <a:gd name="connsiteX201" fmla="*/ 2881291 w 11269336"/>
              <a:gd name="connsiteY201" fmla="*/ 2099618 h 2323145"/>
              <a:gd name="connsiteX202" fmla="*/ 2853979 w 11269336"/>
              <a:gd name="connsiteY202" fmla="*/ 2090388 h 2323145"/>
              <a:gd name="connsiteX203" fmla="*/ 2791790 w 11269336"/>
              <a:gd name="connsiteY203" fmla="*/ 2080332 h 2323145"/>
              <a:gd name="connsiteX204" fmla="*/ 2755844 w 11269336"/>
              <a:gd name="connsiteY204" fmla="*/ 2078874 h 2323145"/>
              <a:gd name="connsiteX205" fmla="*/ 2657742 w 11269336"/>
              <a:gd name="connsiteY205" fmla="*/ 2070179 h 2323145"/>
              <a:gd name="connsiteX206" fmla="*/ 2559549 w 11269336"/>
              <a:gd name="connsiteY206" fmla="*/ 2057873 h 2323145"/>
              <a:gd name="connsiteX207" fmla="*/ 2512054 w 11269336"/>
              <a:gd name="connsiteY207" fmla="*/ 2031671 h 2323145"/>
              <a:gd name="connsiteX208" fmla="*/ 2506437 w 11269336"/>
              <a:gd name="connsiteY208" fmla="*/ 2030918 h 2323145"/>
              <a:gd name="connsiteX209" fmla="*/ 2491752 w 11269336"/>
              <a:gd name="connsiteY209" fmla="*/ 2033906 h 2323145"/>
              <a:gd name="connsiteX210" fmla="*/ 2486338 w 11269336"/>
              <a:gd name="connsiteY210" fmla="*/ 2035862 h 2323145"/>
              <a:gd name="connsiteX211" fmla="*/ 2478186 w 11269336"/>
              <a:gd name="connsiteY211" fmla="*/ 2036953 h 2323145"/>
              <a:gd name="connsiteX212" fmla="*/ 2477950 w 11269336"/>
              <a:gd name="connsiteY212" fmla="*/ 2036715 h 2323145"/>
              <a:gd name="connsiteX213" fmla="*/ 2470381 w 11269336"/>
              <a:gd name="connsiteY213" fmla="*/ 2038256 h 2323145"/>
              <a:gd name="connsiteX214" fmla="*/ 2433781 w 11269336"/>
              <a:gd name="connsiteY214" fmla="*/ 2049140 h 2323145"/>
              <a:gd name="connsiteX215" fmla="*/ 2381172 w 11269336"/>
              <a:gd name="connsiteY215" fmla="*/ 2030645 h 2323145"/>
              <a:gd name="connsiteX216" fmla="*/ 2360198 w 11269336"/>
              <a:gd name="connsiteY216" fmla="*/ 2029059 h 2323145"/>
              <a:gd name="connsiteX217" fmla="*/ 2348815 w 11269336"/>
              <a:gd name="connsiteY217" fmla="*/ 2026798 h 2323145"/>
              <a:gd name="connsiteX218" fmla="*/ 2347988 w 11269336"/>
              <a:gd name="connsiteY218" fmla="*/ 2025745 h 2323145"/>
              <a:gd name="connsiteX219" fmla="*/ 2312920 w 11269336"/>
              <a:gd name="connsiteY219" fmla="*/ 2036311 h 2323145"/>
              <a:gd name="connsiteX220" fmla="*/ 2307986 w 11269336"/>
              <a:gd name="connsiteY220" fmla="*/ 2035583 h 2323145"/>
              <a:gd name="connsiteX221" fmla="*/ 2285481 w 11269336"/>
              <a:gd name="connsiteY221" fmla="*/ 2045197 h 2323145"/>
              <a:gd name="connsiteX222" fmla="*/ 2273666 w 11269336"/>
              <a:gd name="connsiteY222" fmla="*/ 2048710 h 2323145"/>
              <a:gd name="connsiteX223" fmla="*/ 2270719 w 11269336"/>
              <a:gd name="connsiteY223" fmla="*/ 2052702 h 2323145"/>
              <a:gd name="connsiteX224" fmla="*/ 2253080 w 11269336"/>
              <a:gd name="connsiteY224" fmla="*/ 2056363 h 2323145"/>
              <a:gd name="connsiteX225" fmla="*/ 2250906 w 11269336"/>
              <a:gd name="connsiteY225" fmla="*/ 2055654 h 2323145"/>
              <a:gd name="connsiteX226" fmla="*/ 2236905 w 11269336"/>
              <a:gd name="connsiteY226" fmla="*/ 2062882 h 2323145"/>
              <a:gd name="connsiteX227" fmla="*/ 2225830 w 11269336"/>
              <a:gd name="connsiteY227" fmla="*/ 2074027 h 2323145"/>
              <a:gd name="connsiteX228" fmla="*/ 2073776 w 11269336"/>
              <a:gd name="connsiteY228" fmla="*/ 2089244 h 2323145"/>
              <a:gd name="connsiteX229" fmla="*/ 1948256 w 11269336"/>
              <a:gd name="connsiteY229" fmla="*/ 2146616 h 2323145"/>
              <a:gd name="connsiteX230" fmla="*/ 1865582 w 11269336"/>
              <a:gd name="connsiteY230" fmla="*/ 2153738 h 2323145"/>
              <a:gd name="connsiteX231" fmla="*/ 1835210 w 11269336"/>
              <a:gd name="connsiteY231" fmla="*/ 2134244 h 2323145"/>
              <a:gd name="connsiteX232" fmla="*/ 1632661 w 11269336"/>
              <a:gd name="connsiteY232" fmla="*/ 2173882 h 2323145"/>
              <a:gd name="connsiteX233" fmla="*/ 1579590 w 11269336"/>
              <a:gd name="connsiteY233" fmla="*/ 2173680 h 2323145"/>
              <a:gd name="connsiteX234" fmla="*/ 1535601 w 11269336"/>
              <a:gd name="connsiteY234" fmla="*/ 2194590 h 2323145"/>
              <a:gd name="connsiteX235" fmla="*/ 1515594 w 11269336"/>
              <a:gd name="connsiteY235" fmla="*/ 2189622 h 2323145"/>
              <a:gd name="connsiteX236" fmla="*/ 1512113 w 11269336"/>
              <a:gd name="connsiteY236" fmla="*/ 2188534 h 2323145"/>
              <a:gd name="connsiteX237" fmla="*/ 1498838 w 11269336"/>
              <a:gd name="connsiteY237" fmla="*/ 2189213 h 2323145"/>
              <a:gd name="connsiteX238" fmla="*/ 1494279 w 11269336"/>
              <a:gd name="connsiteY238" fmla="*/ 2183112 h 2323145"/>
              <a:gd name="connsiteX239" fmla="*/ 1473714 w 11269336"/>
              <a:gd name="connsiteY239" fmla="*/ 2179625 h 2323145"/>
              <a:gd name="connsiteX240" fmla="*/ 1449503 w 11269336"/>
              <a:gd name="connsiteY240" fmla="*/ 2182633 h 2323145"/>
              <a:gd name="connsiteX241" fmla="*/ 1266687 w 11269336"/>
              <a:gd name="connsiteY241" fmla="*/ 2212688 h 2323145"/>
              <a:gd name="connsiteX242" fmla="*/ 1239614 w 11269336"/>
              <a:gd name="connsiteY242" fmla="*/ 2209727 h 2323145"/>
              <a:gd name="connsiteX243" fmla="*/ 1202436 w 11269336"/>
              <a:gd name="connsiteY243" fmla="*/ 2209817 h 2323145"/>
              <a:gd name="connsiteX244" fmla="*/ 1136097 w 11269336"/>
              <a:gd name="connsiteY244" fmla="*/ 2205112 h 2323145"/>
              <a:gd name="connsiteX245" fmla="*/ 988232 w 11269336"/>
              <a:gd name="connsiteY245" fmla="*/ 2235635 h 2323145"/>
              <a:gd name="connsiteX246" fmla="*/ 981959 w 11269336"/>
              <a:gd name="connsiteY246" fmla="*/ 2231607 h 2323145"/>
              <a:gd name="connsiteX247" fmla="*/ 938600 w 11269336"/>
              <a:gd name="connsiteY247" fmla="*/ 2238113 h 2323145"/>
              <a:gd name="connsiteX248" fmla="*/ 791788 w 11269336"/>
              <a:gd name="connsiteY248" fmla="*/ 2293224 h 2323145"/>
              <a:gd name="connsiteX249" fmla="*/ 706914 w 11269336"/>
              <a:gd name="connsiteY249" fmla="*/ 2305046 h 2323145"/>
              <a:gd name="connsiteX250" fmla="*/ 675971 w 11269336"/>
              <a:gd name="connsiteY250" fmla="*/ 2304030 h 2323145"/>
              <a:gd name="connsiteX251" fmla="*/ 624180 w 11269336"/>
              <a:gd name="connsiteY251" fmla="*/ 2302650 h 2323145"/>
              <a:gd name="connsiteX252" fmla="*/ 583453 w 11269336"/>
              <a:gd name="connsiteY252" fmla="*/ 2288788 h 2323145"/>
              <a:gd name="connsiteX253" fmla="*/ 540946 w 11269336"/>
              <a:gd name="connsiteY253" fmla="*/ 2292721 h 2323145"/>
              <a:gd name="connsiteX254" fmla="*/ 533680 w 11269336"/>
              <a:gd name="connsiteY254" fmla="*/ 2310233 h 2323145"/>
              <a:gd name="connsiteX255" fmla="*/ 487366 w 11269336"/>
              <a:gd name="connsiteY255" fmla="*/ 2309053 h 2323145"/>
              <a:gd name="connsiteX256" fmla="*/ 416820 w 11269336"/>
              <a:gd name="connsiteY256" fmla="*/ 2305443 h 2323145"/>
              <a:gd name="connsiteX257" fmla="*/ 376805 w 11269336"/>
              <a:gd name="connsiteY257" fmla="*/ 2307647 h 2323145"/>
              <a:gd name="connsiteX258" fmla="*/ 266777 w 11269336"/>
              <a:gd name="connsiteY258" fmla="*/ 2309012 h 2323145"/>
              <a:gd name="connsiteX259" fmla="*/ 156013 w 11269336"/>
              <a:gd name="connsiteY259" fmla="*/ 2306832 h 2323145"/>
              <a:gd name="connsiteX260" fmla="*/ 87258 w 11269336"/>
              <a:gd name="connsiteY260" fmla="*/ 2285511 h 2323145"/>
              <a:gd name="connsiteX261" fmla="*/ 23798 w 11269336"/>
              <a:gd name="connsiteY261" fmla="*/ 2281822 h 2323145"/>
              <a:gd name="connsiteX262" fmla="*/ 0 w 11269336"/>
              <a:gd name="connsiteY262" fmla="*/ 2285369 h 2323145"/>
              <a:gd name="connsiteX263" fmla="*/ 0 w 11269336"/>
              <a:gd name="connsiteY263"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263254 w 11269336"/>
              <a:gd name="connsiteY20" fmla="*/ 645662 h 2323145"/>
              <a:gd name="connsiteX21" fmla="*/ 9162278 w 11269336"/>
              <a:gd name="connsiteY21" fmla="*/ 704724 h 2323145"/>
              <a:gd name="connsiteX22" fmla="*/ 9062863 w 11269336"/>
              <a:gd name="connsiteY22" fmla="*/ 754656 h 2323145"/>
              <a:gd name="connsiteX23" fmla="*/ 8914746 w 11269336"/>
              <a:gd name="connsiteY23" fmla="*/ 826428 h 2323145"/>
              <a:gd name="connsiteX24" fmla="*/ 8917778 w 11269336"/>
              <a:gd name="connsiteY24" fmla="*/ 835198 h 2323145"/>
              <a:gd name="connsiteX25" fmla="*/ 8905560 w 11269336"/>
              <a:gd name="connsiteY25" fmla="*/ 838358 h 2323145"/>
              <a:gd name="connsiteX26" fmla="*/ 8897564 w 11269336"/>
              <a:gd name="connsiteY26" fmla="*/ 834287 h 2323145"/>
              <a:gd name="connsiteX27" fmla="*/ 8878040 w 11269336"/>
              <a:gd name="connsiteY27" fmla="*/ 844150 h 2323145"/>
              <a:gd name="connsiteX28" fmla="*/ 8795998 w 11269336"/>
              <a:gd name="connsiteY28" fmla="*/ 863337 h 2323145"/>
              <a:gd name="connsiteX29" fmla="*/ 8776970 w 11269336"/>
              <a:gd name="connsiteY29" fmla="*/ 885177 h 2323145"/>
              <a:gd name="connsiteX30" fmla="*/ 8755719 w 11269336"/>
              <a:gd name="connsiteY30" fmla="*/ 889754 h 2323145"/>
              <a:gd name="connsiteX31" fmla="*/ 8743257 w 11269336"/>
              <a:gd name="connsiteY31" fmla="*/ 904723 h 2323145"/>
              <a:gd name="connsiteX32" fmla="*/ 8721366 w 11269336"/>
              <a:gd name="connsiteY32" fmla="*/ 904711 h 2323145"/>
              <a:gd name="connsiteX33" fmla="*/ 8678353 w 11269336"/>
              <a:gd name="connsiteY33" fmla="*/ 926318 h 2323145"/>
              <a:gd name="connsiteX34" fmla="*/ 8636849 w 11269336"/>
              <a:gd name="connsiteY34" fmla="*/ 937900 h 2323145"/>
              <a:gd name="connsiteX35" fmla="*/ 8620213 w 11269336"/>
              <a:gd name="connsiteY35" fmla="*/ 943068 h 2323145"/>
              <a:gd name="connsiteX36" fmla="*/ 8612581 w 11269336"/>
              <a:gd name="connsiteY36" fmla="*/ 952695 h 2323145"/>
              <a:gd name="connsiteX37" fmla="*/ 8589038 w 11269336"/>
              <a:gd name="connsiteY37" fmla="*/ 963892 h 2323145"/>
              <a:gd name="connsiteX38" fmla="*/ 8579950 w 11269336"/>
              <a:gd name="connsiteY38" fmla="*/ 960899 h 2323145"/>
              <a:gd name="connsiteX39" fmla="*/ 8579319 w 11269336"/>
              <a:gd name="connsiteY39" fmla="*/ 965630 h 2323145"/>
              <a:gd name="connsiteX40" fmla="*/ 8547429 w 11269336"/>
              <a:gd name="connsiteY40" fmla="*/ 984506 h 2323145"/>
              <a:gd name="connsiteX41" fmla="*/ 8478704 w 11269336"/>
              <a:gd name="connsiteY41" fmla="*/ 1025490 h 2323145"/>
              <a:gd name="connsiteX42" fmla="*/ 8461421 w 11269336"/>
              <a:gd name="connsiteY42" fmla="*/ 1035512 h 2323145"/>
              <a:gd name="connsiteX43" fmla="*/ 8445003 w 11269336"/>
              <a:gd name="connsiteY43" fmla="*/ 1036851 h 2323145"/>
              <a:gd name="connsiteX44" fmla="*/ 8357350 w 11269336"/>
              <a:gd name="connsiteY44" fmla="*/ 1060213 h 2323145"/>
              <a:gd name="connsiteX45" fmla="*/ 8335565 w 11269336"/>
              <a:gd name="connsiteY45" fmla="*/ 1061151 h 2323145"/>
              <a:gd name="connsiteX46" fmla="*/ 8325267 w 11269336"/>
              <a:gd name="connsiteY46" fmla="*/ 1055919 h 2323145"/>
              <a:gd name="connsiteX47" fmla="*/ 8293586 w 11269336"/>
              <a:gd name="connsiteY47" fmla="*/ 1076144 h 2323145"/>
              <a:gd name="connsiteX48" fmla="*/ 8242405 w 11269336"/>
              <a:gd name="connsiteY48" fmla="*/ 1095960 h 2323145"/>
              <a:gd name="connsiteX49" fmla="*/ 8197391 w 11269336"/>
              <a:gd name="connsiteY49" fmla="*/ 1107746 h 2323145"/>
              <a:gd name="connsiteX50" fmla="*/ 8081474 w 11269336"/>
              <a:gd name="connsiteY50" fmla="*/ 1130125 h 2323145"/>
              <a:gd name="connsiteX51" fmla="*/ 8053585 w 11269336"/>
              <a:gd name="connsiteY51" fmla="*/ 1129169 h 2323145"/>
              <a:gd name="connsiteX52" fmla="*/ 8038422 w 11269336"/>
              <a:gd name="connsiteY52" fmla="*/ 1119092 h 2323145"/>
              <a:gd name="connsiteX53" fmla="*/ 8029450 w 11269336"/>
              <a:gd name="connsiteY53" fmla="*/ 1125592 h 2323145"/>
              <a:gd name="connsiteX54" fmla="*/ 7959552 w 11269336"/>
              <a:gd name="connsiteY54" fmla="*/ 1140188 h 2323145"/>
              <a:gd name="connsiteX55" fmla="*/ 7914188 w 11269336"/>
              <a:gd name="connsiteY55" fmla="*/ 1150862 h 2323145"/>
              <a:gd name="connsiteX56" fmla="*/ 7914918 w 11269336"/>
              <a:gd name="connsiteY56" fmla="*/ 1168758 h 2323145"/>
              <a:gd name="connsiteX57" fmla="*/ 7875510 w 11269336"/>
              <a:gd name="connsiteY57" fmla="*/ 1183153 h 2323145"/>
              <a:gd name="connsiteX58" fmla="*/ 7829932 w 11269336"/>
              <a:gd name="connsiteY58" fmla="*/ 1180782 h 2323145"/>
              <a:gd name="connsiteX59" fmla="*/ 7779182 w 11269336"/>
              <a:gd name="connsiteY59" fmla="*/ 1192665 h 2323145"/>
              <a:gd name="connsiteX60" fmla="*/ 7748774 w 11269336"/>
              <a:gd name="connsiteY60" fmla="*/ 1199586 h 2323145"/>
              <a:gd name="connsiteX61" fmla="*/ 7671846 w 11269336"/>
              <a:gd name="connsiteY61" fmla="*/ 1231966 h 2323145"/>
              <a:gd name="connsiteX62" fmla="*/ 7554146 w 11269336"/>
              <a:gd name="connsiteY62" fmla="*/ 1319748 h 2323145"/>
              <a:gd name="connsiteX63" fmla="*/ 7515052 w 11269336"/>
              <a:gd name="connsiteY63" fmla="*/ 1336718 h 2323145"/>
              <a:gd name="connsiteX64" fmla="*/ 7507193 w 11269336"/>
              <a:gd name="connsiteY64" fmla="*/ 1334617 h 2323145"/>
              <a:gd name="connsiteX65" fmla="*/ 7461694 w 11269336"/>
              <a:gd name="connsiteY65" fmla="*/ 1375866 h 2323145"/>
              <a:gd name="connsiteX66" fmla="*/ 7377571 w 11269336"/>
              <a:gd name="connsiteY66" fmla="*/ 1400128 h 2323145"/>
              <a:gd name="connsiteX67" fmla="*/ 7311261 w 11269336"/>
              <a:gd name="connsiteY67" fmla="*/ 1412652 h 2323145"/>
              <a:gd name="connsiteX68" fmla="*/ 7275307 w 11269336"/>
              <a:gd name="connsiteY68" fmla="*/ 1422171 h 2323145"/>
              <a:gd name="connsiteX69" fmla="*/ 7247783 w 11269336"/>
              <a:gd name="connsiteY69" fmla="*/ 1426330 h 2323145"/>
              <a:gd name="connsiteX70" fmla="*/ 7185047 w 11269336"/>
              <a:gd name="connsiteY70" fmla="*/ 1451812 h 2323145"/>
              <a:gd name="connsiteX71" fmla="*/ 7084117 w 11269336"/>
              <a:gd name="connsiteY71" fmla="*/ 1500281 h 2323145"/>
              <a:gd name="connsiteX72" fmla="*/ 7062011 w 11269336"/>
              <a:gd name="connsiteY72" fmla="*/ 1509183 h 2323145"/>
              <a:gd name="connsiteX73" fmla="*/ 7040555 w 11269336"/>
              <a:gd name="connsiteY73" fmla="*/ 1511207 h 2323145"/>
              <a:gd name="connsiteX74" fmla="*/ 7033438 w 11269336"/>
              <a:gd name="connsiteY74" fmla="*/ 1506772 h 2323145"/>
              <a:gd name="connsiteX75" fmla="*/ 7020886 w 11269336"/>
              <a:gd name="connsiteY75" fmla="*/ 1510764 h 2323145"/>
              <a:gd name="connsiteX76" fmla="*/ 7017033 w 11269336"/>
              <a:gd name="connsiteY76" fmla="*/ 1510650 h 2323145"/>
              <a:gd name="connsiteX77" fmla="*/ 6995460 w 11269336"/>
              <a:gd name="connsiteY77" fmla="*/ 1511173 h 2323145"/>
              <a:gd name="connsiteX78" fmla="*/ 6962144 w 11269336"/>
              <a:gd name="connsiteY78" fmla="*/ 1541508 h 2323145"/>
              <a:gd name="connsiteX79" fmla="*/ 6910674 w 11269336"/>
              <a:gd name="connsiteY79" fmla="*/ 1554793 h 2323145"/>
              <a:gd name="connsiteX80" fmla="*/ 6732152 w 11269336"/>
              <a:gd name="connsiteY80" fmla="*/ 1642538 h 2323145"/>
              <a:gd name="connsiteX81" fmla="*/ 6694106 w 11269336"/>
              <a:gd name="connsiteY81" fmla="*/ 1632377 h 2323145"/>
              <a:gd name="connsiteX82" fmla="*/ 6617223 w 11269336"/>
              <a:gd name="connsiteY82" fmla="*/ 1659889 h 2323145"/>
              <a:gd name="connsiteX83" fmla="*/ 6521138 w 11269336"/>
              <a:gd name="connsiteY83" fmla="*/ 1744340 h 2323145"/>
              <a:gd name="connsiteX84" fmla="*/ 6380677 w 11269336"/>
              <a:gd name="connsiteY84" fmla="*/ 1796883 h 2323145"/>
              <a:gd name="connsiteX85" fmla="*/ 6374897 w 11269336"/>
              <a:gd name="connsiteY85" fmla="*/ 1809910 h 2323145"/>
              <a:gd name="connsiteX86" fmla="*/ 6364545 w 11269336"/>
              <a:gd name="connsiteY86" fmla="*/ 1820090 h 2323145"/>
              <a:gd name="connsiteX87" fmla="*/ 6362126 w 11269336"/>
              <a:gd name="connsiteY87" fmla="*/ 1819991 h 2323145"/>
              <a:gd name="connsiteX88" fmla="*/ 6346673 w 11269336"/>
              <a:gd name="connsiteY88" fmla="*/ 1827824 h 2323145"/>
              <a:gd name="connsiteX89" fmla="*/ 6345588 w 11269336"/>
              <a:gd name="connsiteY89" fmla="*/ 1832232 h 2323145"/>
              <a:gd name="connsiteX90" fmla="*/ 6335708 w 11269336"/>
              <a:gd name="connsiteY90" fmla="*/ 1838451 h 2323145"/>
              <a:gd name="connsiteX91" fmla="*/ 6318182 w 11269336"/>
              <a:gd name="connsiteY91" fmla="*/ 1852975 h 2323145"/>
              <a:gd name="connsiteX92" fmla="*/ 6313084 w 11269336"/>
              <a:gd name="connsiteY92" fmla="*/ 1853561 h 2323145"/>
              <a:gd name="connsiteX93" fmla="*/ 6283816 w 11269336"/>
              <a:gd name="connsiteY93" fmla="*/ 1872148 h 2323145"/>
              <a:gd name="connsiteX94" fmla="*/ 6282550 w 11269336"/>
              <a:gd name="connsiteY94" fmla="*/ 1871392 h 2323145"/>
              <a:gd name="connsiteX95" fmla="*/ 6270527 w 11269336"/>
              <a:gd name="connsiteY95" fmla="*/ 1872208 h 2323145"/>
              <a:gd name="connsiteX96" fmla="*/ 6249518 w 11269336"/>
              <a:gd name="connsiteY96" fmla="*/ 1876079 h 2323145"/>
              <a:gd name="connsiteX97" fmla="*/ 6190386 w 11269336"/>
              <a:gd name="connsiteY97" fmla="*/ 1872478 h 2323145"/>
              <a:gd name="connsiteX98" fmla="*/ 6159777 w 11269336"/>
              <a:gd name="connsiteY98" fmla="*/ 1891745 h 2323145"/>
              <a:gd name="connsiteX99" fmla="*/ 6153131 w 11269336"/>
              <a:gd name="connsiteY99" fmla="*/ 1895079 h 2323145"/>
              <a:gd name="connsiteX100" fmla="*/ 6152798 w 11269336"/>
              <a:gd name="connsiteY100" fmla="*/ 1894920 h 2323145"/>
              <a:gd name="connsiteX101" fmla="*/ 6145388 w 11269336"/>
              <a:gd name="connsiteY101" fmla="*/ 1897990 h 2323145"/>
              <a:gd name="connsiteX102" fmla="*/ 6141014 w 11269336"/>
              <a:gd name="connsiteY102" fmla="*/ 1901155 h 2323145"/>
              <a:gd name="connsiteX103" fmla="*/ 6128122 w 11269336"/>
              <a:gd name="connsiteY103" fmla="*/ 1907623 h 2323145"/>
              <a:gd name="connsiteX104" fmla="*/ 6122351 w 11269336"/>
              <a:gd name="connsiteY104" fmla="*/ 1908359 h 2323145"/>
              <a:gd name="connsiteX105" fmla="*/ 6064750 w 11269336"/>
              <a:gd name="connsiteY105" fmla="*/ 1896394 h 2323145"/>
              <a:gd name="connsiteX106" fmla="*/ 5964230 w 11269336"/>
              <a:gd name="connsiteY106" fmla="*/ 1910038 h 2323145"/>
              <a:gd name="connsiteX107" fmla="*/ 5865399 w 11269336"/>
              <a:gd name="connsiteY107" fmla="*/ 1926966 h 2323145"/>
              <a:gd name="connsiteX108" fmla="*/ 5829951 w 11269336"/>
              <a:gd name="connsiteY108" fmla="*/ 1934755 h 2323145"/>
              <a:gd name="connsiteX109" fmla="*/ 5765285 w 11269336"/>
              <a:gd name="connsiteY109" fmla="*/ 1941322 h 2323145"/>
              <a:gd name="connsiteX110" fmla="*/ 5734750 w 11269336"/>
              <a:gd name="connsiteY110" fmla="*/ 1939793 h 2323145"/>
              <a:gd name="connsiteX111" fmla="*/ 5733569 w 11269336"/>
              <a:gd name="connsiteY111" fmla="*/ 1940505 h 2323145"/>
              <a:gd name="connsiteX112" fmla="*/ 5730329 w 11269336"/>
              <a:gd name="connsiteY112" fmla="*/ 1937845 h 2323145"/>
              <a:gd name="connsiteX113" fmla="*/ 5724661 w 11269336"/>
              <a:gd name="connsiteY113" fmla="*/ 1937455 h 2323145"/>
              <a:gd name="connsiteX114" fmla="*/ 5710186 w 11269336"/>
              <a:gd name="connsiteY114" fmla="*/ 1941370 h 2323145"/>
              <a:gd name="connsiteX115" fmla="*/ 5704910 w 11269336"/>
              <a:gd name="connsiteY115" fmla="*/ 1943663 h 2323145"/>
              <a:gd name="connsiteX116" fmla="*/ 5696836 w 11269336"/>
              <a:gd name="connsiteY116" fmla="*/ 1945271 h 2323145"/>
              <a:gd name="connsiteX117" fmla="*/ 5696583 w 11269336"/>
              <a:gd name="connsiteY117" fmla="*/ 1945050 h 2323145"/>
              <a:gd name="connsiteX118" fmla="*/ 5689123 w 11269336"/>
              <a:gd name="connsiteY118" fmla="*/ 1947067 h 2323145"/>
              <a:gd name="connsiteX119" fmla="*/ 5653291 w 11269336"/>
              <a:gd name="connsiteY119" fmla="*/ 1960245 h 2323145"/>
              <a:gd name="connsiteX120" fmla="*/ 5599385 w 11269336"/>
              <a:gd name="connsiteY120" fmla="*/ 1945198 h 2323145"/>
              <a:gd name="connsiteX121" fmla="*/ 5578300 w 11269336"/>
              <a:gd name="connsiteY121" fmla="*/ 1944963 h 2323145"/>
              <a:gd name="connsiteX122" fmla="*/ 5566758 w 11269336"/>
              <a:gd name="connsiteY122" fmla="*/ 1943441 h 2323145"/>
              <a:gd name="connsiteX123" fmla="*/ 5565857 w 11269336"/>
              <a:gd name="connsiteY123" fmla="*/ 1942445 h 2323145"/>
              <a:gd name="connsiteX124" fmla="*/ 5531534 w 11269336"/>
              <a:gd name="connsiteY124" fmla="*/ 1955208 h 2323145"/>
              <a:gd name="connsiteX125" fmla="*/ 5526552 w 11269336"/>
              <a:gd name="connsiteY125" fmla="*/ 1954799 h 2323145"/>
              <a:gd name="connsiteX126" fmla="*/ 5504723 w 11269336"/>
              <a:gd name="connsiteY126" fmla="*/ 1965811 h 2323145"/>
              <a:gd name="connsiteX127" fmla="*/ 5493156 w 11269336"/>
              <a:gd name="connsiteY127" fmla="*/ 1970063 h 2323145"/>
              <a:gd name="connsiteX128" fmla="*/ 5490486 w 11269336"/>
              <a:gd name="connsiteY128" fmla="*/ 1974227 h 2323145"/>
              <a:gd name="connsiteX129" fmla="*/ 5473107 w 11269336"/>
              <a:gd name="connsiteY129" fmla="*/ 1979001 h 2323145"/>
              <a:gd name="connsiteX130" fmla="*/ 5470885 w 11269336"/>
              <a:gd name="connsiteY130" fmla="*/ 1978432 h 2323145"/>
              <a:gd name="connsiteX131" fmla="*/ 5457393 w 11269336"/>
              <a:gd name="connsiteY131" fmla="*/ 1986525 h 2323145"/>
              <a:gd name="connsiteX132" fmla="*/ 5447102 w 11269336"/>
              <a:gd name="connsiteY132" fmla="*/ 1998329 h 2323145"/>
              <a:gd name="connsiteX133" fmla="*/ 5159151 w 11269336"/>
              <a:gd name="connsiteY133" fmla="*/ 2029640 h 2323145"/>
              <a:gd name="connsiteX134" fmla="*/ 5041688 w 11269336"/>
              <a:gd name="connsiteY134" fmla="*/ 2022334 h 2323145"/>
              <a:gd name="connsiteX135" fmla="*/ 4860988 w 11269336"/>
              <a:gd name="connsiteY135" fmla="*/ 2135698 h 2323145"/>
              <a:gd name="connsiteX136" fmla="*/ 4807902 w 11269336"/>
              <a:gd name="connsiteY136" fmla="*/ 2138894 h 2323145"/>
              <a:gd name="connsiteX137" fmla="*/ 4765388 w 11269336"/>
              <a:gd name="connsiteY137" fmla="*/ 2162525 h 2323145"/>
              <a:gd name="connsiteX138" fmla="*/ 4745033 w 11269336"/>
              <a:gd name="connsiteY138" fmla="*/ 2158859 h 2323145"/>
              <a:gd name="connsiteX139" fmla="*/ 4741475 w 11269336"/>
              <a:gd name="connsiteY139" fmla="*/ 2157998 h 2323145"/>
              <a:gd name="connsiteX140" fmla="*/ 4728247 w 11269336"/>
              <a:gd name="connsiteY140" fmla="*/ 2159526 h 2323145"/>
              <a:gd name="connsiteX141" fmla="*/ 4723263 w 11269336"/>
              <a:gd name="connsiteY141" fmla="*/ 2153742 h 2323145"/>
              <a:gd name="connsiteX142" fmla="*/ 4702453 w 11269336"/>
              <a:gd name="connsiteY142" fmla="*/ 2151586 h 2323145"/>
              <a:gd name="connsiteX143" fmla="*/ 4678455 w 11269336"/>
              <a:gd name="connsiteY143" fmla="*/ 2156131 h 2323145"/>
              <a:gd name="connsiteX144" fmla="*/ 4593061 w 11269336"/>
              <a:gd name="connsiteY144" fmla="*/ 2171597 h 2323145"/>
              <a:gd name="connsiteX145" fmla="*/ 4579902 w 11269336"/>
              <a:gd name="connsiteY145" fmla="*/ 2177927 h 2323145"/>
              <a:gd name="connsiteX146" fmla="*/ 4533444 w 11269336"/>
              <a:gd name="connsiteY146" fmla="*/ 2181200 h 2323145"/>
              <a:gd name="connsiteX147" fmla="*/ 4492832 w 11269336"/>
              <a:gd name="connsiteY147" fmla="*/ 2188033 h 2323145"/>
              <a:gd name="connsiteX148" fmla="*/ 4467257 w 11269336"/>
              <a:gd name="connsiteY148" fmla="*/ 2196121 h 2323145"/>
              <a:gd name="connsiteX149" fmla="*/ 4459937 w 11269336"/>
              <a:gd name="connsiteY149" fmla="*/ 2195182 h 2323145"/>
              <a:gd name="connsiteX150" fmla="*/ 4433312 w 11269336"/>
              <a:gd name="connsiteY150" fmla="*/ 2199004 h 2323145"/>
              <a:gd name="connsiteX151" fmla="*/ 4420601 w 11269336"/>
              <a:gd name="connsiteY151" fmla="*/ 2205158 h 2323145"/>
              <a:gd name="connsiteX152" fmla="*/ 4405765 w 11269336"/>
              <a:gd name="connsiteY152" fmla="*/ 2199902 h 2323145"/>
              <a:gd name="connsiteX153" fmla="*/ 4401354 w 11269336"/>
              <a:gd name="connsiteY153" fmla="*/ 2194745 h 2323145"/>
              <a:gd name="connsiteX154" fmla="*/ 4383151 w 11269336"/>
              <a:gd name="connsiteY154" fmla="*/ 2201140 h 2323145"/>
              <a:gd name="connsiteX155" fmla="*/ 4366646 w 11269336"/>
              <a:gd name="connsiteY155" fmla="*/ 2198564 h 2323145"/>
              <a:gd name="connsiteX156" fmla="*/ 4354009 w 11269336"/>
              <a:gd name="connsiteY156" fmla="*/ 2204984 h 2323145"/>
              <a:gd name="connsiteX157" fmla="*/ 4348284 w 11269336"/>
              <a:gd name="connsiteY157" fmla="*/ 2205270 h 2323145"/>
              <a:gd name="connsiteX158" fmla="*/ 4333906 w 11269336"/>
              <a:gd name="connsiteY158" fmla="*/ 2205251 h 2323145"/>
              <a:gd name="connsiteX159" fmla="*/ 4308819 w 11269336"/>
              <a:gd name="connsiteY159" fmla="*/ 2203822 h 2323145"/>
              <a:gd name="connsiteX160" fmla="*/ 4301210 w 11269336"/>
              <a:gd name="connsiteY160" fmla="*/ 2204456 h 2323145"/>
              <a:gd name="connsiteX161" fmla="*/ 4283095 w 11269336"/>
              <a:gd name="connsiteY161" fmla="*/ 2198177 h 2323145"/>
              <a:gd name="connsiteX162" fmla="*/ 4250119 w 11269336"/>
              <a:gd name="connsiteY162" fmla="*/ 2196342 h 2323145"/>
              <a:gd name="connsiteX163" fmla="*/ 4189203 w 11269336"/>
              <a:gd name="connsiteY163" fmla="*/ 2178994 h 2323145"/>
              <a:gd name="connsiteX164" fmla="*/ 4154035 w 11269336"/>
              <a:gd name="connsiteY164" fmla="*/ 2171950 h 2323145"/>
              <a:gd name="connsiteX165" fmla="*/ 4129569 w 11269336"/>
              <a:gd name="connsiteY165" fmla="*/ 2163850 h 2323145"/>
              <a:gd name="connsiteX166" fmla="*/ 4061250 w 11269336"/>
              <a:gd name="connsiteY166" fmla="*/ 2159236 h 2323145"/>
              <a:gd name="connsiteX167" fmla="*/ 3945480 w 11269336"/>
              <a:gd name="connsiteY167" fmla="*/ 2158279 h 2323145"/>
              <a:gd name="connsiteX168" fmla="*/ 3921468 w 11269336"/>
              <a:gd name="connsiteY168" fmla="*/ 2156588 h 2323145"/>
              <a:gd name="connsiteX169" fmla="*/ 3903348 w 11269336"/>
              <a:gd name="connsiteY169" fmla="*/ 2149220 h 2323145"/>
              <a:gd name="connsiteX170" fmla="*/ 3901342 w 11269336"/>
              <a:gd name="connsiteY170" fmla="*/ 2142355 h 2323145"/>
              <a:gd name="connsiteX171" fmla="*/ 3888539 w 11269336"/>
              <a:gd name="connsiteY171" fmla="*/ 2140476 h 2323145"/>
              <a:gd name="connsiteX172" fmla="*/ 3885662 w 11269336"/>
              <a:gd name="connsiteY172" fmla="*/ 2138740 h 2323145"/>
              <a:gd name="connsiteX173" fmla="*/ 3868627 w 11269336"/>
              <a:gd name="connsiteY173" fmla="*/ 2130023 h 2323145"/>
              <a:gd name="connsiteX174" fmla="*/ 3819177 w 11269336"/>
              <a:gd name="connsiteY174" fmla="*/ 2142111 h 2323145"/>
              <a:gd name="connsiteX175" fmla="*/ 3769100 w 11269336"/>
              <a:gd name="connsiteY175" fmla="*/ 2131731 h 2323145"/>
              <a:gd name="connsiteX176" fmla="*/ 3562752 w 11269336"/>
              <a:gd name="connsiteY176" fmla="*/ 2131785 h 2323145"/>
              <a:gd name="connsiteX177" fmla="*/ 3541402 w 11269336"/>
              <a:gd name="connsiteY177" fmla="*/ 2106821 h 2323145"/>
              <a:gd name="connsiteX178" fmla="*/ 3365341 w 11269336"/>
              <a:gd name="connsiteY178" fmla="*/ 2077638 h 2323145"/>
              <a:gd name="connsiteX179" fmla="*/ 3170922 w 11269336"/>
              <a:gd name="connsiteY179" fmla="*/ 2115957 h 2323145"/>
              <a:gd name="connsiteX180" fmla="*/ 3156256 w 11269336"/>
              <a:gd name="connsiteY180" fmla="*/ 2124773 h 2323145"/>
              <a:gd name="connsiteX181" fmla="*/ 3140298 w 11269336"/>
              <a:gd name="connsiteY181" fmla="*/ 2129182 h 2323145"/>
              <a:gd name="connsiteX182" fmla="*/ 3138514 w 11269336"/>
              <a:gd name="connsiteY182" fmla="*/ 2128069 h 2323145"/>
              <a:gd name="connsiteX183" fmla="*/ 3120467 w 11269336"/>
              <a:gd name="connsiteY183" fmla="*/ 2128281 h 2323145"/>
              <a:gd name="connsiteX184" fmla="*/ 3116175 w 11269336"/>
              <a:gd name="connsiteY184" fmla="*/ 2131633 h 2323145"/>
              <a:gd name="connsiteX185" fmla="*/ 3103685 w 11269336"/>
              <a:gd name="connsiteY185" fmla="*/ 2132814 h 2323145"/>
              <a:gd name="connsiteX186" fmla="*/ 3078794 w 11269336"/>
              <a:gd name="connsiteY186" fmla="*/ 2137935 h 2323145"/>
              <a:gd name="connsiteX187" fmla="*/ 3074407 w 11269336"/>
              <a:gd name="connsiteY187" fmla="*/ 2136274 h 2323145"/>
              <a:gd name="connsiteX188" fmla="*/ 3037285 w 11269336"/>
              <a:gd name="connsiteY188" fmla="*/ 2139919 h 2323145"/>
              <a:gd name="connsiteX189" fmla="*/ 3036901 w 11269336"/>
              <a:gd name="connsiteY189" fmla="*/ 2138726 h 2323145"/>
              <a:gd name="connsiteX190" fmla="*/ 3026996 w 11269336"/>
              <a:gd name="connsiteY190" fmla="*/ 2134322 h 2323145"/>
              <a:gd name="connsiteX191" fmla="*/ 3007772 w 11269336"/>
              <a:gd name="connsiteY191" fmla="*/ 2128742 h 2323145"/>
              <a:gd name="connsiteX192" fmla="*/ 2965030 w 11269336"/>
              <a:gd name="connsiteY192" fmla="*/ 2100494 h 2323145"/>
              <a:gd name="connsiteX193" fmla="*/ 2926342 w 11269336"/>
              <a:gd name="connsiteY193" fmla="*/ 2104155 h 2323145"/>
              <a:gd name="connsiteX194" fmla="*/ 2918608 w 11269336"/>
              <a:gd name="connsiteY194" fmla="*/ 2104215 h 2323145"/>
              <a:gd name="connsiteX195" fmla="*/ 2918475 w 11269336"/>
              <a:gd name="connsiteY195" fmla="*/ 2103937 h 2323145"/>
              <a:gd name="connsiteX196" fmla="*/ 2910360 w 11269336"/>
              <a:gd name="connsiteY196" fmla="*/ 2103444 h 2323145"/>
              <a:gd name="connsiteX197" fmla="*/ 2904507 w 11269336"/>
              <a:gd name="connsiteY197" fmla="*/ 2104326 h 2323145"/>
              <a:gd name="connsiteX198" fmla="*/ 2889503 w 11269336"/>
              <a:gd name="connsiteY198" fmla="*/ 2104443 h 2323145"/>
              <a:gd name="connsiteX199" fmla="*/ 2884480 w 11269336"/>
              <a:gd name="connsiteY199" fmla="*/ 2102626 h 2323145"/>
              <a:gd name="connsiteX200" fmla="*/ 2882689 w 11269336"/>
              <a:gd name="connsiteY200" fmla="*/ 2099228 h 2323145"/>
              <a:gd name="connsiteX201" fmla="*/ 2881291 w 11269336"/>
              <a:gd name="connsiteY201" fmla="*/ 2099618 h 2323145"/>
              <a:gd name="connsiteX202" fmla="*/ 2853979 w 11269336"/>
              <a:gd name="connsiteY202" fmla="*/ 2090388 h 2323145"/>
              <a:gd name="connsiteX203" fmla="*/ 2791790 w 11269336"/>
              <a:gd name="connsiteY203" fmla="*/ 2080332 h 2323145"/>
              <a:gd name="connsiteX204" fmla="*/ 2755844 w 11269336"/>
              <a:gd name="connsiteY204" fmla="*/ 2078874 h 2323145"/>
              <a:gd name="connsiteX205" fmla="*/ 2657742 w 11269336"/>
              <a:gd name="connsiteY205" fmla="*/ 2070179 h 2323145"/>
              <a:gd name="connsiteX206" fmla="*/ 2559549 w 11269336"/>
              <a:gd name="connsiteY206" fmla="*/ 2057873 h 2323145"/>
              <a:gd name="connsiteX207" fmla="*/ 2512054 w 11269336"/>
              <a:gd name="connsiteY207" fmla="*/ 2031671 h 2323145"/>
              <a:gd name="connsiteX208" fmla="*/ 2506437 w 11269336"/>
              <a:gd name="connsiteY208" fmla="*/ 2030918 h 2323145"/>
              <a:gd name="connsiteX209" fmla="*/ 2491752 w 11269336"/>
              <a:gd name="connsiteY209" fmla="*/ 2033906 h 2323145"/>
              <a:gd name="connsiteX210" fmla="*/ 2486338 w 11269336"/>
              <a:gd name="connsiteY210" fmla="*/ 2035862 h 2323145"/>
              <a:gd name="connsiteX211" fmla="*/ 2478186 w 11269336"/>
              <a:gd name="connsiteY211" fmla="*/ 2036953 h 2323145"/>
              <a:gd name="connsiteX212" fmla="*/ 2477950 w 11269336"/>
              <a:gd name="connsiteY212" fmla="*/ 2036715 h 2323145"/>
              <a:gd name="connsiteX213" fmla="*/ 2470381 w 11269336"/>
              <a:gd name="connsiteY213" fmla="*/ 2038256 h 2323145"/>
              <a:gd name="connsiteX214" fmla="*/ 2433781 w 11269336"/>
              <a:gd name="connsiteY214" fmla="*/ 2049140 h 2323145"/>
              <a:gd name="connsiteX215" fmla="*/ 2381172 w 11269336"/>
              <a:gd name="connsiteY215" fmla="*/ 2030645 h 2323145"/>
              <a:gd name="connsiteX216" fmla="*/ 2360198 w 11269336"/>
              <a:gd name="connsiteY216" fmla="*/ 2029059 h 2323145"/>
              <a:gd name="connsiteX217" fmla="*/ 2348815 w 11269336"/>
              <a:gd name="connsiteY217" fmla="*/ 2026798 h 2323145"/>
              <a:gd name="connsiteX218" fmla="*/ 2347988 w 11269336"/>
              <a:gd name="connsiteY218" fmla="*/ 2025745 h 2323145"/>
              <a:gd name="connsiteX219" fmla="*/ 2312920 w 11269336"/>
              <a:gd name="connsiteY219" fmla="*/ 2036311 h 2323145"/>
              <a:gd name="connsiteX220" fmla="*/ 2307986 w 11269336"/>
              <a:gd name="connsiteY220" fmla="*/ 2035583 h 2323145"/>
              <a:gd name="connsiteX221" fmla="*/ 2285481 w 11269336"/>
              <a:gd name="connsiteY221" fmla="*/ 2045197 h 2323145"/>
              <a:gd name="connsiteX222" fmla="*/ 2273666 w 11269336"/>
              <a:gd name="connsiteY222" fmla="*/ 2048710 h 2323145"/>
              <a:gd name="connsiteX223" fmla="*/ 2270719 w 11269336"/>
              <a:gd name="connsiteY223" fmla="*/ 2052702 h 2323145"/>
              <a:gd name="connsiteX224" fmla="*/ 2253080 w 11269336"/>
              <a:gd name="connsiteY224" fmla="*/ 2056363 h 2323145"/>
              <a:gd name="connsiteX225" fmla="*/ 2250906 w 11269336"/>
              <a:gd name="connsiteY225" fmla="*/ 2055654 h 2323145"/>
              <a:gd name="connsiteX226" fmla="*/ 2236905 w 11269336"/>
              <a:gd name="connsiteY226" fmla="*/ 2062882 h 2323145"/>
              <a:gd name="connsiteX227" fmla="*/ 2225830 w 11269336"/>
              <a:gd name="connsiteY227" fmla="*/ 2074027 h 2323145"/>
              <a:gd name="connsiteX228" fmla="*/ 2073776 w 11269336"/>
              <a:gd name="connsiteY228" fmla="*/ 2089244 h 2323145"/>
              <a:gd name="connsiteX229" fmla="*/ 1948256 w 11269336"/>
              <a:gd name="connsiteY229" fmla="*/ 2146616 h 2323145"/>
              <a:gd name="connsiteX230" fmla="*/ 1865582 w 11269336"/>
              <a:gd name="connsiteY230" fmla="*/ 2153738 h 2323145"/>
              <a:gd name="connsiteX231" fmla="*/ 1835210 w 11269336"/>
              <a:gd name="connsiteY231" fmla="*/ 2134244 h 2323145"/>
              <a:gd name="connsiteX232" fmla="*/ 1632661 w 11269336"/>
              <a:gd name="connsiteY232" fmla="*/ 2173882 h 2323145"/>
              <a:gd name="connsiteX233" fmla="*/ 1579590 w 11269336"/>
              <a:gd name="connsiteY233" fmla="*/ 2173680 h 2323145"/>
              <a:gd name="connsiteX234" fmla="*/ 1535601 w 11269336"/>
              <a:gd name="connsiteY234" fmla="*/ 2194590 h 2323145"/>
              <a:gd name="connsiteX235" fmla="*/ 1515594 w 11269336"/>
              <a:gd name="connsiteY235" fmla="*/ 2189622 h 2323145"/>
              <a:gd name="connsiteX236" fmla="*/ 1512113 w 11269336"/>
              <a:gd name="connsiteY236" fmla="*/ 2188534 h 2323145"/>
              <a:gd name="connsiteX237" fmla="*/ 1498838 w 11269336"/>
              <a:gd name="connsiteY237" fmla="*/ 2189213 h 2323145"/>
              <a:gd name="connsiteX238" fmla="*/ 1494279 w 11269336"/>
              <a:gd name="connsiteY238" fmla="*/ 2183112 h 2323145"/>
              <a:gd name="connsiteX239" fmla="*/ 1473714 w 11269336"/>
              <a:gd name="connsiteY239" fmla="*/ 2179625 h 2323145"/>
              <a:gd name="connsiteX240" fmla="*/ 1449503 w 11269336"/>
              <a:gd name="connsiteY240" fmla="*/ 2182633 h 2323145"/>
              <a:gd name="connsiteX241" fmla="*/ 1266687 w 11269336"/>
              <a:gd name="connsiteY241" fmla="*/ 2212688 h 2323145"/>
              <a:gd name="connsiteX242" fmla="*/ 1239614 w 11269336"/>
              <a:gd name="connsiteY242" fmla="*/ 2209727 h 2323145"/>
              <a:gd name="connsiteX243" fmla="*/ 1202436 w 11269336"/>
              <a:gd name="connsiteY243" fmla="*/ 2209817 h 2323145"/>
              <a:gd name="connsiteX244" fmla="*/ 1136097 w 11269336"/>
              <a:gd name="connsiteY244" fmla="*/ 2205112 h 2323145"/>
              <a:gd name="connsiteX245" fmla="*/ 988232 w 11269336"/>
              <a:gd name="connsiteY245" fmla="*/ 2235635 h 2323145"/>
              <a:gd name="connsiteX246" fmla="*/ 981959 w 11269336"/>
              <a:gd name="connsiteY246" fmla="*/ 2231607 h 2323145"/>
              <a:gd name="connsiteX247" fmla="*/ 938600 w 11269336"/>
              <a:gd name="connsiteY247" fmla="*/ 2238113 h 2323145"/>
              <a:gd name="connsiteX248" fmla="*/ 791788 w 11269336"/>
              <a:gd name="connsiteY248" fmla="*/ 2293224 h 2323145"/>
              <a:gd name="connsiteX249" fmla="*/ 706914 w 11269336"/>
              <a:gd name="connsiteY249" fmla="*/ 2305046 h 2323145"/>
              <a:gd name="connsiteX250" fmla="*/ 675971 w 11269336"/>
              <a:gd name="connsiteY250" fmla="*/ 2304030 h 2323145"/>
              <a:gd name="connsiteX251" fmla="*/ 624180 w 11269336"/>
              <a:gd name="connsiteY251" fmla="*/ 2302650 h 2323145"/>
              <a:gd name="connsiteX252" fmla="*/ 583453 w 11269336"/>
              <a:gd name="connsiteY252" fmla="*/ 2288788 h 2323145"/>
              <a:gd name="connsiteX253" fmla="*/ 540946 w 11269336"/>
              <a:gd name="connsiteY253" fmla="*/ 2292721 h 2323145"/>
              <a:gd name="connsiteX254" fmla="*/ 533680 w 11269336"/>
              <a:gd name="connsiteY254" fmla="*/ 2310233 h 2323145"/>
              <a:gd name="connsiteX255" fmla="*/ 487366 w 11269336"/>
              <a:gd name="connsiteY255" fmla="*/ 2309053 h 2323145"/>
              <a:gd name="connsiteX256" fmla="*/ 416820 w 11269336"/>
              <a:gd name="connsiteY256" fmla="*/ 2305443 h 2323145"/>
              <a:gd name="connsiteX257" fmla="*/ 376805 w 11269336"/>
              <a:gd name="connsiteY257" fmla="*/ 2307647 h 2323145"/>
              <a:gd name="connsiteX258" fmla="*/ 266777 w 11269336"/>
              <a:gd name="connsiteY258" fmla="*/ 2309012 h 2323145"/>
              <a:gd name="connsiteX259" fmla="*/ 156013 w 11269336"/>
              <a:gd name="connsiteY259" fmla="*/ 2306832 h 2323145"/>
              <a:gd name="connsiteX260" fmla="*/ 87258 w 11269336"/>
              <a:gd name="connsiteY260" fmla="*/ 2285511 h 2323145"/>
              <a:gd name="connsiteX261" fmla="*/ 23798 w 11269336"/>
              <a:gd name="connsiteY261" fmla="*/ 2281822 h 2323145"/>
              <a:gd name="connsiteX262" fmla="*/ 0 w 11269336"/>
              <a:gd name="connsiteY262" fmla="*/ 2285369 h 2323145"/>
              <a:gd name="connsiteX263" fmla="*/ 0 w 11269336"/>
              <a:gd name="connsiteY263"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380600 w 11269336"/>
              <a:gd name="connsiteY19" fmla="*/ 549821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41688 w 11269336"/>
              <a:gd name="connsiteY133" fmla="*/ 2022334 h 2323145"/>
              <a:gd name="connsiteX134" fmla="*/ 4860988 w 11269336"/>
              <a:gd name="connsiteY134" fmla="*/ 2135698 h 2323145"/>
              <a:gd name="connsiteX135" fmla="*/ 4807902 w 11269336"/>
              <a:gd name="connsiteY135" fmla="*/ 2138894 h 2323145"/>
              <a:gd name="connsiteX136" fmla="*/ 4765388 w 11269336"/>
              <a:gd name="connsiteY136" fmla="*/ 2162525 h 2323145"/>
              <a:gd name="connsiteX137" fmla="*/ 4745033 w 11269336"/>
              <a:gd name="connsiteY137" fmla="*/ 2158859 h 2323145"/>
              <a:gd name="connsiteX138" fmla="*/ 4741475 w 11269336"/>
              <a:gd name="connsiteY138" fmla="*/ 2157998 h 2323145"/>
              <a:gd name="connsiteX139" fmla="*/ 4728247 w 11269336"/>
              <a:gd name="connsiteY139" fmla="*/ 2159526 h 2323145"/>
              <a:gd name="connsiteX140" fmla="*/ 4723263 w 11269336"/>
              <a:gd name="connsiteY140" fmla="*/ 2153742 h 2323145"/>
              <a:gd name="connsiteX141" fmla="*/ 4702453 w 11269336"/>
              <a:gd name="connsiteY141" fmla="*/ 2151586 h 2323145"/>
              <a:gd name="connsiteX142" fmla="*/ 4678455 w 11269336"/>
              <a:gd name="connsiteY142" fmla="*/ 2156131 h 2323145"/>
              <a:gd name="connsiteX143" fmla="*/ 4593061 w 11269336"/>
              <a:gd name="connsiteY143" fmla="*/ 2171597 h 2323145"/>
              <a:gd name="connsiteX144" fmla="*/ 4579902 w 11269336"/>
              <a:gd name="connsiteY144" fmla="*/ 2177927 h 2323145"/>
              <a:gd name="connsiteX145" fmla="*/ 4533444 w 11269336"/>
              <a:gd name="connsiteY145" fmla="*/ 2181200 h 2323145"/>
              <a:gd name="connsiteX146" fmla="*/ 4492832 w 11269336"/>
              <a:gd name="connsiteY146" fmla="*/ 2188033 h 2323145"/>
              <a:gd name="connsiteX147" fmla="*/ 4467257 w 11269336"/>
              <a:gd name="connsiteY147" fmla="*/ 2196121 h 2323145"/>
              <a:gd name="connsiteX148" fmla="*/ 4459937 w 11269336"/>
              <a:gd name="connsiteY148" fmla="*/ 2195182 h 2323145"/>
              <a:gd name="connsiteX149" fmla="*/ 4433312 w 11269336"/>
              <a:gd name="connsiteY149" fmla="*/ 2199004 h 2323145"/>
              <a:gd name="connsiteX150" fmla="*/ 4420601 w 11269336"/>
              <a:gd name="connsiteY150" fmla="*/ 2205158 h 2323145"/>
              <a:gd name="connsiteX151" fmla="*/ 4405765 w 11269336"/>
              <a:gd name="connsiteY151" fmla="*/ 2199902 h 2323145"/>
              <a:gd name="connsiteX152" fmla="*/ 4401354 w 11269336"/>
              <a:gd name="connsiteY152" fmla="*/ 2194745 h 2323145"/>
              <a:gd name="connsiteX153" fmla="*/ 4383151 w 11269336"/>
              <a:gd name="connsiteY153" fmla="*/ 2201140 h 2323145"/>
              <a:gd name="connsiteX154" fmla="*/ 4366646 w 11269336"/>
              <a:gd name="connsiteY154" fmla="*/ 2198564 h 2323145"/>
              <a:gd name="connsiteX155" fmla="*/ 4354009 w 11269336"/>
              <a:gd name="connsiteY155" fmla="*/ 2204984 h 2323145"/>
              <a:gd name="connsiteX156" fmla="*/ 4348284 w 11269336"/>
              <a:gd name="connsiteY156" fmla="*/ 2205270 h 2323145"/>
              <a:gd name="connsiteX157" fmla="*/ 4333906 w 11269336"/>
              <a:gd name="connsiteY157" fmla="*/ 2205251 h 2323145"/>
              <a:gd name="connsiteX158" fmla="*/ 4308819 w 11269336"/>
              <a:gd name="connsiteY158" fmla="*/ 2203822 h 2323145"/>
              <a:gd name="connsiteX159" fmla="*/ 4301210 w 11269336"/>
              <a:gd name="connsiteY159" fmla="*/ 2204456 h 2323145"/>
              <a:gd name="connsiteX160" fmla="*/ 4283095 w 11269336"/>
              <a:gd name="connsiteY160" fmla="*/ 2198177 h 2323145"/>
              <a:gd name="connsiteX161" fmla="*/ 4250119 w 11269336"/>
              <a:gd name="connsiteY161" fmla="*/ 2196342 h 2323145"/>
              <a:gd name="connsiteX162" fmla="*/ 4189203 w 11269336"/>
              <a:gd name="connsiteY162" fmla="*/ 2178994 h 2323145"/>
              <a:gd name="connsiteX163" fmla="*/ 4154035 w 11269336"/>
              <a:gd name="connsiteY163" fmla="*/ 2171950 h 2323145"/>
              <a:gd name="connsiteX164" fmla="*/ 4129569 w 11269336"/>
              <a:gd name="connsiteY164" fmla="*/ 2163850 h 2323145"/>
              <a:gd name="connsiteX165" fmla="*/ 4061250 w 11269336"/>
              <a:gd name="connsiteY165" fmla="*/ 2159236 h 2323145"/>
              <a:gd name="connsiteX166" fmla="*/ 3945480 w 11269336"/>
              <a:gd name="connsiteY166" fmla="*/ 2158279 h 2323145"/>
              <a:gd name="connsiteX167" fmla="*/ 3921468 w 11269336"/>
              <a:gd name="connsiteY167" fmla="*/ 2156588 h 2323145"/>
              <a:gd name="connsiteX168" fmla="*/ 3903348 w 11269336"/>
              <a:gd name="connsiteY168" fmla="*/ 2149220 h 2323145"/>
              <a:gd name="connsiteX169" fmla="*/ 3901342 w 11269336"/>
              <a:gd name="connsiteY169" fmla="*/ 2142355 h 2323145"/>
              <a:gd name="connsiteX170" fmla="*/ 3888539 w 11269336"/>
              <a:gd name="connsiteY170" fmla="*/ 2140476 h 2323145"/>
              <a:gd name="connsiteX171" fmla="*/ 3885662 w 11269336"/>
              <a:gd name="connsiteY171" fmla="*/ 2138740 h 2323145"/>
              <a:gd name="connsiteX172" fmla="*/ 3868627 w 11269336"/>
              <a:gd name="connsiteY172" fmla="*/ 2130023 h 2323145"/>
              <a:gd name="connsiteX173" fmla="*/ 3819177 w 11269336"/>
              <a:gd name="connsiteY173" fmla="*/ 2142111 h 2323145"/>
              <a:gd name="connsiteX174" fmla="*/ 3769100 w 11269336"/>
              <a:gd name="connsiteY174" fmla="*/ 2131731 h 2323145"/>
              <a:gd name="connsiteX175" fmla="*/ 3562752 w 11269336"/>
              <a:gd name="connsiteY175" fmla="*/ 2131785 h 2323145"/>
              <a:gd name="connsiteX176" fmla="*/ 3541402 w 11269336"/>
              <a:gd name="connsiteY176" fmla="*/ 2106821 h 2323145"/>
              <a:gd name="connsiteX177" fmla="*/ 3365341 w 11269336"/>
              <a:gd name="connsiteY177" fmla="*/ 2077638 h 2323145"/>
              <a:gd name="connsiteX178" fmla="*/ 3170922 w 11269336"/>
              <a:gd name="connsiteY178" fmla="*/ 2115957 h 2323145"/>
              <a:gd name="connsiteX179" fmla="*/ 3156256 w 11269336"/>
              <a:gd name="connsiteY179" fmla="*/ 2124773 h 2323145"/>
              <a:gd name="connsiteX180" fmla="*/ 3140298 w 11269336"/>
              <a:gd name="connsiteY180" fmla="*/ 2129182 h 2323145"/>
              <a:gd name="connsiteX181" fmla="*/ 3138514 w 11269336"/>
              <a:gd name="connsiteY181" fmla="*/ 2128069 h 2323145"/>
              <a:gd name="connsiteX182" fmla="*/ 3120467 w 11269336"/>
              <a:gd name="connsiteY182" fmla="*/ 2128281 h 2323145"/>
              <a:gd name="connsiteX183" fmla="*/ 3116175 w 11269336"/>
              <a:gd name="connsiteY183" fmla="*/ 2131633 h 2323145"/>
              <a:gd name="connsiteX184" fmla="*/ 3103685 w 11269336"/>
              <a:gd name="connsiteY184" fmla="*/ 2132814 h 2323145"/>
              <a:gd name="connsiteX185" fmla="*/ 3078794 w 11269336"/>
              <a:gd name="connsiteY185" fmla="*/ 2137935 h 2323145"/>
              <a:gd name="connsiteX186" fmla="*/ 3074407 w 11269336"/>
              <a:gd name="connsiteY186" fmla="*/ 2136274 h 2323145"/>
              <a:gd name="connsiteX187" fmla="*/ 3037285 w 11269336"/>
              <a:gd name="connsiteY187" fmla="*/ 2139919 h 2323145"/>
              <a:gd name="connsiteX188" fmla="*/ 3036901 w 11269336"/>
              <a:gd name="connsiteY188" fmla="*/ 2138726 h 2323145"/>
              <a:gd name="connsiteX189" fmla="*/ 3026996 w 11269336"/>
              <a:gd name="connsiteY189" fmla="*/ 2134322 h 2323145"/>
              <a:gd name="connsiteX190" fmla="*/ 3007772 w 11269336"/>
              <a:gd name="connsiteY190" fmla="*/ 2128742 h 2323145"/>
              <a:gd name="connsiteX191" fmla="*/ 2965030 w 11269336"/>
              <a:gd name="connsiteY191" fmla="*/ 2100494 h 2323145"/>
              <a:gd name="connsiteX192" fmla="*/ 2926342 w 11269336"/>
              <a:gd name="connsiteY192" fmla="*/ 2104155 h 2323145"/>
              <a:gd name="connsiteX193" fmla="*/ 2918608 w 11269336"/>
              <a:gd name="connsiteY193" fmla="*/ 2104215 h 2323145"/>
              <a:gd name="connsiteX194" fmla="*/ 2918475 w 11269336"/>
              <a:gd name="connsiteY194" fmla="*/ 2103937 h 2323145"/>
              <a:gd name="connsiteX195" fmla="*/ 2910360 w 11269336"/>
              <a:gd name="connsiteY195" fmla="*/ 2103444 h 2323145"/>
              <a:gd name="connsiteX196" fmla="*/ 2904507 w 11269336"/>
              <a:gd name="connsiteY196" fmla="*/ 2104326 h 2323145"/>
              <a:gd name="connsiteX197" fmla="*/ 2889503 w 11269336"/>
              <a:gd name="connsiteY197" fmla="*/ 2104443 h 2323145"/>
              <a:gd name="connsiteX198" fmla="*/ 2884480 w 11269336"/>
              <a:gd name="connsiteY198" fmla="*/ 2102626 h 2323145"/>
              <a:gd name="connsiteX199" fmla="*/ 2882689 w 11269336"/>
              <a:gd name="connsiteY199" fmla="*/ 2099228 h 2323145"/>
              <a:gd name="connsiteX200" fmla="*/ 2881291 w 11269336"/>
              <a:gd name="connsiteY200" fmla="*/ 2099618 h 2323145"/>
              <a:gd name="connsiteX201" fmla="*/ 2853979 w 11269336"/>
              <a:gd name="connsiteY201" fmla="*/ 2090388 h 2323145"/>
              <a:gd name="connsiteX202" fmla="*/ 2791790 w 11269336"/>
              <a:gd name="connsiteY202" fmla="*/ 2080332 h 2323145"/>
              <a:gd name="connsiteX203" fmla="*/ 2755844 w 11269336"/>
              <a:gd name="connsiteY203" fmla="*/ 2078874 h 2323145"/>
              <a:gd name="connsiteX204" fmla="*/ 2657742 w 11269336"/>
              <a:gd name="connsiteY204" fmla="*/ 2070179 h 2323145"/>
              <a:gd name="connsiteX205" fmla="*/ 2559549 w 11269336"/>
              <a:gd name="connsiteY205" fmla="*/ 2057873 h 2323145"/>
              <a:gd name="connsiteX206" fmla="*/ 2512054 w 11269336"/>
              <a:gd name="connsiteY206" fmla="*/ 2031671 h 2323145"/>
              <a:gd name="connsiteX207" fmla="*/ 2506437 w 11269336"/>
              <a:gd name="connsiteY207" fmla="*/ 2030918 h 2323145"/>
              <a:gd name="connsiteX208" fmla="*/ 2491752 w 11269336"/>
              <a:gd name="connsiteY208" fmla="*/ 2033906 h 2323145"/>
              <a:gd name="connsiteX209" fmla="*/ 2486338 w 11269336"/>
              <a:gd name="connsiteY209" fmla="*/ 2035862 h 2323145"/>
              <a:gd name="connsiteX210" fmla="*/ 2478186 w 11269336"/>
              <a:gd name="connsiteY210" fmla="*/ 2036953 h 2323145"/>
              <a:gd name="connsiteX211" fmla="*/ 2477950 w 11269336"/>
              <a:gd name="connsiteY211" fmla="*/ 2036715 h 2323145"/>
              <a:gd name="connsiteX212" fmla="*/ 2470381 w 11269336"/>
              <a:gd name="connsiteY212" fmla="*/ 2038256 h 2323145"/>
              <a:gd name="connsiteX213" fmla="*/ 2433781 w 11269336"/>
              <a:gd name="connsiteY213" fmla="*/ 2049140 h 2323145"/>
              <a:gd name="connsiteX214" fmla="*/ 2381172 w 11269336"/>
              <a:gd name="connsiteY214" fmla="*/ 2030645 h 2323145"/>
              <a:gd name="connsiteX215" fmla="*/ 2360198 w 11269336"/>
              <a:gd name="connsiteY215" fmla="*/ 2029059 h 2323145"/>
              <a:gd name="connsiteX216" fmla="*/ 2348815 w 11269336"/>
              <a:gd name="connsiteY216" fmla="*/ 2026798 h 2323145"/>
              <a:gd name="connsiteX217" fmla="*/ 2347988 w 11269336"/>
              <a:gd name="connsiteY217" fmla="*/ 2025745 h 2323145"/>
              <a:gd name="connsiteX218" fmla="*/ 2312920 w 11269336"/>
              <a:gd name="connsiteY218" fmla="*/ 2036311 h 2323145"/>
              <a:gd name="connsiteX219" fmla="*/ 2307986 w 11269336"/>
              <a:gd name="connsiteY219" fmla="*/ 2035583 h 2323145"/>
              <a:gd name="connsiteX220" fmla="*/ 2285481 w 11269336"/>
              <a:gd name="connsiteY220" fmla="*/ 2045197 h 2323145"/>
              <a:gd name="connsiteX221" fmla="*/ 2273666 w 11269336"/>
              <a:gd name="connsiteY221" fmla="*/ 2048710 h 2323145"/>
              <a:gd name="connsiteX222" fmla="*/ 2270719 w 11269336"/>
              <a:gd name="connsiteY222" fmla="*/ 2052702 h 2323145"/>
              <a:gd name="connsiteX223" fmla="*/ 2253080 w 11269336"/>
              <a:gd name="connsiteY223" fmla="*/ 2056363 h 2323145"/>
              <a:gd name="connsiteX224" fmla="*/ 2250906 w 11269336"/>
              <a:gd name="connsiteY224" fmla="*/ 2055654 h 2323145"/>
              <a:gd name="connsiteX225" fmla="*/ 2236905 w 11269336"/>
              <a:gd name="connsiteY225" fmla="*/ 2062882 h 2323145"/>
              <a:gd name="connsiteX226" fmla="*/ 2225830 w 11269336"/>
              <a:gd name="connsiteY226" fmla="*/ 2074027 h 2323145"/>
              <a:gd name="connsiteX227" fmla="*/ 2073776 w 11269336"/>
              <a:gd name="connsiteY227" fmla="*/ 2089244 h 2323145"/>
              <a:gd name="connsiteX228" fmla="*/ 1948256 w 11269336"/>
              <a:gd name="connsiteY228" fmla="*/ 2146616 h 2323145"/>
              <a:gd name="connsiteX229" fmla="*/ 1865582 w 11269336"/>
              <a:gd name="connsiteY229" fmla="*/ 2153738 h 2323145"/>
              <a:gd name="connsiteX230" fmla="*/ 1835210 w 11269336"/>
              <a:gd name="connsiteY230" fmla="*/ 2134244 h 2323145"/>
              <a:gd name="connsiteX231" fmla="*/ 1632661 w 11269336"/>
              <a:gd name="connsiteY231" fmla="*/ 2173882 h 2323145"/>
              <a:gd name="connsiteX232" fmla="*/ 1579590 w 11269336"/>
              <a:gd name="connsiteY232" fmla="*/ 2173680 h 2323145"/>
              <a:gd name="connsiteX233" fmla="*/ 1535601 w 11269336"/>
              <a:gd name="connsiteY233" fmla="*/ 2194590 h 2323145"/>
              <a:gd name="connsiteX234" fmla="*/ 1515594 w 11269336"/>
              <a:gd name="connsiteY234" fmla="*/ 2189622 h 2323145"/>
              <a:gd name="connsiteX235" fmla="*/ 1512113 w 11269336"/>
              <a:gd name="connsiteY235" fmla="*/ 2188534 h 2323145"/>
              <a:gd name="connsiteX236" fmla="*/ 1498838 w 11269336"/>
              <a:gd name="connsiteY236" fmla="*/ 2189213 h 2323145"/>
              <a:gd name="connsiteX237" fmla="*/ 1494279 w 11269336"/>
              <a:gd name="connsiteY237" fmla="*/ 2183112 h 2323145"/>
              <a:gd name="connsiteX238" fmla="*/ 1473714 w 11269336"/>
              <a:gd name="connsiteY238" fmla="*/ 2179625 h 2323145"/>
              <a:gd name="connsiteX239" fmla="*/ 1449503 w 11269336"/>
              <a:gd name="connsiteY239" fmla="*/ 2182633 h 2323145"/>
              <a:gd name="connsiteX240" fmla="*/ 1266687 w 11269336"/>
              <a:gd name="connsiteY240" fmla="*/ 2212688 h 2323145"/>
              <a:gd name="connsiteX241" fmla="*/ 1239614 w 11269336"/>
              <a:gd name="connsiteY241" fmla="*/ 2209727 h 2323145"/>
              <a:gd name="connsiteX242" fmla="*/ 1202436 w 11269336"/>
              <a:gd name="connsiteY242" fmla="*/ 2209817 h 2323145"/>
              <a:gd name="connsiteX243" fmla="*/ 1136097 w 11269336"/>
              <a:gd name="connsiteY243" fmla="*/ 2205112 h 2323145"/>
              <a:gd name="connsiteX244" fmla="*/ 988232 w 11269336"/>
              <a:gd name="connsiteY244" fmla="*/ 2235635 h 2323145"/>
              <a:gd name="connsiteX245" fmla="*/ 981959 w 11269336"/>
              <a:gd name="connsiteY245" fmla="*/ 2231607 h 2323145"/>
              <a:gd name="connsiteX246" fmla="*/ 938600 w 11269336"/>
              <a:gd name="connsiteY246" fmla="*/ 2238113 h 2323145"/>
              <a:gd name="connsiteX247" fmla="*/ 791788 w 11269336"/>
              <a:gd name="connsiteY247" fmla="*/ 2293224 h 2323145"/>
              <a:gd name="connsiteX248" fmla="*/ 706914 w 11269336"/>
              <a:gd name="connsiteY248" fmla="*/ 2305046 h 2323145"/>
              <a:gd name="connsiteX249" fmla="*/ 675971 w 11269336"/>
              <a:gd name="connsiteY249" fmla="*/ 2304030 h 2323145"/>
              <a:gd name="connsiteX250" fmla="*/ 624180 w 11269336"/>
              <a:gd name="connsiteY250" fmla="*/ 2302650 h 2323145"/>
              <a:gd name="connsiteX251" fmla="*/ 583453 w 11269336"/>
              <a:gd name="connsiteY251" fmla="*/ 2288788 h 2323145"/>
              <a:gd name="connsiteX252" fmla="*/ 540946 w 11269336"/>
              <a:gd name="connsiteY252" fmla="*/ 2292721 h 2323145"/>
              <a:gd name="connsiteX253" fmla="*/ 533680 w 11269336"/>
              <a:gd name="connsiteY253" fmla="*/ 2310233 h 2323145"/>
              <a:gd name="connsiteX254" fmla="*/ 487366 w 11269336"/>
              <a:gd name="connsiteY254" fmla="*/ 2309053 h 2323145"/>
              <a:gd name="connsiteX255" fmla="*/ 416820 w 11269336"/>
              <a:gd name="connsiteY255" fmla="*/ 2305443 h 2323145"/>
              <a:gd name="connsiteX256" fmla="*/ 376805 w 11269336"/>
              <a:gd name="connsiteY256" fmla="*/ 2307647 h 2323145"/>
              <a:gd name="connsiteX257" fmla="*/ 266777 w 11269336"/>
              <a:gd name="connsiteY257" fmla="*/ 2309012 h 2323145"/>
              <a:gd name="connsiteX258" fmla="*/ 156013 w 11269336"/>
              <a:gd name="connsiteY258" fmla="*/ 2306832 h 2323145"/>
              <a:gd name="connsiteX259" fmla="*/ 87258 w 11269336"/>
              <a:gd name="connsiteY259" fmla="*/ 2285511 h 2323145"/>
              <a:gd name="connsiteX260" fmla="*/ 23798 w 11269336"/>
              <a:gd name="connsiteY260" fmla="*/ 2281822 h 2323145"/>
              <a:gd name="connsiteX261" fmla="*/ 0 w 11269336"/>
              <a:gd name="connsiteY261" fmla="*/ 2285369 h 2323145"/>
              <a:gd name="connsiteX262" fmla="*/ 0 w 11269336"/>
              <a:gd name="connsiteY262"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41688 w 11269336"/>
              <a:gd name="connsiteY133" fmla="*/ 2022334 h 2323145"/>
              <a:gd name="connsiteX134" fmla="*/ 4860988 w 11269336"/>
              <a:gd name="connsiteY134" fmla="*/ 2135698 h 2323145"/>
              <a:gd name="connsiteX135" fmla="*/ 4807902 w 11269336"/>
              <a:gd name="connsiteY135" fmla="*/ 2138894 h 2323145"/>
              <a:gd name="connsiteX136" fmla="*/ 4765388 w 11269336"/>
              <a:gd name="connsiteY136" fmla="*/ 2162525 h 2323145"/>
              <a:gd name="connsiteX137" fmla="*/ 4745033 w 11269336"/>
              <a:gd name="connsiteY137" fmla="*/ 2158859 h 2323145"/>
              <a:gd name="connsiteX138" fmla="*/ 4741475 w 11269336"/>
              <a:gd name="connsiteY138" fmla="*/ 2157998 h 2323145"/>
              <a:gd name="connsiteX139" fmla="*/ 4728247 w 11269336"/>
              <a:gd name="connsiteY139" fmla="*/ 2159526 h 2323145"/>
              <a:gd name="connsiteX140" fmla="*/ 4723263 w 11269336"/>
              <a:gd name="connsiteY140" fmla="*/ 2153742 h 2323145"/>
              <a:gd name="connsiteX141" fmla="*/ 4702453 w 11269336"/>
              <a:gd name="connsiteY141" fmla="*/ 2151586 h 2323145"/>
              <a:gd name="connsiteX142" fmla="*/ 4678455 w 11269336"/>
              <a:gd name="connsiteY142" fmla="*/ 2156131 h 2323145"/>
              <a:gd name="connsiteX143" fmla="*/ 4593061 w 11269336"/>
              <a:gd name="connsiteY143" fmla="*/ 2171597 h 2323145"/>
              <a:gd name="connsiteX144" fmla="*/ 4579902 w 11269336"/>
              <a:gd name="connsiteY144" fmla="*/ 2177927 h 2323145"/>
              <a:gd name="connsiteX145" fmla="*/ 4533444 w 11269336"/>
              <a:gd name="connsiteY145" fmla="*/ 2181200 h 2323145"/>
              <a:gd name="connsiteX146" fmla="*/ 4492832 w 11269336"/>
              <a:gd name="connsiteY146" fmla="*/ 2188033 h 2323145"/>
              <a:gd name="connsiteX147" fmla="*/ 4467257 w 11269336"/>
              <a:gd name="connsiteY147" fmla="*/ 2196121 h 2323145"/>
              <a:gd name="connsiteX148" fmla="*/ 4459937 w 11269336"/>
              <a:gd name="connsiteY148" fmla="*/ 2195182 h 2323145"/>
              <a:gd name="connsiteX149" fmla="*/ 4433312 w 11269336"/>
              <a:gd name="connsiteY149" fmla="*/ 2199004 h 2323145"/>
              <a:gd name="connsiteX150" fmla="*/ 4420601 w 11269336"/>
              <a:gd name="connsiteY150" fmla="*/ 2205158 h 2323145"/>
              <a:gd name="connsiteX151" fmla="*/ 4405765 w 11269336"/>
              <a:gd name="connsiteY151" fmla="*/ 2199902 h 2323145"/>
              <a:gd name="connsiteX152" fmla="*/ 4401354 w 11269336"/>
              <a:gd name="connsiteY152" fmla="*/ 2194745 h 2323145"/>
              <a:gd name="connsiteX153" fmla="*/ 4383151 w 11269336"/>
              <a:gd name="connsiteY153" fmla="*/ 2201140 h 2323145"/>
              <a:gd name="connsiteX154" fmla="*/ 4366646 w 11269336"/>
              <a:gd name="connsiteY154" fmla="*/ 2198564 h 2323145"/>
              <a:gd name="connsiteX155" fmla="*/ 4354009 w 11269336"/>
              <a:gd name="connsiteY155" fmla="*/ 2204984 h 2323145"/>
              <a:gd name="connsiteX156" fmla="*/ 4348284 w 11269336"/>
              <a:gd name="connsiteY156" fmla="*/ 2205270 h 2323145"/>
              <a:gd name="connsiteX157" fmla="*/ 4333906 w 11269336"/>
              <a:gd name="connsiteY157" fmla="*/ 2205251 h 2323145"/>
              <a:gd name="connsiteX158" fmla="*/ 4308819 w 11269336"/>
              <a:gd name="connsiteY158" fmla="*/ 2203822 h 2323145"/>
              <a:gd name="connsiteX159" fmla="*/ 4301210 w 11269336"/>
              <a:gd name="connsiteY159" fmla="*/ 2204456 h 2323145"/>
              <a:gd name="connsiteX160" fmla="*/ 4283095 w 11269336"/>
              <a:gd name="connsiteY160" fmla="*/ 2198177 h 2323145"/>
              <a:gd name="connsiteX161" fmla="*/ 4250119 w 11269336"/>
              <a:gd name="connsiteY161" fmla="*/ 2196342 h 2323145"/>
              <a:gd name="connsiteX162" fmla="*/ 4189203 w 11269336"/>
              <a:gd name="connsiteY162" fmla="*/ 2178994 h 2323145"/>
              <a:gd name="connsiteX163" fmla="*/ 4154035 w 11269336"/>
              <a:gd name="connsiteY163" fmla="*/ 2171950 h 2323145"/>
              <a:gd name="connsiteX164" fmla="*/ 4129569 w 11269336"/>
              <a:gd name="connsiteY164" fmla="*/ 2163850 h 2323145"/>
              <a:gd name="connsiteX165" fmla="*/ 4061250 w 11269336"/>
              <a:gd name="connsiteY165" fmla="*/ 2159236 h 2323145"/>
              <a:gd name="connsiteX166" fmla="*/ 3945480 w 11269336"/>
              <a:gd name="connsiteY166" fmla="*/ 2158279 h 2323145"/>
              <a:gd name="connsiteX167" fmla="*/ 3921468 w 11269336"/>
              <a:gd name="connsiteY167" fmla="*/ 2156588 h 2323145"/>
              <a:gd name="connsiteX168" fmla="*/ 3903348 w 11269336"/>
              <a:gd name="connsiteY168" fmla="*/ 2149220 h 2323145"/>
              <a:gd name="connsiteX169" fmla="*/ 3901342 w 11269336"/>
              <a:gd name="connsiteY169" fmla="*/ 2142355 h 2323145"/>
              <a:gd name="connsiteX170" fmla="*/ 3888539 w 11269336"/>
              <a:gd name="connsiteY170" fmla="*/ 2140476 h 2323145"/>
              <a:gd name="connsiteX171" fmla="*/ 3885662 w 11269336"/>
              <a:gd name="connsiteY171" fmla="*/ 2138740 h 2323145"/>
              <a:gd name="connsiteX172" fmla="*/ 3868627 w 11269336"/>
              <a:gd name="connsiteY172" fmla="*/ 2130023 h 2323145"/>
              <a:gd name="connsiteX173" fmla="*/ 3819177 w 11269336"/>
              <a:gd name="connsiteY173" fmla="*/ 2142111 h 2323145"/>
              <a:gd name="connsiteX174" fmla="*/ 3769100 w 11269336"/>
              <a:gd name="connsiteY174" fmla="*/ 2131731 h 2323145"/>
              <a:gd name="connsiteX175" fmla="*/ 3562752 w 11269336"/>
              <a:gd name="connsiteY175" fmla="*/ 2131785 h 2323145"/>
              <a:gd name="connsiteX176" fmla="*/ 3541402 w 11269336"/>
              <a:gd name="connsiteY176" fmla="*/ 2106821 h 2323145"/>
              <a:gd name="connsiteX177" fmla="*/ 3365341 w 11269336"/>
              <a:gd name="connsiteY177" fmla="*/ 2077638 h 2323145"/>
              <a:gd name="connsiteX178" fmla="*/ 3170922 w 11269336"/>
              <a:gd name="connsiteY178" fmla="*/ 2115957 h 2323145"/>
              <a:gd name="connsiteX179" fmla="*/ 3156256 w 11269336"/>
              <a:gd name="connsiteY179" fmla="*/ 2124773 h 2323145"/>
              <a:gd name="connsiteX180" fmla="*/ 3140298 w 11269336"/>
              <a:gd name="connsiteY180" fmla="*/ 2129182 h 2323145"/>
              <a:gd name="connsiteX181" fmla="*/ 3138514 w 11269336"/>
              <a:gd name="connsiteY181" fmla="*/ 2128069 h 2323145"/>
              <a:gd name="connsiteX182" fmla="*/ 3120467 w 11269336"/>
              <a:gd name="connsiteY182" fmla="*/ 2128281 h 2323145"/>
              <a:gd name="connsiteX183" fmla="*/ 3116175 w 11269336"/>
              <a:gd name="connsiteY183" fmla="*/ 2131633 h 2323145"/>
              <a:gd name="connsiteX184" fmla="*/ 3103685 w 11269336"/>
              <a:gd name="connsiteY184" fmla="*/ 2132814 h 2323145"/>
              <a:gd name="connsiteX185" fmla="*/ 3078794 w 11269336"/>
              <a:gd name="connsiteY185" fmla="*/ 2137935 h 2323145"/>
              <a:gd name="connsiteX186" fmla="*/ 3074407 w 11269336"/>
              <a:gd name="connsiteY186" fmla="*/ 2136274 h 2323145"/>
              <a:gd name="connsiteX187" fmla="*/ 3037285 w 11269336"/>
              <a:gd name="connsiteY187" fmla="*/ 2139919 h 2323145"/>
              <a:gd name="connsiteX188" fmla="*/ 3036901 w 11269336"/>
              <a:gd name="connsiteY188" fmla="*/ 2138726 h 2323145"/>
              <a:gd name="connsiteX189" fmla="*/ 3026996 w 11269336"/>
              <a:gd name="connsiteY189" fmla="*/ 2134322 h 2323145"/>
              <a:gd name="connsiteX190" fmla="*/ 3007772 w 11269336"/>
              <a:gd name="connsiteY190" fmla="*/ 2128742 h 2323145"/>
              <a:gd name="connsiteX191" fmla="*/ 2965030 w 11269336"/>
              <a:gd name="connsiteY191" fmla="*/ 2100494 h 2323145"/>
              <a:gd name="connsiteX192" fmla="*/ 2926342 w 11269336"/>
              <a:gd name="connsiteY192" fmla="*/ 2104155 h 2323145"/>
              <a:gd name="connsiteX193" fmla="*/ 2918608 w 11269336"/>
              <a:gd name="connsiteY193" fmla="*/ 2104215 h 2323145"/>
              <a:gd name="connsiteX194" fmla="*/ 2918475 w 11269336"/>
              <a:gd name="connsiteY194" fmla="*/ 2103937 h 2323145"/>
              <a:gd name="connsiteX195" fmla="*/ 2910360 w 11269336"/>
              <a:gd name="connsiteY195" fmla="*/ 2103444 h 2323145"/>
              <a:gd name="connsiteX196" fmla="*/ 2904507 w 11269336"/>
              <a:gd name="connsiteY196" fmla="*/ 2104326 h 2323145"/>
              <a:gd name="connsiteX197" fmla="*/ 2889503 w 11269336"/>
              <a:gd name="connsiteY197" fmla="*/ 2104443 h 2323145"/>
              <a:gd name="connsiteX198" fmla="*/ 2884480 w 11269336"/>
              <a:gd name="connsiteY198" fmla="*/ 2102626 h 2323145"/>
              <a:gd name="connsiteX199" fmla="*/ 2882689 w 11269336"/>
              <a:gd name="connsiteY199" fmla="*/ 2099228 h 2323145"/>
              <a:gd name="connsiteX200" fmla="*/ 2881291 w 11269336"/>
              <a:gd name="connsiteY200" fmla="*/ 2099618 h 2323145"/>
              <a:gd name="connsiteX201" fmla="*/ 2853979 w 11269336"/>
              <a:gd name="connsiteY201" fmla="*/ 2090388 h 2323145"/>
              <a:gd name="connsiteX202" fmla="*/ 2791790 w 11269336"/>
              <a:gd name="connsiteY202" fmla="*/ 2080332 h 2323145"/>
              <a:gd name="connsiteX203" fmla="*/ 2755844 w 11269336"/>
              <a:gd name="connsiteY203" fmla="*/ 2078874 h 2323145"/>
              <a:gd name="connsiteX204" fmla="*/ 2657742 w 11269336"/>
              <a:gd name="connsiteY204" fmla="*/ 2070179 h 2323145"/>
              <a:gd name="connsiteX205" fmla="*/ 2559549 w 11269336"/>
              <a:gd name="connsiteY205" fmla="*/ 2057873 h 2323145"/>
              <a:gd name="connsiteX206" fmla="*/ 2512054 w 11269336"/>
              <a:gd name="connsiteY206" fmla="*/ 2031671 h 2323145"/>
              <a:gd name="connsiteX207" fmla="*/ 2506437 w 11269336"/>
              <a:gd name="connsiteY207" fmla="*/ 2030918 h 2323145"/>
              <a:gd name="connsiteX208" fmla="*/ 2491752 w 11269336"/>
              <a:gd name="connsiteY208" fmla="*/ 2033906 h 2323145"/>
              <a:gd name="connsiteX209" fmla="*/ 2486338 w 11269336"/>
              <a:gd name="connsiteY209" fmla="*/ 2035862 h 2323145"/>
              <a:gd name="connsiteX210" fmla="*/ 2478186 w 11269336"/>
              <a:gd name="connsiteY210" fmla="*/ 2036953 h 2323145"/>
              <a:gd name="connsiteX211" fmla="*/ 2477950 w 11269336"/>
              <a:gd name="connsiteY211" fmla="*/ 2036715 h 2323145"/>
              <a:gd name="connsiteX212" fmla="*/ 2470381 w 11269336"/>
              <a:gd name="connsiteY212" fmla="*/ 2038256 h 2323145"/>
              <a:gd name="connsiteX213" fmla="*/ 2433781 w 11269336"/>
              <a:gd name="connsiteY213" fmla="*/ 2049140 h 2323145"/>
              <a:gd name="connsiteX214" fmla="*/ 2381172 w 11269336"/>
              <a:gd name="connsiteY214" fmla="*/ 2030645 h 2323145"/>
              <a:gd name="connsiteX215" fmla="*/ 2360198 w 11269336"/>
              <a:gd name="connsiteY215" fmla="*/ 2029059 h 2323145"/>
              <a:gd name="connsiteX216" fmla="*/ 2348815 w 11269336"/>
              <a:gd name="connsiteY216" fmla="*/ 2026798 h 2323145"/>
              <a:gd name="connsiteX217" fmla="*/ 2347988 w 11269336"/>
              <a:gd name="connsiteY217" fmla="*/ 2025745 h 2323145"/>
              <a:gd name="connsiteX218" fmla="*/ 2312920 w 11269336"/>
              <a:gd name="connsiteY218" fmla="*/ 2036311 h 2323145"/>
              <a:gd name="connsiteX219" fmla="*/ 2307986 w 11269336"/>
              <a:gd name="connsiteY219" fmla="*/ 2035583 h 2323145"/>
              <a:gd name="connsiteX220" fmla="*/ 2285481 w 11269336"/>
              <a:gd name="connsiteY220" fmla="*/ 2045197 h 2323145"/>
              <a:gd name="connsiteX221" fmla="*/ 2273666 w 11269336"/>
              <a:gd name="connsiteY221" fmla="*/ 2048710 h 2323145"/>
              <a:gd name="connsiteX222" fmla="*/ 2270719 w 11269336"/>
              <a:gd name="connsiteY222" fmla="*/ 2052702 h 2323145"/>
              <a:gd name="connsiteX223" fmla="*/ 2253080 w 11269336"/>
              <a:gd name="connsiteY223" fmla="*/ 2056363 h 2323145"/>
              <a:gd name="connsiteX224" fmla="*/ 2250906 w 11269336"/>
              <a:gd name="connsiteY224" fmla="*/ 2055654 h 2323145"/>
              <a:gd name="connsiteX225" fmla="*/ 2236905 w 11269336"/>
              <a:gd name="connsiteY225" fmla="*/ 2062882 h 2323145"/>
              <a:gd name="connsiteX226" fmla="*/ 2225830 w 11269336"/>
              <a:gd name="connsiteY226" fmla="*/ 2074027 h 2323145"/>
              <a:gd name="connsiteX227" fmla="*/ 2073776 w 11269336"/>
              <a:gd name="connsiteY227" fmla="*/ 2089244 h 2323145"/>
              <a:gd name="connsiteX228" fmla="*/ 1948256 w 11269336"/>
              <a:gd name="connsiteY228" fmla="*/ 2146616 h 2323145"/>
              <a:gd name="connsiteX229" fmla="*/ 1865582 w 11269336"/>
              <a:gd name="connsiteY229" fmla="*/ 2153738 h 2323145"/>
              <a:gd name="connsiteX230" fmla="*/ 1835210 w 11269336"/>
              <a:gd name="connsiteY230" fmla="*/ 2134244 h 2323145"/>
              <a:gd name="connsiteX231" fmla="*/ 1632661 w 11269336"/>
              <a:gd name="connsiteY231" fmla="*/ 2173882 h 2323145"/>
              <a:gd name="connsiteX232" fmla="*/ 1579590 w 11269336"/>
              <a:gd name="connsiteY232" fmla="*/ 2173680 h 2323145"/>
              <a:gd name="connsiteX233" fmla="*/ 1535601 w 11269336"/>
              <a:gd name="connsiteY233" fmla="*/ 2194590 h 2323145"/>
              <a:gd name="connsiteX234" fmla="*/ 1515594 w 11269336"/>
              <a:gd name="connsiteY234" fmla="*/ 2189622 h 2323145"/>
              <a:gd name="connsiteX235" fmla="*/ 1512113 w 11269336"/>
              <a:gd name="connsiteY235" fmla="*/ 2188534 h 2323145"/>
              <a:gd name="connsiteX236" fmla="*/ 1498838 w 11269336"/>
              <a:gd name="connsiteY236" fmla="*/ 2189213 h 2323145"/>
              <a:gd name="connsiteX237" fmla="*/ 1494279 w 11269336"/>
              <a:gd name="connsiteY237" fmla="*/ 2183112 h 2323145"/>
              <a:gd name="connsiteX238" fmla="*/ 1473714 w 11269336"/>
              <a:gd name="connsiteY238" fmla="*/ 2179625 h 2323145"/>
              <a:gd name="connsiteX239" fmla="*/ 1449503 w 11269336"/>
              <a:gd name="connsiteY239" fmla="*/ 2182633 h 2323145"/>
              <a:gd name="connsiteX240" fmla="*/ 1266687 w 11269336"/>
              <a:gd name="connsiteY240" fmla="*/ 2212688 h 2323145"/>
              <a:gd name="connsiteX241" fmla="*/ 1239614 w 11269336"/>
              <a:gd name="connsiteY241" fmla="*/ 2209727 h 2323145"/>
              <a:gd name="connsiteX242" fmla="*/ 1202436 w 11269336"/>
              <a:gd name="connsiteY242" fmla="*/ 2209817 h 2323145"/>
              <a:gd name="connsiteX243" fmla="*/ 1136097 w 11269336"/>
              <a:gd name="connsiteY243" fmla="*/ 2205112 h 2323145"/>
              <a:gd name="connsiteX244" fmla="*/ 988232 w 11269336"/>
              <a:gd name="connsiteY244" fmla="*/ 2235635 h 2323145"/>
              <a:gd name="connsiteX245" fmla="*/ 981959 w 11269336"/>
              <a:gd name="connsiteY245" fmla="*/ 2231607 h 2323145"/>
              <a:gd name="connsiteX246" fmla="*/ 938600 w 11269336"/>
              <a:gd name="connsiteY246" fmla="*/ 2238113 h 2323145"/>
              <a:gd name="connsiteX247" fmla="*/ 791788 w 11269336"/>
              <a:gd name="connsiteY247" fmla="*/ 2293224 h 2323145"/>
              <a:gd name="connsiteX248" fmla="*/ 706914 w 11269336"/>
              <a:gd name="connsiteY248" fmla="*/ 2305046 h 2323145"/>
              <a:gd name="connsiteX249" fmla="*/ 675971 w 11269336"/>
              <a:gd name="connsiteY249" fmla="*/ 2304030 h 2323145"/>
              <a:gd name="connsiteX250" fmla="*/ 624180 w 11269336"/>
              <a:gd name="connsiteY250" fmla="*/ 2302650 h 2323145"/>
              <a:gd name="connsiteX251" fmla="*/ 583453 w 11269336"/>
              <a:gd name="connsiteY251" fmla="*/ 2288788 h 2323145"/>
              <a:gd name="connsiteX252" fmla="*/ 540946 w 11269336"/>
              <a:gd name="connsiteY252" fmla="*/ 2292721 h 2323145"/>
              <a:gd name="connsiteX253" fmla="*/ 533680 w 11269336"/>
              <a:gd name="connsiteY253" fmla="*/ 2310233 h 2323145"/>
              <a:gd name="connsiteX254" fmla="*/ 487366 w 11269336"/>
              <a:gd name="connsiteY254" fmla="*/ 2309053 h 2323145"/>
              <a:gd name="connsiteX255" fmla="*/ 416820 w 11269336"/>
              <a:gd name="connsiteY255" fmla="*/ 2305443 h 2323145"/>
              <a:gd name="connsiteX256" fmla="*/ 376805 w 11269336"/>
              <a:gd name="connsiteY256" fmla="*/ 2307647 h 2323145"/>
              <a:gd name="connsiteX257" fmla="*/ 266777 w 11269336"/>
              <a:gd name="connsiteY257" fmla="*/ 2309012 h 2323145"/>
              <a:gd name="connsiteX258" fmla="*/ 156013 w 11269336"/>
              <a:gd name="connsiteY258" fmla="*/ 2306832 h 2323145"/>
              <a:gd name="connsiteX259" fmla="*/ 87258 w 11269336"/>
              <a:gd name="connsiteY259" fmla="*/ 2285511 h 2323145"/>
              <a:gd name="connsiteX260" fmla="*/ 23798 w 11269336"/>
              <a:gd name="connsiteY260" fmla="*/ 2281822 h 2323145"/>
              <a:gd name="connsiteX261" fmla="*/ 0 w 11269336"/>
              <a:gd name="connsiteY261" fmla="*/ 2285369 h 2323145"/>
              <a:gd name="connsiteX262" fmla="*/ 0 w 11269336"/>
              <a:gd name="connsiteY262"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807902 w 11269336"/>
              <a:gd name="connsiteY135" fmla="*/ 2138894 h 2323145"/>
              <a:gd name="connsiteX136" fmla="*/ 4765388 w 11269336"/>
              <a:gd name="connsiteY136" fmla="*/ 2162525 h 2323145"/>
              <a:gd name="connsiteX137" fmla="*/ 4745033 w 11269336"/>
              <a:gd name="connsiteY137" fmla="*/ 2158859 h 2323145"/>
              <a:gd name="connsiteX138" fmla="*/ 4741475 w 11269336"/>
              <a:gd name="connsiteY138" fmla="*/ 2157998 h 2323145"/>
              <a:gd name="connsiteX139" fmla="*/ 4728247 w 11269336"/>
              <a:gd name="connsiteY139" fmla="*/ 2159526 h 2323145"/>
              <a:gd name="connsiteX140" fmla="*/ 4723263 w 11269336"/>
              <a:gd name="connsiteY140" fmla="*/ 2153742 h 2323145"/>
              <a:gd name="connsiteX141" fmla="*/ 4702453 w 11269336"/>
              <a:gd name="connsiteY141" fmla="*/ 2151586 h 2323145"/>
              <a:gd name="connsiteX142" fmla="*/ 4678455 w 11269336"/>
              <a:gd name="connsiteY142" fmla="*/ 2156131 h 2323145"/>
              <a:gd name="connsiteX143" fmla="*/ 4593061 w 11269336"/>
              <a:gd name="connsiteY143" fmla="*/ 2171597 h 2323145"/>
              <a:gd name="connsiteX144" fmla="*/ 4579902 w 11269336"/>
              <a:gd name="connsiteY144" fmla="*/ 2177927 h 2323145"/>
              <a:gd name="connsiteX145" fmla="*/ 4533444 w 11269336"/>
              <a:gd name="connsiteY145" fmla="*/ 2181200 h 2323145"/>
              <a:gd name="connsiteX146" fmla="*/ 4492832 w 11269336"/>
              <a:gd name="connsiteY146" fmla="*/ 2188033 h 2323145"/>
              <a:gd name="connsiteX147" fmla="*/ 4467257 w 11269336"/>
              <a:gd name="connsiteY147" fmla="*/ 2196121 h 2323145"/>
              <a:gd name="connsiteX148" fmla="*/ 4459937 w 11269336"/>
              <a:gd name="connsiteY148" fmla="*/ 2195182 h 2323145"/>
              <a:gd name="connsiteX149" fmla="*/ 4433312 w 11269336"/>
              <a:gd name="connsiteY149" fmla="*/ 2199004 h 2323145"/>
              <a:gd name="connsiteX150" fmla="*/ 4420601 w 11269336"/>
              <a:gd name="connsiteY150" fmla="*/ 2205158 h 2323145"/>
              <a:gd name="connsiteX151" fmla="*/ 4405765 w 11269336"/>
              <a:gd name="connsiteY151" fmla="*/ 2199902 h 2323145"/>
              <a:gd name="connsiteX152" fmla="*/ 4401354 w 11269336"/>
              <a:gd name="connsiteY152" fmla="*/ 2194745 h 2323145"/>
              <a:gd name="connsiteX153" fmla="*/ 4383151 w 11269336"/>
              <a:gd name="connsiteY153" fmla="*/ 2201140 h 2323145"/>
              <a:gd name="connsiteX154" fmla="*/ 4366646 w 11269336"/>
              <a:gd name="connsiteY154" fmla="*/ 2198564 h 2323145"/>
              <a:gd name="connsiteX155" fmla="*/ 4354009 w 11269336"/>
              <a:gd name="connsiteY155" fmla="*/ 2204984 h 2323145"/>
              <a:gd name="connsiteX156" fmla="*/ 4348284 w 11269336"/>
              <a:gd name="connsiteY156" fmla="*/ 2205270 h 2323145"/>
              <a:gd name="connsiteX157" fmla="*/ 4333906 w 11269336"/>
              <a:gd name="connsiteY157" fmla="*/ 2205251 h 2323145"/>
              <a:gd name="connsiteX158" fmla="*/ 4308819 w 11269336"/>
              <a:gd name="connsiteY158" fmla="*/ 2203822 h 2323145"/>
              <a:gd name="connsiteX159" fmla="*/ 4301210 w 11269336"/>
              <a:gd name="connsiteY159" fmla="*/ 2204456 h 2323145"/>
              <a:gd name="connsiteX160" fmla="*/ 4283095 w 11269336"/>
              <a:gd name="connsiteY160" fmla="*/ 2198177 h 2323145"/>
              <a:gd name="connsiteX161" fmla="*/ 4250119 w 11269336"/>
              <a:gd name="connsiteY161" fmla="*/ 2196342 h 2323145"/>
              <a:gd name="connsiteX162" fmla="*/ 4189203 w 11269336"/>
              <a:gd name="connsiteY162" fmla="*/ 2178994 h 2323145"/>
              <a:gd name="connsiteX163" fmla="*/ 4154035 w 11269336"/>
              <a:gd name="connsiteY163" fmla="*/ 2171950 h 2323145"/>
              <a:gd name="connsiteX164" fmla="*/ 4129569 w 11269336"/>
              <a:gd name="connsiteY164" fmla="*/ 2163850 h 2323145"/>
              <a:gd name="connsiteX165" fmla="*/ 4061250 w 11269336"/>
              <a:gd name="connsiteY165" fmla="*/ 2159236 h 2323145"/>
              <a:gd name="connsiteX166" fmla="*/ 3945480 w 11269336"/>
              <a:gd name="connsiteY166" fmla="*/ 2158279 h 2323145"/>
              <a:gd name="connsiteX167" fmla="*/ 3921468 w 11269336"/>
              <a:gd name="connsiteY167" fmla="*/ 2156588 h 2323145"/>
              <a:gd name="connsiteX168" fmla="*/ 3903348 w 11269336"/>
              <a:gd name="connsiteY168" fmla="*/ 2149220 h 2323145"/>
              <a:gd name="connsiteX169" fmla="*/ 3901342 w 11269336"/>
              <a:gd name="connsiteY169" fmla="*/ 2142355 h 2323145"/>
              <a:gd name="connsiteX170" fmla="*/ 3888539 w 11269336"/>
              <a:gd name="connsiteY170" fmla="*/ 2140476 h 2323145"/>
              <a:gd name="connsiteX171" fmla="*/ 3885662 w 11269336"/>
              <a:gd name="connsiteY171" fmla="*/ 2138740 h 2323145"/>
              <a:gd name="connsiteX172" fmla="*/ 3868627 w 11269336"/>
              <a:gd name="connsiteY172" fmla="*/ 2130023 h 2323145"/>
              <a:gd name="connsiteX173" fmla="*/ 3819177 w 11269336"/>
              <a:gd name="connsiteY173" fmla="*/ 2142111 h 2323145"/>
              <a:gd name="connsiteX174" fmla="*/ 3769100 w 11269336"/>
              <a:gd name="connsiteY174" fmla="*/ 2131731 h 2323145"/>
              <a:gd name="connsiteX175" fmla="*/ 3562752 w 11269336"/>
              <a:gd name="connsiteY175" fmla="*/ 2131785 h 2323145"/>
              <a:gd name="connsiteX176" fmla="*/ 3541402 w 11269336"/>
              <a:gd name="connsiteY176" fmla="*/ 2106821 h 2323145"/>
              <a:gd name="connsiteX177" fmla="*/ 3365341 w 11269336"/>
              <a:gd name="connsiteY177" fmla="*/ 2077638 h 2323145"/>
              <a:gd name="connsiteX178" fmla="*/ 3170922 w 11269336"/>
              <a:gd name="connsiteY178" fmla="*/ 2115957 h 2323145"/>
              <a:gd name="connsiteX179" fmla="*/ 3156256 w 11269336"/>
              <a:gd name="connsiteY179" fmla="*/ 2124773 h 2323145"/>
              <a:gd name="connsiteX180" fmla="*/ 3140298 w 11269336"/>
              <a:gd name="connsiteY180" fmla="*/ 2129182 h 2323145"/>
              <a:gd name="connsiteX181" fmla="*/ 3138514 w 11269336"/>
              <a:gd name="connsiteY181" fmla="*/ 2128069 h 2323145"/>
              <a:gd name="connsiteX182" fmla="*/ 3120467 w 11269336"/>
              <a:gd name="connsiteY182" fmla="*/ 2128281 h 2323145"/>
              <a:gd name="connsiteX183" fmla="*/ 3116175 w 11269336"/>
              <a:gd name="connsiteY183" fmla="*/ 2131633 h 2323145"/>
              <a:gd name="connsiteX184" fmla="*/ 3103685 w 11269336"/>
              <a:gd name="connsiteY184" fmla="*/ 2132814 h 2323145"/>
              <a:gd name="connsiteX185" fmla="*/ 3078794 w 11269336"/>
              <a:gd name="connsiteY185" fmla="*/ 2137935 h 2323145"/>
              <a:gd name="connsiteX186" fmla="*/ 3074407 w 11269336"/>
              <a:gd name="connsiteY186" fmla="*/ 2136274 h 2323145"/>
              <a:gd name="connsiteX187" fmla="*/ 3037285 w 11269336"/>
              <a:gd name="connsiteY187" fmla="*/ 2139919 h 2323145"/>
              <a:gd name="connsiteX188" fmla="*/ 3036901 w 11269336"/>
              <a:gd name="connsiteY188" fmla="*/ 2138726 h 2323145"/>
              <a:gd name="connsiteX189" fmla="*/ 3026996 w 11269336"/>
              <a:gd name="connsiteY189" fmla="*/ 2134322 h 2323145"/>
              <a:gd name="connsiteX190" fmla="*/ 3007772 w 11269336"/>
              <a:gd name="connsiteY190" fmla="*/ 2128742 h 2323145"/>
              <a:gd name="connsiteX191" fmla="*/ 2965030 w 11269336"/>
              <a:gd name="connsiteY191" fmla="*/ 2100494 h 2323145"/>
              <a:gd name="connsiteX192" fmla="*/ 2926342 w 11269336"/>
              <a:gd name="connsiteY192" fmla="*/ 2104155 h 2323145"/>
              <a:gd name="connsiteX193" fmla="*/ 2918608 w 11269336"/>
              <a:gd name="connsiteY193" fmla="*/ 2104215 h 2323145"/>
              <a:gd name="connsiteX194" fmla="*/ 2918475 w 11269336"/>
              <a:gd name="connsiteY194" fmla="*/ 2103937 h 2323145"/>
              <a:gd name="connsiteX195" fmla="*/ 2910360 w 11269336"/>
              <a:gd name="connsiteY195" fmla="*/ 2103444 h 2323145"/>
              <a:gd name="connsiteX196" fmla="*/ 2904507 w 11269336"/>
              <a:gd name="connsiteY196" fmla="*/ 2104326 h 2323145"/>
              <a:gd name="connsiteX197" fmla="*/ 2889503 w 11269336"/>
              <a:gd name="connsiteY197" fmla="*/ 2104443 h 2323145"/>
              <a:gd name="connsiteX198" fmla="*/ 2884480 w 11269336"/>
              <a:gd name="connsiteY198" fmla="*/ 2102626 h 2323145"/>
              <a:gd name="connsiteX199" fmla="*/ 2882689 w 11269336"/>
              <a:gd name="connsiteY199" fmla="*/ 2099228 h 2323145"/>
              <a:gd name="connsiteX200" fmla="*/ 2881291 w 11269336"/>
              <a:gd name="connsiteY200" fmla="*/ 2099618 h 2323145"/>
              <a:gd name="connsiteX201" fmla="*/ 2853979 w 11269336"/>
              <a:gd name="connsiteY201" fmla="*/ 2090388 h 2323145"/>
              <a:gd name="connsiteX202" fmla="*/ 2791790 w 11269336"/>
              <a:gd name="connsiteY202" fmla="*/ 2080332 h 2323145"/>
              <a:gd name="connsiteX203" fmla="*/ 2755844 w 11269336"/>
              <a:gd name="connsiteY203" fmla="*/ 2078874 h 2323145"/>
              <a:gd name="connsiteX204" fmla="*/ 2657742 w 11269336"/>
              <a:gd name="connsiteY204" fmla="*/ 2070179 h 2323145"/>
              <a:gd name="connsiteX205" fmla="*/ 2559549 w 11269336"/>
              <a:gd name="connsiteY205" fmla="*/ 2057873 h 2323145"/>
              <a:gd name="connsiteX206" fmla="*/ 2512054 w 11269336"/>
              <a:gd name="connsiteY206" fmla="*/ 2031671 h 2323145"/>
              <a:gd name="connsiteX207" fmla="*/ 2506437 w 11269336"/>
              <a:gd name="connsiteY207" fmla="*/ 2030918 h 2323145"/>
              <a:gd name="connsiteX208" fmla="*/ 2491752 w 11269336"/>
              <a:gd name="connsiteY208" fmla="*/ 2033906 h 2323145"/>
              <a:gd name="connsiteX209" fmla="*/ 2486338 w 11269336"/>
              <a:gd name="connsiteY209" fmla="*/ 2035862 h 2323145"/>
              <a:gd name="connsiteX210" fmla="*/ 2478186 w 11269336"/>
              <a:gd name="connsiteY210" fmla="*/ 2036953 h 2323145"/>
              <a:gd name="connsiteX211" fmla="*/ 2477950 w 11269336"/>
              <a:gd name="connsiteY211" fmla="*/ 2036715 h 2323145"/>
              <a:gd name="connsiteX212" fmla="*/ 2470381 w 11269336"/>
              <a:gd name="connsiteY212" fmla="*/ 2038256 h 2323145"/>
              <a:gd name="connsiteX213" fmla="*/ 2433781 w 11269336"/>
              <a:gd name="connsiteY213" fmla="*/ 2049140 h 2323145"/>
              <a:gd name="connsiteX214" fmla="*/ 2381172 w 11269336"/>
              <a:gd name="connsiteY214" fmla="*/ 2030645 h 2323145"/>
              <a:gd name="connsiteX215" fmla="*/ 2360198 w 11269336"/>
              <a:gd name="connsiteY215" fmla="*/ 2029059 h 2323145"/>
              <a:gd name="connsiteX216" fmla="*/ 2348815 w 11269336"/>
              <a:gd name="connsiteY216" fmla="*/ 2026798 h 2323145"/>
              <a:gd name="connsiteX217" fmla="*/ 2347988 w 11269336"/>
              <a:gd name="connsiteY217" fmla="*/ 2025745 h 2323145"/>
              <a:gd name="connsiteX218" fmla="*/ 2312920 w 11269336"/>
              <a:gd name="connsiteY218" fmla="*/ 2036311 h 2323145"/>
              <a:gd name="connsiteX219" fmla="*/ 2307986 w 11269336"/>
              <a:gd name="connsiteY219" fmla="*/ 2035583 h 2323145"/>
              <a:gd name="connsiteX220" fmla="*/ 2285481 w 11269336"/>
              <a:gd name="connsiteY220" fmla="*/ 2045197 h 2323145"/>
              <a:gd name="connsiteX221" fmla="*/ 2273666 w 11269336"/>
              <a:gd name="connsiteY221" fmla="*/ 2048710 h 2323145"/>
              <a:gd name="connsiteX222" fmla="*/ 2270719 w 11269336"/>
              <a:gd name="connsiteY222" fmla="*/ 2052702 h 2323145"/>
              <a:gd name="connsiteX223" fmla="*/ 2253080 w 11269336"/>
              <a:gd name="connsiteY223" fmla="*/ 2056363 h 2323145"/>
              <a:gd name="connsiteX224" fmla="*/ 2250906 w 11269336"/>
              <a:gd name="connsiteY224" fmla="*/ 2055654 h 2323145"/>
              <a:gd name="connsiteX225" fmla="*/ 2236905 w 11269336"/>
              <a:gd name="connsiteY225" fmla="*/ 2062882 h 2323145"/>
              <a:gd name="connsiteX226" fmla="*/ 2225830 w 11269336"/>
              <a:gd name="connsiteY226" fmla="*/ 2074027 h 2323145"/>
              <a:gd name="connsiteX227" fmla="*/ 2073776 w 11269336"/>
              <a:gd name="connsiteY227" fmla="*/ 2089244 h 2323145"/>
              <a:gd name="connsiteX228" fmla="*/ 1948256 w 11269336"/>
              <a:gd name="connsiteY228" fmla="*/ 2146616 h 2323145"/>
              <a:gd name="connsiteX229" fmla="*/ 1865582 w 11269336"/>
              <a:gd name="connsiteY229" fmla="*/ 2153738 h 2323145"/>
              <a:gd name="connsiteX230" fmla="*/ 1835210 w 11269336"/>
              <a:gd name="connsiteY230" fmla="*/ 2134244 h 2323145"/>
              <a:gd name="connsiteX231" fmla="*/ 1632661 w 11269336"/>
              <a:gd name="connsiteY231" fmla="*/ 2173882 h 2323145"/>
              <a:gd name="connsiteX232" fmla="*/ 1579590 w 11269336"/>
              <a:gd name="connsiteY232" fmla="*/ 2173680 h 2323145"/>
              <a:gd name="connsiteX233" fmla="*/ 1535601 w 11269336"/>
              <a:gd name="connsiteY233" fmla="*/ 2194590 h 2323145"/>
              <a:gd name="connsiteX234" fmla="*/ 1515594 w 11269336"/>
              <a:gd name="connsiteY234" fmla="*/ 2189622 h 2323145"/>
              <a:gd name="connsiteX235" fmla="*/ 1512113 w 11269336"/>
              <a:gd name="connsiteY235" fmla="*/ 2188534 h 2323145"/>
              <a:gd name="connsiteX236" fmla="*/ 1498838 w 11269336"/>
              <a:gd name="connsiteY236" fmla="*/ 2189213 h 2323145"/>
              <a:gd name="connsiteX237" fmla="*/ 1494279 w 11269336"/>
              <a:gd name="connsiteY237" fmla="*/ 2183112 h 2323145"/>
              <a:gd name="connsiteX238" fmla="*/ 1473714 w 11269336"/>
              <a:gd name="connsiteY238" fmla="*/ 2179625 h 2323145"/>
              <a:gd name="connsiteX239" fmla="*/ 1449503 w 11269336"/>
              <a:gd name="connsiteY239" fmla="*/ 2182633 h 2323145"/>
              <a:gd name="connsiteX240" fmla="*/ 1266687 w 11269336"/>
              <a:gd name="connsiteY240" fmla="*/ 2212688 h 2323145"/>
              <a:gd name="connsiteX241" fmla="*/ 1239614 w 11269336"/>
              <a:gd name="connsiteY241" fmla="*/ 2209727 h 2323145"/>
              <a:gd name="connsiteX242" fmla="*/ 1202436 w 11269336"/>
              <a:gd name="connsiteY242" fmla="*/ 2209817 h 2323145"/>
              <a:gd name="connsiteX243" fmla="*/ 1136097 w 11269336"/>
              <a:gd name="connsiteY243" fmla="*/ 2205112 h 2323145"/>
              <a:gd name="connsiteX244" fmla="*/ 988232 w 11269336"/>
              <a:gd name="connsiteY244" fmla="*/ 2235635 h 2323145"/>
              <a:gd name="connsiteX245" fmla="*/ 981959 w 11269336"/>
              <a:gd name="connsiteY245" fmla="*/ 2231607 h 2323145"/>
              <a:gd name="connsiteX246" fmla="*/ 938600 w 11269336"/>
              <a:gd name="connsiteY246" fmla="*/ 2238113 h 2323145"/>
              <a:gd name="connsiteX247" fmla="*/ 791788 w 11269336"/>
              <a:gd name="connsiteY247" fmla="*/ 2293224 h 2323145"/>
              <a:gd name="connsiteX248" fmla="*/ 706914 w 11269336"/>
              <a:gd name="connsiteY248" fmla="*/ 2305046 h 2323145"/>
              <a:gd name="connsiteX249" fmla="*/ 675971 w 11269336"/>
              <a:gd name="connsiteY249" fmla="*/ 2304030 h 2323145"/>
              <a:gd name="connsiteX250" fmla="*/ 624180 w 11269336"/>
              <a:gd name="connsiteY250" fmla="*/ 2302650 h 2323145"/>
              <a:gd name="connsiteX251" fmla="*/ 583453 w 11269336"/>
              <a:gd name="connsiteY251" fmla="*/ 2288788 h 2323145"/>
              <a:gd name="connsiteX252" fmla="*/ 540946 w 11269336"/>
              <a:gd name="connsiteY252" fmla="*/ 2292721 h 2323145"/>
              <a:gd name="connsiteX253" fmla="*/ 533680 w 11269336"/>
              <a:gd name="connsiteY253" fmla="*/ 2310233 h 2323145"/>
              <a:gd name="connsiteX254" fmla="*/ 487366 w 11269336"/>
              <a:gd name="connsiteY254" fmla="*/ 2309053 h 2323145"/>
              <a:gd name="connsiteX255" fmla="*/ 416820 w 11269336"/>
              <a:gd name="connsiteY255" fmla="*/ 2305443 h 2323145"/>
              <a:gd name="connsiteX256" fmla="*/ 376805 w 11269336"/>
              <a:gd name="connsiteY256" fmla="*/ 2307647 h 2323145"/>
              <a:gd name="connsiteX257" fmla="*/ 266777 w 11269336"/>
              <a:gd name="connsiteY257" fmla="*/ 2309012 h 2323145"/>
              <a:gd name="connsiteX258" fmla="*/ 156013 w 11269336"/>
              <a:gd name="connsiteY258" fmla="*/ 2306832 h 2323145"/>
              <a:gd name="connsiteX259" fmla="*/ 87258 w 11269336"/>
              <a:gd name="connsiteY259" fmla="*/ 2285511 h 2323145"/>
              <a:gd name="connsiteX260" fmla="*/ 23798 w 11269336"/>
              <a:gd name="connsiteY260" fmla="*/ 2281822 h 2323145"/>
              <a:gd name="connsiteX261" fmla="*/ 0 w 11269336"/>
              <a:gd name="connsiteY261" fmla="*/ 2285369 h 2323145"/>
              <a:gd name="connsiteX262" fmla="*/ 0 w 11269336"/>
              <a:gd name="connsiteY262"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807902 w 11269336"/>
              <a:gd name="connsiteY135" fmla="*/ 2138894 h 2323145"/>
              <a:gd name="connsiteX136" fmla="*/ 4765388 w 11269336"/>
              <a:gd name="connsiteY136" fmla="*/ 2162525 h 2323145"/>
              <a:gd name="connsiteX137" fmla="*/ 4745033 w 11269336"/>
              <a:gd name="connsiteY137" fmla="*/ 2158859 h 2323145"/>
              <a:gd name="connsiteX138" fmla="*/ 4741475 w 11269336"/>
              <a:gd name="connsiteY138" fmla="*/ 2157998 h 2323145"/>
              <a:gd name="connsiteX139" fmla="*/ 4728247 w 11269336"/>
              <a:gd name="connsiteY139" fmla="*/ 2159526 h 2323145"/>
              <a:gd name="connsiteX140" fmla="*/ 4723263 w 11269336"/>
              <a:gd name="connsiteY140" fmla="*/ 2153742 h 2323145"/>
              <a:gd name="connsiteX141" fmla="*/ 4702453 w 11269336"/>
              <a:gd name="connsiteY141" fmla="*/ 2151586 h 2323145"/>
              <a:gd name="connsiteX142" fmla="*/ 4678455 w 11269336"/>
              <a:gd name="connsiteY142" fmla="*/ 2156131 h 2323145"/>
              <a:gd name="connsiteX143" fmla="*/ 4593061 w 11269336"/>
              <a:gd name="connsiteY143" fmla="*/ 2171597 h 2323145"/>
              <a:gd name="connsiteX144" fmla="*/ 4533444 w 11269336"/>
              <a:gd name="connsiteY144" fmla="*/ 2181200 h 2323145"/>
              <a:gd name="connsiteX145" fmla="*/ 4492832 w 11269336"/>
              <a:gd name="connsiteY145" fmla="*/ 2188033 h 2323145"/>
              <a:gd name="connsiteX146" fmla="*/ 4467257 w 11269336"/>
              <a:gd name="connsiteY146" fmla="*/ 2196121 h 2323145"/>
              <a:gd name="connsiteX147" fmla="*/ 4459937 w 11269336"/>
              <a:gd name="connsiteY147" fmla="*/ 2195182 h 2323145"/>
              <a:gd name="connsiteX148" fmla="*/ 4433312 w 11269336"/>
              <a:gd name="connsiteY148" fmla="*/ 2199004 h 2323145"/>
              <a:gd name="connsiteX149" fmla="*/ 4420601 w 11269336"/>
              <a:gd name="connsiteY149" fmla="*/ 2205158 h 2323145"/>
              <a:gd name="connsiteX150" fmla="*/ 4405765 w 11269336"/>
              <a:gd name="connsiteY150" fmla="*/ 2199902 h 2323145"/>
              <a:gd name="connsiteX151" fmla="*/ 4401354 w 11269336"/>
              <a:gd name="connsiteY151" fmla="*/ 2194745 h 2323145"/>
              <a:gd name="connsiteX152" fmla="*/ 4383151 w 11269336"/>
              <a:gd name="connsiteY152" fmla="*/ 2201140 h 2323145"/>
              <a:gd name="connsiteX153" fmla="*/ 4366646 w 11269336"/>
              <a:gd name="connsiteY153" fmla="*/ 2198564 h 2323145"/>
              <a:gd name="connsiteX154" fmla="*/ 4354009 w 11269336"/>
              <a:gd name="connsiteY154" fmla="*/ 2204984 h 2323145"/>
              <a:gd name="connsiteX155" fmla="*/ 4348284 w 11269336"/>
              <a:gd name="connsiteY155" fmla="*/ 2205270 h 2323145"/>
              <a:gd name="connsiteX156" fmla="*/ 4333906 w 11269336"/>
              <a:gd name="connsiteY156" fmla="*/ 2205251 h 2323145"/>
              <a:gd name="connsiteX157" fmla="*/ 4308819 w 11269336"/>
              <a:gd name="connsiteY157" fmla="*/ 2203822 h 2323145"/>
              <a:gd name="connsiteX158" fmla="*/ 4301210 w 11269336"/>
              <a:gd name="connsiteY158" fmla="*/ 2204456 h 2323145"/>
              <a:gd name="connsiteX159" fmla="*/ 4283095 w 11269336"/>
              <a:gd name="connsiteY159" fmla="*/ 2198177 h 2323145"/>
              <a:gd name="connsiteX160" fmla="*/ 4250119 w 11269336"/>
              <a:gd name="connsiteY160" fmla="*/ 2196342 h 2323145"/>
              <a:gd name="connsiteX161" fmla="*/ 4189203 w 11269336"/>
              <a:gd name="connsiteY161" fmla="*/ 2178994 h 2323145"/>
              <a:gd name="connsiteX162" fmla="*/ 4154035 w 11269336"/>
              <a:gd name="connsiteY162" fmla="*/ 2171950 h 2323145"/>
              <a:gd name="connsiteX163" fmla="*/ 4129569 w 11269336"/>
              <a:gd name="connsiteY163" fmla="*/ 2163850 h 2323145"/>
              <a:gd name="connsiteX164" fmla="*/ 4061250 w 11269336"/>
              <a:gd name="connsiteY164" fmla="*/ 2159236 h 2323145"/>
              <a:gd name="connsiteX165" fmla="*/ 3945480 w 11269336"/>
              <a:gd name="connsiteY165" fmla="*/ 2158279 h 2323145"/>
              <a:gd name="connsiteX166" fmla="*/ 3921468 w 11269336"/>
              <a:gd name="connsiteY166" fmla="*/ 2156588 h 2323145"/>
              <a:gd name="connsiteX167" fmla="*/ 3903348 w 11269336"/>
              <a:gd name="connsiteY167" fmla="*/ 2149220 h 2323145"/>
              <a:gd name="connsiteX168" fmla="*/ 3901342 w 11269336"/>
              <a:gd name="connsiteY168" fmla="*/ 2142355 h 2323145"/>
              <a:gd name="connsiteX169" fmla="*/ 3888539 w 11269336"/>
              <a:gd name="connsiteY169" fmla="*/ 2140476 h 2323145"/>
              <a:gd name="connsiteX170" fmla="*/ 3885662 w 11269336"/>
              <a:gd name="connsiteY170" fmla="*/ 2138740 h 2323145"/>
              <a:gd name="connsiteX171" fmla="*/ 3868627 w 11269336"/>
              <a:gd name="connsiteY171" fmla="*/ 2130023 h 2323145"/>
              <a:gd name="connsiteX172" fmla="*/ 3819177 w 11269336"/>
              <a:gd name="connsiteY172" fmla="*/ 2142111 h 2323145"/>
              <a:gd name="connsiteX173" fmla="*/ 3769100 w 11269336"/>
              <a:gd name="connsiteY173" fmla="*/ 2131731 h 2323145"/>
              <a:gd name="connsiteX174" fmla="*/ 3562752 w 11269336"/>
              <a:gd name="connsiteY174" fmla="*/ 2131785 h 2323145"/>
              <a:gd name="connsiteX175" fmla="*/ 3541402 w 11269336"/>
              <a:gd name="connsiteY175" fmla="*/ 2106821 h 2323145"/>
              <a:gd name="connsiteX176" fmla="*/ 3365341 w 11269336"/>
              <a:gd name="connsiteY176" fmla="*/ 2077638 h 2323145"/>
              <a:gd name="connsiteX177" fmla="*/ 3170922 w 11269336"/>
              <a:gd name="connsiteY177" fmla="*/ 2115957 h 2323145"/>
              <a:gd name="connsiteX178" fmla="*/ 3156256 w 11269336"/>
              <a:gd name="connsiteY178" fmla="*/ 2124773 h 2323145"/>
              <a:gd name="connsiteX179" fmla="*/ 3140298 w 11269336"/>
              <a:gd name="connsiteY179" fmla="*/ 2129182 h 2323145"/>
              <a:gd name="connsiteX180" fmla="*/ 3138514 w 11269336"/>
              <a:gd name="connsiteY180" fmla="*/ 2128069 h 2323145"/>
              <a:gd name="connsiteX181" fmla="*/ 3120467 w 11269336"/>
              <a:gd name="connsiteY181" fmla="*/ 2128281 h 2323145"/>
              <a:gd name="connsiteX182" fmla="*/ 3116175 w 11269336"/>
              <a:gd name="connsiteY182" fmla="*/ 2131633 h 2323145"/>
              <a:gd name="connsiteX183" fmla="*/ 3103685 w 11269336"/>
              <a:gd name="connsiteY183" fmla="*/ 2132814 h 2323145"/>
              <a:gd name="connsiteX184" fmla="*/ 3078794 w 11269336"/>
              <a:gd name="connsiteY184" fmla="*/ 2137935 h 2323145"/>
              <a:gd name="connsiteX185" fmla="*/ 3074407 w 11269336"/>
              <a:gd name="connsiteY185" fmla="*/ 2136274 h 2323145"/>
              <a:gd name="connsiteX186" fmla="*/ 3037285 w 11269336"/>
              <a:gd name="connsiteY186" fmla="*/ 2139919 h 2323145"/>
              <a:gd name="connsiteX187" fmla="*/ 3036901 w 11269336"/>
              <a:gd name="connsiteY187" fmla="*/ 2138726 h 2323145"/>
              <a:gd name="connsiteX188" fmla="*/ 3026996 w 11269336"/>
              <a:gd name="connsiteY188" fmla="*/ 2134322 h 2323145"/>
              <a:gd name="connsiteX189" fmla="*/ 3007772 w 11269336"/>
              <a:gd name="connsiteY189" fmla="*/ 2128742 h 2323145"/>
              <a:gd name="connsiteX190" fmla="*/ 2965030 w 11269336"/>
              <a:gd name="connsiteY190" fmla="*/ 2100494 h 2323145"/>
              <a:gd name="connsiteX191" fmla="*/ 2926342 w 11269336"/>
              <a:gd name="connsiteY191" fmla="*/ 2104155 h 2323145"/>
              <a:gd name="connsiteX192" fmla="*/ 2918608 w 11269336"/>
              <a:gd name="connsiteY192" fmla="*/ 2104215 h 2323145"/>
              <a:gd name="connsiteX193" fmla="*/ 2918475 w 11269336"/>
              <a:gd name="connsiteY193" fmla="*/ 2103937 h 2323145"/>
              <a:gd name="connsiteX194" fmla="*/ 2910360 w 11269336"/>
              <a:gd name="connsiteY194" fmla="*/ 2103444 h 2323145"/>
              <a:gd name="connsiteX195" fmla="*/ 2904507 w 11269336"/>
              <a:gd name="connsiteY195" fmla="*/ 2104326 h 2323145"/>
              <a:gd name="connsiteX196" fmla="*/ 2889503 w 11269336"/>
              <a:gd name="connsiteY196" fmla="*/ 2104443 h 2323145"/>
              <a:gd name="connsiteX197" fmla="*/ 2884480 w 11269336"/>
              <a:gd name="connsiteY197" fmla="*/ 2102626 h 2323145"/>
              <a:gd name="connsiteX198" fmla="*/ 2882689 w 11269336"/>
              <a:gd name="connsiteY198" fmla="*/ 2099228 h 2323145"/>
              <a:gd name="connsiteX199" fmla="*/ 2881291 w 11269336"/>
              <a:gd name="connsiteY199" fmla="*/ 2099618 h 2323145"/>
              <a:gd name="connsiteX200" fmla="*/ 2853979 w 11269336"/>
              <a:gd name="connsiteY200" fmla="*/ 2090388 h 2323145"/>
              <a:gd name="connsiteX201" fmla="*/ 2791790 w 11269336"/>
              <a:gd name="connsiteY201" fmla="*/ 2080332 h 2323145"/>
              <a:gd name="connsiteX202" fmla="*/ 2755844 w 11269336"/>
              <a:gd name="connsiteY202" fmla="*/ 2078874 h 2323145"/>
              <a:gd name="connsiteX203" fmla="*/ 2657742 w 11269336"/>
              <a:gd name="connsiteY203" fmla="*/ 2070179 h 2323145"/>
              <a:gd name="connsiteX204" fmla="*/ 2559549 w 11269336"/>
              <a:gd name="connsiteY204" fmla="*/ 2057873 h 2323145"/>
              <a:gd name="connsiteX205" fmla="*/ 2512054 w 11269336"/>
              <a:gd name="connsiteY205" fmla="*/ 2031671 h 2323145"/>
              <a:gd name="connsiteX206" fmla="*/ 2506437 w 11269336"/>
              <a:gd name="connsiteY206" fmla="*/ 2030918 h 2323145"/>
              <a:gd name="connsiteX207" fmla="*/ 2491752 w 11269336"/>
              <a:gd name="connsiteY207" fmla="*/ 2033906 h 2323145"/>
              <a:gd name="connsiteX208" fmla="*/ 2486338 w 11269336"/>
              <a:gd name="connsiteY208" fmla="*/ 2035862 h 2323145"/>
              <a:gd name="connsiteX209" fmla="*/ 2478186 w 11269336"/>
              <a:gd name="connsiteY209" fmla="*/ 2036953 h 2323145"/>
              <a:gd name="connsiteX210" fmla="*/ 2477950 w 11269336"/>
              <a:gd name="connsiteY210" fmla="*/ 2036715 h 2323145"/>
              <a:gd name="connsiteX211" fmla="*/ 2470381 w 11269336"/>
              <a:gd name="connsiteY211" fmla="*/ 2038256 h 2323145"/>
              <a:gd name="connsiteX212" fmla="*/ 2433781 w 11269336"/>
              <a:gd name="connsiteY212" fmla="*/ 2049140 h 2323145"/>
              <a:gd name="connsiteX213" fmla="*/ 2381172 w 11269336"/>
              <a:gd name="connsiteY213" fmla="*/ 2030645 h 2323145"/>
              <a:gd name="connsiteX214" fmla="*/ 2360198 w 11269336"/>
              <a:gd name="connsiteY214" fmla="*/ 2029059 h 2323145"/>
              <a:gd name="connsiteX215" fmla="*/ 2348815 w 11269336"/>
              <a:gd name="connsiteY215" fmla="*/ 2026798 h 2323145"/>
              <a:gd name="connsiteX216" fmla="*/ 2347988 w 11269336"/>
              <a:gd name="connsiteY216" fmla="*/ 2025745 h 2323145"/>
              <a:gd name="connsiteX217" fmla="*/ 2312920 w 11269336"/>
              <a:gd name="connsiteY217" fmla="*/ 2036311 h 2323145"/>
              <a:gd name="connsiteX218" fmla="*/ 2307986 w 11269336"/>
              <a:gd name="connsiteY218" fmla="*/ 2035583 h 2323145"/>
              <a:gd name="connsiteX219" fmla="*/ 2285481 w 11269336"/>
              <a:gd name="connsiteY219" fmla="*/ 2045197 h 2323145"/>
              <a:gd name="connsiteX220" fmla="*/ 2273666 w 11269336"/>
              <a:gd name="connsiteY220" fmla="*/ 2048710 h 2323145"/>
              <a:gd name="connsiteX221" fmla="*/ 2270719 w 11269336"/>
              <a:gd name="connsiteY221" fmla="*/ 2052702 h 2323145"/>
              <a:gd name="connsiteX222" fmla="*/ 2253080 w 11269336"/>
              <a:gd name="connsiteY222" fmla="*/ 2056363 h 2323145"/>
              <a:gd name="connsiteX223" fmla="*/ 2250906 w 11269336"/>
              <a:gd name="connsiteY223" fmla="*/ 2055654 h 2323145"/>
              <a:gd name="connsiteX224" fmla="*/ 2236905 w 11269336"/>
              <a:gd name="connsiteY224" fmla="*/ 2062882 h 2323145"/>
              <a:gd name="connsiteX225" fmla="*/ 2225830 w 11269336"/>
              <a:gd name="connsiteY225" fmla="*/ 2074027 h 2323145"/>
              <a:gd name="connsiteX226" fmla="*/ 2073776 w 11269336"/>
              <a:gd name="connsiteY226" fmla="*/ 2089244 h 2323145"/>
              <a:gd name="connsiteX227" fmla="*/ 1948256 w 11269336"/>
              <a:gd name="connsiteY227" fmla="*/ 2146616 h 2323145"/>
              <a:gd name="connsiteX228" fmla="*/ 1865582 w 11269336"/>
              <a:gd name="connsiteY228" fmla="*/ 2153738 h 2323145"/>
              <a:gd name="connsiteX229" fmla="*/ 1835210 w 11269336"/>
              <a:gd name="connsiteY229" fmla="*/ 2134244 h 2323145"/>
              <a:gd name="connsiteX230" fmla="*/ 1632661 w 11269336"/>
              <a:gd name="connsiteY230" fmla="*/ 2173882 h 2323145"/>
              <a:gd name="connsiteX231" fmla="*/ 1579590 w 11269336"/>
              <a:gd name="connsiteY231" fmla="*/ 2173680 h 2323145"/>
              <a:gd name="connsiteX232" fmla="*/ 1535601 w 11269336"/>
              <a:gd name="connsiteY232" fmla="*/ 2194590 h 2323145"/>
              <a:gd name="connsiteX233" fmla="*/ 1515594 w 11269336"/>
              <a:gd name="connsiteY233" fmla="*/ 2189622 h 2323145"/>
              <a:gd name="connsiteX234" fmla="*/ 1512113 w 11269336"/>
              <a:gd name="connsiteY234" fmla="*/ 2188534 h 2323145"/>
              <a:gd name="connsiteX235" fmla="*/ 1498838 w 11269336"/>
              <a:gd name="connsiteY235" fmla="*/ 2189213 h 2323145"/>
              <a:gd name="connsiteX236" fmla="*/ 1494279 w 11269336"/>
              <a:gd name="connsiteY236" fmla="*/ 2183112 h 2323145"/>
              <a:gd name="connsiteX237" fmla="*/ 1473714 w 11269336"/>
              <a:gd name="connsiteY237" fmla="*/ 2179625 h 2323145"/>
              <a:gd name="connsiteX238" fmla="*/ 1449503 w 11269336"/>
              <a:gd name="connsiteY238" fmla="*/ 2182633 h 2323145"/>
              <a:gd name="connsiteX239" fmla="*/ 1266687 w 11269336"/>
              <a:gd name="connsiteY239" fmla="*/ 2212688 h 2323145"/>
              <a:gd name="connsiteX240" fmla="*/ 1239614 w 11269336"/>
              <a:gd name="connsiteY240" fmla="*/ 2209727 h 2323145"/>
              <a:gd name="connsiteX241" fmla="*/ 1202436 w 11269336"/>
              <a:gd name="connsiteY241" fmla="*/ 2209817 h 2323145"/>
              <a:gd name="connsiteX242" fmla="*/ 1136097 w 11269336"/>
              <a:gd name="connsiteY242" fmla="*/ 2205112 h 2323145"/>
              <a:gd name="connsiteX243" fmla="*/ 988232 w 11269336"/>
              <a:gd name="connsiteY243" fmla="*/ 2235635 h 2323145"/>
              <a:gd name="connsiteX244" fmla="*/ 981959 w 11269336"/>
              <a:gd name="connsiteY244" fmla="*/ 2231607 h 2323145"/>
              <a:gd name="connsiteX245" fmla="*/ 938600 w 11269336"/>
              <a:gd name="connsiteY245" fmla="*/ 2238113 h 2323145"/>
              <a:gd name="connsiteX246" fmla="*/ 791788 w 11269336"/>
              <a:gd name="connsiteY246" fmla="*/ 2293224 h 2323145"/>
              <a:gd name="connsiteX247" fmla="*/ 706914 w 11269336"/>
              <a:gd name="connsiteY247" fmla="*/ 2305046 h 2323145"/>
              <a:gd name="connsiteX248" fmla="*/ 675971 w 11269336"/>
              <a:gd name="connsiteY248" fmla="*/ 2304030 h 2323145"/>
              <a:gd name="connsiteX249" fmla="*/ 624180 w 11269336"/>
              <a:gd name="connsiteY249" fmla="*/ 2302650 h 2323145"/>
              <a:gd name="connsiteX250" fmla="*/ 583453 w 11269336"/>
              <a:gd name="connsiteY250" fmla="*/ 2288788 h 2323145"/>
              <a:gd name="connsiteX251" fmla="*/ 540946 w 11269336"/>
              <a:gd name="connsiteY251" fmla="*/ 2292721 h 2323145"/>
              <a:gd name="connsiteX252" fmla="*/ 533680 w 11269336"/>
              <a:gd name="connsiteY252" fmla="*/ 2310233 h 2323145"/>
              <a:gd name="connsiteX253" fmla="*/ 487366 w 11269336"/>
              <a:gd name="connsiteY253" fmla="*/ 2309053 h 2323145"/>
              <a:gd name="connsiteX254" fmla="*/ 416820 w 11269336"/>
              <a:gd name="connsiteY254" fmla="*/ 2305443 h 2323145"/>
              <a:gd name="connsiteX255" fmla="*/ 376805 w 11269336"/>
              <a:gd name="connsiteY255" fmla="*/ 2307647 h 2323145"/>
              <a:gd name="connsiteX256" fmla="*/ 266777 w 11269336"/>
              <a:gd name="connsiteY256" fmla="*/ 2309012 h 2323145"/>
              <a:gd name="connsiteX257" fmla="*/ 156013 w 11269336"/>
              <a:gd name="connsiteY257" fmla="*/ 2306832 h 2323145"/>
              <a:gd name="connsiteX258" fmla="*/ 87258 w 11269336"/>
              <a:gd name="connsiteY258" fmla="*/ 2285511 h 2323145"/>
              <a:gd name="connsiteX259" fmla="*/ 23798 w 11269336"/>
              <a:gd name="connsiteY259" fmla="*/ 2281822 h 2323145"/>
              <a:gd name="connsiteX260" fmla="*/ 0 w 11269336"/>
              <a:gd name="connsiteY260" fmla="*/ 2285369 h 2323145"/>
              <a:gd name="connsiteX261" fmla="*/ 0 w 11269336"/>
              <a:gd name="connsiteY261"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807902 w 11269336"/>
              <a:gd name="connsiteY135" fmla="*/ 2138894 h 2323145"/>
              <a:gd name="connsiteX136" fmla="*/ 4765388 w 11269336"/>
              <a:gd name="connsiteY136" fmla="*/ 2162525 h 2323145"/>
              <a:gd name="connsiteX137" fmla="*/ 4745033 w 11269336"/>
              <a:gd name="connsiteY137" fmla="*/ 2158859 h 2323145"/>
              <a:gd name="connsiteX138" fmla="*/ 4741475 w 11269336"/>
              <a:gd name="connsiteY138" fmla="*/ 2157998 h 2323145"/>
              <a:gd name="connsiteX139" fmla="*/ 4728247 w 11269336"/>
              <a:gd name="connsiteY139" fmla="*/ 2159526 h 2323145"/>
              <a:gd name="connsiteX140" fmla="*/ 4723263 w 11269336"/>
              <a:gd name="connsiteY140" fmla="*/ 2153742 h 2323145"/>
              <a:gd name="connsiteX141" fmla="*/ 4702453 w 11269336"/>
              <a:gd name="connsiteY141" fmla="*/ 2151586 h 2323145"/>
              <a:gd name="connsiteX142" fmla="*/ 4593061 w 11269336"/>
              <a:gd name="connsiteY142" fmla="*/ 2171597 h 2323145"/>
              <a:gd name="connsiteX143" fmla="*/ 4533444 w 11269336"/>
              <a:gd name="connsiteY143" fmla="*/ 2181200 h 2323145"/>
              <a:gd name="connsiteX144" fmla="*/ 4492832 w 11269336"/>
              <a:gd name="connsiteY144" fmla="*/ 2188033 h 2323145"/>
              <a:gd name="connsiteX145" fmla="*/ 4467257 w 11269336"/>
              <a:gd name="connsiteY145" fmla="*/ 2196121 h 2323145"/>
              <a:gd name="connsiteX146" fmla="*/ 4459937 w 11269336"/>
              <a:gd name="connsiteY146" fmla="*/ 2195182 h 2323145"/>
              <a:gd name="connsiteX147" fmla="*/ 4433312 w 11269336"/>
              <a:gd name="connsiteY147" fmla="*/ 2199004 h 2323145"/>
              <a:gd name="connsiteX148" fmla="*/ 4420601 w 11269336"/>
              <a:gd name="connsiteY148" fmla="*/ 2205158 h 2323145"/>
              <a:gd name="connsiteX149" fmla="*/ 4405765 w 11269336"/>
              <a:gd name="connsiteY149" fmla="*/ 2199902 h 2323145"/>
              <a:gd name="connsiteX150" fmla="*/ 4401354 w 11269336"/>
              <a:gd name="connsiteY150" fmla="*/ 2194745 h 2323145"/>
              <a:gd name="connsiteX151" fmla="*/ 4383151 w 11269336"/>
              <a:gd name="connsiteY151" fmla="*/ 2201140 h 2323145"/>
              <a:gd name="connsiteX152" fmla="*/ 4366646 w 11269336"/>
              <a:gd name="connsiteY152" fmla="*/ 2198564 h 2323145"/>
              <a:gd name="connsiteX153" fmla="*/ 4354009 w 11269336"/>
              <a:gd name="connsiteY153" fmla="*/ 2204984 h 2323145"/>
              <a:gd name="connsiteX154" fmla="*/ 4348284 w 11269336"/>
              <a:gd name="connsiteY154" fmla="*/ 2205270 h 2323145"/>
              <a:gd name="connsiteX155" fmla="*/ 4333906 w 11269336"/>
              <a:gd name="connsiteY155" fmla="*/ 2205251 h 2323145"/>
              <a:gd name="connsiteX156" fmla="*/ 4308819 w 11269336"/>
              <a:gd name="connsiteY156" fmla="*/ 2203822 h 2323145"/>
              <a:gd name="connsiteX157" fmla="*/ 4301210 w 11269336"/>
              <a:gd name="connsiteY157" fmla="*/ 2204456 h 2323145"/>
              <a:gd name="connsiteX158" fmla="*/ 4283095 w 11269336"/>
              <a:gd name="connsiteY158" fmla="*/ 2198177 h 2323145"/>
              <a:gd name="connsiteX159" fmla="*/ 4250119 w 11269336"/>
              <a:gd name="connsiteY159" fmla="*/ 2196342 h 2323145"/>
              <a:gd name="connsiteX160" fmla="*/ 4189203 w 11269336"/>
              <a:gd name="connsiteY160" fmla="*/ 2178994 h 2323145"/>
              <a:gd name="connsiteX161" fmla="*/ 4154035 w 11269336"/>
              <a:gd name="connsiteY161" fmla="*/ 2171950 h 2323145"/>
              <a:gd name="connsiteX162" fmla="*/ 4129569 w 11269336"/>
              <a:gd name="connsiteY162" fmla="*/ 2163850 h 2323145"/>
              <a:gd name="connsiteX163" fmla="*/ 4061250 w 11269336"/>
              <a:gd name="connsiteY163" fmla="*/ 2159236 h 2323145"/>
              <a:gd name="connsiteX164" fmla="*/ 3945480 w 11269336"/>
              <a:gd name="connsiteY164" fmla="*/ 2158279 h 2323145"/>
              <a:gd name="connsiteX165" fmla="*/ 3921468 w 11269336"/>
              <a:gd name="connsiteY165" fmla="*/ 2156588 h 2323145"/>
              <a:gd name="connsiteX166" fmla="*/ 3903348 w 11269336"/>
              <a:gd name="connsiteY166" fmla="*/ 2149220 h 2323145"/>
              <a:gd name="connsiteX167" fmla="*/ 3901342 w 11269336"/>
              <a:gd name="connsiteY167" fmla="*/ 2142355 h 2323145"/>
              <a:gd name="connsiteX168" fmla="*/ 3888539 w 11269336"/>
              <a:gd name="connsiteY168" fmla="*/ 2140476 h 2323145"/>
              <a:gd name="connsiteX169" fmla="*/ 3885662 w 11269336"/>
              <a:gd name="connsiteY169" fmla="*/ 2138740 h 2323145"/>
              <a:gd name="connsiteX170" fmla="*/ 3868627 w 11269336"/>
              <a:gd name="connsiteY170" fmla="*/ 2130023 h 2323145"/>
              <a:gd name="connsiteX171" fmla="*/ 3819177 w 11269336"/>
              <a:gd name="connsiteY171" fmla="*/ 2142111 h 2323145"/>
              <a:gd name="connsiteX172" fmla="*/ 3769100 w 11269336"/>
              <a:gd name="connsiteY172" fmla="*/ 2131731 h 2323145"/>
              <a:gd name="connsiteX173" fmla="*/ 3562752 w 11269336"/>
              <a:gd name="connsiteY173" fmla="*/ 2131785 h 2323145"/>
              <a:gd name="connsiteX174" fmla="*/ 3541402 w 11269336"/>
              <a:gd name="connsiteY174" fmla="*/ 2106821 h 2323145"/>
              <a:gd name="connsiteX175" fmla="*/ 3365341 w 11269336"/>
              <a:gd name="connsiteY175" fmla="*/ 2077638 h 2323145"/>
              <a:gd name="connsiteX176" fmla="*/ 3170922 w 11269336"/>
              <a:gd name="connsiteY176" fmla="*/ 2115957 h 2323145"/>
              <a:gd name="connsiteX177" fmla="*/ 3156256 w 11269336"/>
              <a:gd name="connsiteY177" fmla="*/ 2124773 h 2323145"/>
              <a:gd name="connsiteX178" fmla="*/ 3140298 w 11269336"/>
              <a:gd name="connsiteY178" fmla="*/ 2129182 h 2323145"/>
              <a:gd name="connsiteX179" fmla="*/ 3138514 w 11269336"/>
              <a:gd name="connsiteY179" fmla="*/ 2128069 h 2323145"/>
              <a:gd name="connsiteX180" fmla="*/ 3120467 w 11269336"/>
              <a:gd name="connsiteY180" fmla="*/ 2128281 h 2323145"/>
              <a:gd name="connsiteX181" fmla="*/ 3116175 w 11269336"/>
              <a:gd name="connsiteY181" fmla="*/ 2131633 h 2323145"/>
              <a:gd name="connsiteX182" fmla="*/ 3103685 w 11269336"/>
              <a:gd name="connsiteY182" fmla="*/ 2132814 h 2323145"/>
              <a:gd name="connsiteX183" fmla="*/ 3078794 w 11269336"/>
              <a:gd name="connsiteY183" fmla="*/ 2137935 h 2323145"/>
              <a:gd name="connsiteX184" fmla="*/ 3074407 w 11269336"/>
              <a:gd name="connsiteY184" fmla="*/ 2136274 h 2323145"/>
              <a:gd name="connsiteX185" fmla="*/ 3037285 w 11269336"/>
              <a:gd name="connsiteY185" fmla="*/ 2139919 h 2323145"/>
              <a:gd name="connsiteX186" fmla="*/ 3036901 w 11269336"/>
              <a:gd name="connsiteY186" fmla="*/ 2138726 h 2323145"/>
              <a:gd name="connsiteX187" fmla="*/ 3026996 w 11269336"/>
              <a:gd name="connsiteY187" fmla="*/ 2134322 h 2323145"/>
              <a:gd name="connsiteX188" fmla="*/ 3007772 w 11269336"/>
              <a:gd name="connsiteY188" fmla="*/ 2128742 h 2323145"/>
              <a:gd name="connsiteX189" fmla="*/ 2965030 w 11269336"/>
              <a:gd name="connsiteY189" fmla="*/ 2100494 h 2323145"/>
              <a:gd name="connsiteX190" fmla="*/ 2926342 w 11269336"/>
              <a:gd name="connsiteY190" fmla="*/ 2104155 h 2323145"/>
              <a:gd name="connsiteX191" fmla="*/ 2918608 w 11269336"/>
              <a:gd name="connsiteY191" fmla="*/ 2104215 h 2323145"/>
              <a:gd name="connsiteX192" fmla="*/ 2918475 w 11269336"/>
              <a:gd name="connsiteY192" fmla="*/ 2103937 h 2323145"/>
              <a:gd name="connsiteX193" fmla="*/ 2910360 w 11269336"/>
              <a:gd name="connsiteY193" fmla="*/ 2103444 h 2323145"/>
              <a:gd name="connsiteX194" fmla="*/ 2904507 w 11269336"/>
              <a:gd name="connsiteY194" fmla="*/ 2104326 h 2323145"/>
              <a:gd name="connsiteX195" fmla="*/ 2889503 w 11269336"/>
              <a:gd name="connsiteY195" fmla="*/ 2104443 h 2323145"/>
              <a:gd name="connsiteX196" fmla="*/ 2884480 w 11269336"/>
              <a:gd name="connsiteY196" fmla="*/ 2102626 h 2323145"/>
              <a:gd name="connsiteX197" fmla="*/ 2882689 w 11269336"/>
              <a:gd name="connsiteY197" fmla="*/ 2099228 h 2323145"/>
              <a:gd name="connsiteX198" fmla="*/ 2881291 w 11269336"/>
              <a:gd name="connsiteY198" fmla="*/ 2099618 h 2323145"/>
              <a:gd name="connsiteX199" fmla="*/ 2853979 w 11269336"/>
              <a:gd name="connsiteY199" fmla="*/ 2090388 h 2323145"/>
              <a:gd name="connsiteX200" fmla="*/ 2791790 w 11269336"/>
              <a:gd name="connsiteY200" fmla="*/ 2080332 h 2323145"/>
              <a:gd name="connsiteX201" fmla="*/ 2755844 w 11269336"/>
              <a:gd name="connsiteY201" fmla="*/ 2078874 h 2323145"/>
              <a:gd name="connsiteX202" fmla="*/ 2657742 w 11269336"/>
              <a:gd name="connsiteY202" fmla="*/ 2070179 h 2323145"/>
              <a:gd name="connsiteX203" fmla="*/ 2559549 w 11269336"/>
              <a:gd name="connsiteY203" fmla="*/ 2057873 h 2323145"/>
              <a:gd name="connsiteX204" fmla="*/ 2512054 w 11269336"/>
              <a:gd name="connsiteY204" fmla="*/ 2031671 h 2323145"/>
              <a:gd name="connsiteX205" fmla="*/ 2506437 w 11269336"/>
              <a:gd name="connsiteY205" fmla="*/ 2030918 h 2323145"/>
              <a:gd name="connsiteX206" fmla="*/ 2491752 w 11269336"/>
              <a:gd name="connsiteY206" fmla="*/ 2033906 h 2323145"/>
              <a:gd name="connsiteX207" fmla="*/ 2486338 w 11269336"/>
              <a:gd name="connsiteY207" fmla="*/ 2035862 h 2323145"/>
              <a:gd name="connsiteX208" fmla="*/ 2478186 w 11269336"/>
              <a:gd name="connsiteY208" fmla="*/ 2036953 h 2323145"/>
              <a:gd name="connsiteX209" fmla="*/ 2477950 w 11269336"/>
              <a:gd name="connsiteY209" fmla="*/ 2036715 h 2323145"/>
              <a:gd name="connsiteX210" fmla="*/ 2470381 w 11269336"/>
              <a:gd name="connsiteY210" fmla="*/ 2038256 h 2323145"/>
              <a:gd name="connsiteX211" fmla="*/ 2433781 w 11269336"/>
              <a:gd name="connsiteY211" fmla="*/ 2049140 h 2323145"/>
              <a:gd name="connsiteX212" fmla="*/ 2381172 w 11269336"/>
              <a:gd name="connsiteY212" fmla="*/ 2030645 h 2323145"/>
              <a:gd name="connsiteX213" fmla="*/ 2360198 w 11269336"/>
              <a:gd name="connsiteY213" fmla="*/ 2029059 h 2323145"/>
              <a:gd name="connsiteX214" fmla="*/ 2348815 w 11269336"/>
              <a:gd name="connsiteY214" fmla="*/ 2026798 h 2323145"/>
              <a:gd name="connsiteX215" fmla="*/ 2347988 w 11269336"/>
              <a:gd name="connsiteY215" fmla="*/ 2025745 h 2323145"/>
              <a:gd name="connsiteX216" fmla="*/ 2312920 w 11269336"/>
              <a:gd name="connsiteY216" fmla="*/ 2036311 h 2323145"/>
              <a:gd name="connsiteX217" fmla="*/ 2307986 w 11269336"/>
              <a:gd name="connsiteY217" fmla="*/ 2035583 h 2323145"/>
              <a:gd name="connsiteX218" fmla="*/ 2285481 w 11269336"/>
              <a:gd name="connsiteY218" fmla="*/ 2045197 h 2323145"/>
              <a:gd name="connsiteX219" fmla="*/ 2273666 w 11269336"/>
              <a:gd name="connsiteY219" fmla="*/ 2048710 h 2323145"/>
              <a:gd name="connsiteX220" fmla="*/ 2270719 w 11269336"/>
              <a:gd name="connsiteY220" fmla="*/ 2052702 h 2323145"/>
              <a:gd name="connsiteX221" fmla="*/ 2253080 w 11269336"/>
              <a:gd name="connsiteY221" fmla="*/ 2056363 h 2323145"/>
              <a:gd name="connsiteX222" fmla="*/ 2250906 w 11269336"/>
              <a:gd name="connsiteY222" fmla="*/ 2055654 h 2323145"/>
              <a:gd name="connsiteX223" fmla="*/ 2236905 w 11269336"/>
              <a:gd name="connsiteY223" fmla="*/ 2062882 h 2323145"/>
              <a:gd name="connsiteX224" fmla="*/ 2225830 w 11269336"/>
              <a:gd name="connsiteY224" fmla="*/ 2074027 h 2323145"/>
              <a:gd name="connsiteX225" fmla="*/ 2073776 w 11269336"/>
              <a:gd name="connsiteY225" fmla="*/ 2089244 h 2323145"/>
              <a:gd name="connsiteX226" fmla="*/ 1948256 w 11269336"/>
              <a:gd name="connsiteY226" fmla="*/ 2146616 h 2323145"/>
              <a:gd name="connsiteX227" fmla="*/ 1865582 w 11269336"/>
              <a:gd name="connsiteY227" fmla="*/ 2153738 h 2323145"/>
              <a:gd name="connsiteX228" fmla="*/ 1835210 w 11269336"/>
              <a:gd name="connsiteY228" fmla="*/ 2134244 h 2323145"/>
              <a:gd name="connsiteX229" fmla="*/ 1632661 w 11269336"/>
              <a:gd name="connsiteY229" fmla="*/ 2173882 h 2323145"/>
              <a:gd name="connsiteX230" fmla="*/ 1579590 w 11269336"/>
              <a:gd name="connsiteY230" fmla="*/ 2173680 h 2323145"/>
              <a:gd name="connsiteX231" fmla="*/ 1535601 w 11269336"/>
              <a:gd name="connsiteY231" fmla="*/ 2194590 h 2323145"/>
              <a:gd name="connsiteX232" fmla="*/ 1515594 w 11269336"/>
              <a:gd name="connsiteY232" fmla="*/ 2189622 h 2323145"/>
              <a:gd name="connsiteX233" fmla="*/ 1512113 w 11269336"/>
              <a:gd name="connsiteY233" fmla="*/ 2188534 h 2323145"/>
              <a:gd name="connsiteX234" fmla="*/ 1498838 w 11269336"/>
              <a:gd name="connsiteY234" fmla="*/ 2189213 h 2323145"/>
              <a:gd name="connsiteX235" fmla="*/ 1494279 w 11269336"/>
              <a:gd name="connsiteY235" fmla="*/ 2183112 h 2323145"/>
              <a:gd name="connsiteX236" fmla="*/ 1473714 w 11269336"/>
              <a:gd name="connsiteY236" fmla="*/ 2179625 h 2323145"/>
              <a:gd name="connsiteX237" fmla="*/ 1449503 w 11269336"/>
              <a:gd name="connsiteY237" fmla="*/ 2182633 h 2323145"/>
              <a:gd name="connsiteX238" fmla="*/ 1266687 w 11269336"/>
              <a:gd name="connsiteY238" fmla="*/ 2212688 h 2323145"/>
              <a:gd name="connsiteX239" fmla="*/ 1239614 w 11269336"/>
              <a:gd name="connsiteY239" fmla="*/ 2209727 h 2323145"/>
              <a:gd name="connsiteX240" fmla="*/ 1202436 w 11269336"/>
              <a:gd name="connsiteY240" fmla="*/ 2209817 h 2323145"/>
              <a:gd name="connsiteX241" fmla="*/ 1136097 w 11269336"/>
              <a:gd name="connsiteY241" fmla="*/ 2205112 h 2323145"/>
              <a:gd name="connsiteX242" fmla="*/ 988232 w 11269336"/>
              <a:gd name="connsiteY242" fmla="*/ 2235635 h 2323145"/>
              <a:gd name="connsiteX243" fmla="*/ 981959 w 11269336"/>
              <a:gd name="connsiteY243" fmla="*/ 2231607 h 2323145"/>
              <a:gd name="connsiteX244" fmla="*/ 938600 w 11269336"/>
              <a:gd name="connsiteY244" fmla="*/ 2238113 h 2323145"/>
              <a:gd name="connsiteX245" fmla="*/ 791788 w 11269336"/>
              <a:gd name="connsiteY245" fmla="*/ 2293224 h 2323145"/>
              <a:gd name="connsiteX246" fmla="*/ 706914 w 11269336"/>
              <a:gd name="connsiteY246" fmla="*/ 2305046 h 2323145"/>
              <a:gd name="connsiteX247" fmla="*/ 675971 w 11269336"/>
              <a:gd name="connsiteY247" fmla="*/ 2304030 h 2323145"/>
              <a:gd name="connsiteX248" fmla="*/ 624180 w 11269336"/>
              <a:gd name="connsiteY248" fmla="*/ 2302650 h 2323145"/>
              <a:gd name="connsiteX249" fmla="*/ 583453 w 11269336"/>
              <a:gd name="connsiteY249" fmla="*/ 2288788 h 2323145"/>
              <a:gd name="connsiteX250" fmla="*/ 540946 w 11269336"/>
              <a:gd name="connsiteY250" fmla="*/ 2292721 h 2323145"/>
              <a:gd name="connsiteX251" fmla="*/ 533680 w 11269336"/>
              <a:gd name="connsiteY251" fmla="*/ 2310233 h 2323145"/>
              <a:gd name="connsiteX252" fmla="*/ 487366 w 11269336"/>
              <a:gd name="connsiteY252" fmla="*/ 2309053 h 2323145"/>
              <a:gd name="connsiteX253" fmla="*/ 416820 w 11269336"/>
              <a:gd name="connsiteY253" fmla="*/ 2305443 h 2323145"/>
              <a:gd name="connsiteX254" fmla="*/ 376805 w 11269336"/>
              <a:gd name="connsiteY254" fmla="*/ 2307647 h 2323145"/>
              <a:gd name="connsiteX255" fmla="*/ 266777 w 11269336"/>
              <a:gd name="connsiteY255" fmla="*/ 2309012 h 2323145"/>
              <a:gd name="connsiteX256" fmla="*/ 156013 w 11269336"/>
              <a:gd name="connsiteY256" fmla="*/ 2306832 h 2323145"/>
              <a:gd name="connsiteX257" fmla="*/ 87258 w 11269336"/>
              <a:gd name="connsiteY257" fmla="*/ 2285511 h 2323145"/>
              <a:gd name="connsiteX258" fmla="*/ 23798 w 11269336"/>
              <a:gd name="connsiteY258" fmla="*/ 2281822 h 2323145"/>
              <a:gd name="connsiteX259" fmla="*/ 0 w 11269336"/>
              <a:gd name="connsiteY259" fmla="*/ 2285369 h 2323145"/>
              <a:gd name="connsiteX260" fmla="*/ 0 w 11269336"/>
              <a:gd name="connsiteY260"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807902 w 11269336"/>
              <a:gd name="connsiteY135" fmla="*/ 2138894 h 2323145"/>
              <a:gd name="connsiteX136" fmla="*/ 4765388 w 11269336"/>
              <a:gd name="connsiteY136" fmla="*/ 2162525 h 2323145"/>
              <a:gd name="connsiteX137" fmla="*/ 4745033 w 11269336"/>
              <a:gd name="connsiteY137" fmla="*/ 2158859 h 2323145"/>
              <a:gd name="connsiteX138" fmla="*/ 4741475 w 11269336"/>
              <a:gd name="connsiteY138" fmla="*/ 2157998 h 2323145"/>
              <a:gd name="connsiteX139" fmla="*/ 4728247 w 11269336"/>
              <a:gd name="connsiteY139" fmla="*/ 2159526 h 2323145"/>
              <a:gd name="connsiteX140" fmla="*/ 4723263 w 11269336"/>
              <a:gd name="connsiteY140" fmla="*/ 2153742 h 2323145"/>
              <a:gd name="connsiteX141" fmla="*/ 4593061 w 11269336"/>
              <a:gd name="connsiteY141" fmla="*/ 2171597 h 2323145"/>
              <a:gd name="connsiteX142" fmla="*/ 4533444 w 11269336"/>
              <a:gd name="connsiteY142" fmla="*/ 2181200 h 2323145"/>
              <a:gd name="connsiteX143" fmla="*/ 4492832 w 11269336"/>
              <a:gd name="connsiteY143" fmla="*/ 2188033 h 2323145"/>
              <a:gd name="connsiteX144" fmla="*/ 4467257 w 11269336"/>
              <a:gd name="connsiteY144" fmla="*/ 2196121 h 2323145"/>
              <a:gd name="connsiteX145" fmla="*/ 4459937 w 11269336"/>
              <a:gd name="connsiteY145" fmla="*/ 2195182 h 2323145"/>
              <a:gd name="connsiteX146" fmla="*/ 4433312 w 11269336"/>
              <a:gd name="connsiteY146" fmla="*/ 2199004 h 2323145"/>
              <a:gd name="connsiteX147" fmla="*/ 4420601 w 11269336"/>
              <a:gd name="connsiteY147" fmla="*/ 2205158 h 2323145"/>
              <a:gd name="connsiteX148" fmla="*/ 4405765 w 11269336"/>
              <a:gd name="connsiteY148" fmla="*/ 2199902 h 2323145"/>
              <a:gd name="connsiteX149" fmla="*/ 4401354 w 11269336"/>
              <a:gd name="connsiteY149" fmla="*/ 2194745 h 2323145"/>
              <a:gd name="connsiteX150" fmla="*/ 4383151 w 11269336"/>
              <a:gd name="connsiteY150" fmla="*/ 2201140 h 2323145"/>
              <a:gd name="connsiteX151" fmla="*/ 4366646 w 11269336"/>
              <a:gd name="connsiteY151" fmla="*/ 2198564 h 2323145"/>
              <a:gd name="connsiteX152" fmla="*/ 4354009 w 11269336"/>
              <a:gd name="connsiteY152" fmla="*/ 2204984 h 2323145"/>
              <a:gd name="connsiteX153" fmla="*/ 4348284 w 11269336"/>
              <a:gd name="connsiteY153" fmla="*/ 2205270 h 2323145"/>
              <a:gd name="connsiteX154" fmla="*/ 4333906 w 11269336"/>
              <a:gd name="connsiteY154" fmla="*/ 2205251 h 2323145"/>
              <a:gd name="connsiteX155" fmla="*/ 4308819 w 11269336"/>
              <a:gd name="connsiteY155" fmla="*/ 2203822 h 2323145"/>
              <a:gd name="connsiteX156" fmla="*/ 4301210 w 11269336"/>
              <a:gd name="connsiteY156" fmla="*/ 2204456 h 2323145"/>
              <a:gd name="connsiteX157" fmla="*/ 4283095 w 11269336"/>
              <a:gd name="connsiteY157" fmla="*/ 2198177 h 2323145"/>
              <a:gd name="connsiteX158" fmla="*/ 4250119 w 11269336"/>
              <a:gd name="connsiteY158" fmla="*/ 2196342 h 2323145"/>
              <a:gd name="connsiteX159" fmla="*/ 4189203 w 11269336"/>
              <a:gd name="connsiteY159" fmla="*/ 2178994 h 2323145"/>
              <a:gd name="connsiteX160" fmla="*/ 4154035 w 11269336"/>
              <a:gd name="connsiteY160" fmla="*/ 2171950 h 2323145"/>
              <a:gd name="connsiteX161" fmla="*/ 4129569 w 11269336"/>
              <a:gd name="connsiteY161" fmla="*/ 2163850 h 2323145"/>
              <a:gd name="connsiteX162" fmla="*/ 4061250 w 11269336"/>
              <a:gd name="connsiteY162" fmla="*/ 2159236 h 2323145"/>
              <a:gd name="connsiteX163" fmla="*/ 3945480 w 11269336"/>
              <a:gd name="connsiteY163" fmla="*/ 2158279 h 2323145"/>
              <a:gd name="connsiteX164" fmla="*/ 3921468 w 11269336"/>
              <a:gd name="connsiteY164" fmla="*/ 2156588 h 2323145"/>
              <a:gd name="connsiteX165" fmla="*/ 3903348 w 11269336"/>
              <a:gd name="connsiteY165" fmla="*/ 2149220 h 2323145"/>
              <a:gd name="connsiteX166" fmla="*/ 3901342 w 11269336"/>
              <a:gd name="connsiteY166" fmla="*/ 2142355 h 2323145"/>
              <a:gd name="connsiteX167" fmla="*/ 3888539 w 11269336"/>
              <a:gd name="connsiteY167" fmla="*/ 2140476 h 2323145"/>
              <a:gd name="connsiteX168" fmla="*/ 3885662 w 11269336"/>
              <a:gd name="connsiteY168" fmla="*/ 2138740 h 2323145"/>
              <a:gd name="connsiteX169" fmla="*/ 3868627 w 11269336"/>
              <a:gd name="connsiteY169" fmla="*/ 2130023 h 2323145"/>
              <a:gd name="connsiteX170" fmla="*/ 3819177 w 11269336"/>
              <a:gd name="connsiteY170" fmla="*/ 2142111 h 2323145"/>
              <a:gd name="connsiteX171" fmla="*/ 3769100 w 11269336"/>
              <a:gd name="connsiteY171" fmla="*/ 2131731 h 2323145"/>
              <a:gd name="connsiteX172" fmla="*/ 3562752 w 11269336"/>
              <a:gd name="connsiteY172" fmla="*/ 2131785 h 2323145"/>
              <a:gd name="connsiteX173" fmla="*/ 3541402 w 11269336"/>
              <a:gd name="connsiteY173" fmla="*/ 2106821 h 2323145"/>
              <a:gd name="connsiteX174" fmla="*/ 3365341 w 11269336"/>
              <a:gd name="connsiteY174" fmla="*/ 2077638 h 2323145"/>
              <a:gd name="connsiteX175" fmla="*/ 3170922 w 11269336"/>
              <a:gd name="connsiteY175" fmla="*/ 2115957 h 2323145"/>
              <a:gd name="connsiteX176" fmla="*/ 3156256 w 11269336"/>
              <a:gd name="connsiteY176" fmla="*/ 2124773 h 2323145"/>
              <a:gd name="connsiteX177" fmla="*/ 3140298 w 11269336"/>
              <a:gd name="connsiteY177" fmla="*/ 2129182 h 2323145"/>
              <a:gd name="connsiteX178" fmla="*/ 3138514 w 11269336"/>
              <a:gd name="connsiteY178" fmla="*/ 2128069 h 2323145"/>
              <a:gd name="connsiteX179" fmla="*/ 3120467 w 11269336"/>
              <a:gd name="connsiteY179" fmla="*/ 2128281 h 2323145"/>
              <a:gd name="connsiteX180" fmla="*/ 3116175 w 11269336"/>
              <a:gd name="connsiteY180" fmla="*/ 2131633 h 2323145"/>
              <a:gd name="connsiteX181" fmla="*/ 3103685 w 11269336"/>
              <a:gd name="connsiteY181" fmla="*/ 2132814 h 2323145"/>
              <a:gd name="connsiteX182" fmla="*/ 3078794 w 11269336"/>
              <a:gd name="connsiteY182" fmla="*/ 2137935 h 2323145"/>
              <a:gd name="connsiteX183" fmla="*/ 3074407 w 11269336"/>
              <a:gd name="connsiteY183" fmla="*/ 2136274 h 2323145"/>
              <a:gd name="connsiteX184" fmla="*/ 3037285 w 11269336"/>
              <a:gd name="connsiteY184" fmla="*/ 2139919 h 2323145"/>
              <a:gd name="connsiteX185" fmla="*/ 3036901 w 11269336"/>
              <a:gd name="connsiteY185" fmla="*/ 2138726 h 2323145"/>
              <a:gd name="connsiteX186" fmla="*/ 3026996 w 11269336"/>
              <a:gd name="connsiteY186" fmla="*/ 2134322 h 2323145"/>
              <a:gd name="connsiteX187" fmla="*/ 3007772 w 11269336"/>
              <a:gd name="connsiteY187" fmla="*/ 2128742 h 2323145"/>
              <a:gd name="connsiteX188" fmla="*/ 2965030 w 11269336"/>
              <a:gd name="connsiteY188" fmla="*/ 2100494 h 2323145"/>
              <a:gd name="connsiteX189" fmla="*/ 2926342 w 11269336"/>
              <a:gd name="connsiteY189" fmla="*/ 2104155 h 2323145"/>
              <a:gd name="connsiteX190" fmla="*/ 2918608 w 11269336"/>
              <a:gd name="connsiteY190" fmla="*/ 2104215 h 2323145"/>
              <a:gd name="connsiteX191" fmla="*/ 2918475 w 11269336"/>
              <a:gd name="connsiteY191" fmla="*/ 2103937 h 2323145"/>
              <a:gd name="connsiteX192" fmla="*/ 2910360 w 11269336"/>
              <a:gd name="connsiteY192" fmla="*/ 2103444 h 2323145"/>
              <a:gd name="connsiteX193" fmla="*/ 2904507 w 11269336"/>
              <a:gd name="connsiteY193" fmla="*/ 2104326 h 2323145"/>
              <a:gd name="connsiteX194" fmla="*/ 2889503 w 11269336"/>
              <a:gd name="connsiteY194" fmla="*/ 2104443 h 2323145"/>
              <a:gd name="connsiteX195" fmla="*/ 2884480 w 11269336"/>
              <a:gd name="connsiteY195" fmla="*/ 2102626 h 2323145"/>
              <a:gd name="connsiteX196" fmla="*/ 2882689 w 11269336"/>
              <a:gd name="connsiteY196" fmla="*/ 2099228 h 2323145"/>
              <a:gd name="connsiteX197" fmla="*/ 2881291 w 11269336"/>
              <a:gd name="connsiteY197" fmla="*/ 2099618 h 2323145"/>
              <a:gd name="connsiteX198" fmla="*/ 2853979 w 11269336"/>
              <a:gd name="connsiteY198" fmla="*/ 2090388 h 2323145"/>
              <a:gd name="connsiteX199" fmla="*/ 2791790 w 11269336"/>
              <a:gd name="connsiteY199" fmla="*/ 2080332 h 2323145"/>
              <a:gd name="connsiteX200" fmla="*/ 2755844 w 11269336"/>
              <a:gd name="connsiteY200" fmla="*/ 2078874 h 2323145"/>
              <a:gd name="connsiteX201" fmla="*/ 2657742 w 11269336"/>
              <a:gd name="connsiteY201" fmla="*/ 2070179 h 2323145"/>
              <a:gd name="connsiteX202" fmla="*/ 2559549 w 11269336"/>
              <a:gd name="connsiteY202" fmla="*/ 2057873 h 2323145"/>
              <a:gd name="connsiteX203" fmla="*/ 2512054 w 11269336"/>
              <a:gd name="connsiteY203" fmla="*/ 2031671 h 2323145"/>
              <a:gd name="connsiteX204" fmla="*/ 2506437 w 11269336"/>
              <a:gd name="connsiteY204" fmla="*/ 2030918 h 2323145"/>
              <a:gd name="connsiteX205" fmla="*/ 2491752 w 11269336"/>
              <a:gd name="connsiteY205" fmla="*/ 2033906 h 2323145"/>
              <a:gd name="connsiteX206" fmla="*/ 2486338 w 11269336"/>
              <a:gd name="connsiteY206" fmla="*/ 2035862 h 2323145"/>
              <a:gd name="connsiteX207" fmla="*/ 2478186 w 11269336"/>
              <a:gd name="connsiteY207" fmla="*/ 2036953 h 2323145"/>
              <a:gd name="connsiteX208" fmla="*/ 2477950 w 11269336"/>
              <a:gd name="connsiteY208" fmla="*/ 2036715 h 2323145"/>
              <a:gd name="connsiteX209" fmla="*/ 2470381 w 11269336"/>
              <a:gd name="connsiteY209" fmla="*/ 2038256 h 2323145"/>
              <a:gd name="connsiteX210" fmla="*/ 2433781 w 11269336"/>
              <a:gd name="connsiteY210" fmla="*/ 2049140 h 2323145"/>
              <a:gd name="connsiteX211" fmla="*/ 2381172 w 11269336"/>
              <a:gd name="connsiteY211" fmla="*/ 2030645 h 2323145"/>
              <a:gd name="connsiteX212" fmla="*/ 2360198 w 11269336"/>
              <a:gd name="connsiteY212" fmla="*/ 2029059 h 2323145"/>
              <a:gd name="connsiteX213" fmla="*/ 2348815 w 11269336"/>
              <a:gd name="connsiteY213" fmla="*/ 2026798 h 2323145"/>
              <a:gd name="connsiteX214" fmla="*/ 2347988 w 11269336"/>
              <a:gd name="connsiteY214" fmla="*/ 2025745 h 2323145"/>
              <a:gd name="connsiteX215" fmla="*/ 2312920 w 11269336"/>
              <a:gd name="connsiteY215" fmla="*/ 2036311 h 2323145"/>
              <a:gd name="connsiteX216" fmla="*/ 2307986 w 11269336"/>
              <a:gd name="connsiteY216" fmla="*/ 2035583 h 2323145"/>
              <a:gd name="connsiteX217" fmla="*/ 2285481 w 11269336"/>
              <a:gd name="connsiteY217" fmla="*/ 2045197 h 2323145"/>
              <a:gd name="connsiteX218" fmla="*/ 2273666 w 11269336"/>
              <a:gd name="connsiteY218" fmla="*/ 2048710 h 2323145"/>
              <a:gd name="connsiteX219" fmla="*/ 2270719 w 11269336"/>
              <a:gd name="connsiteY219" fmla="*/ 2052702 h 2323145"/>
              <a:gd name="connsiteX220" fmla="*/ 2253080 w 11269336"/>
              <a:gd name="connsiteY220" fmla="*/ 2056363 h 2323145"/>
              <a:gd name="connsiteX221" fmla="*/ 2250906 w 11269336"/>
              <a:gd name="connsiteY221" fmla="*/ 2055654 h 2323145"/>
              <a:gd name="connsiteX222" fmla="*/ 2236905 w 11269336"/>
              <a:gd name="connsiteY222" fmla="*/ 2062882 h 2323145"/>
              <a:gd name="connsiteX223" fmla="*/ 2225830 w 11269336"/>
              <a:gd name="connsiteY223" fmla="*/ 2074027 h 2323145"/>
              <a:gd name="connsiteX224" fmla="*/ 2073776 w 11269336"/>
              <a:gd name="connsiteY224" fmla="*/ 2089244 h 2323145"/>
              <a:gd name="connsiteX225" fmla="*/ 1948256 w 11269336"/>
              <a:gd name="connsiteY225" fmla="*/ 2146616 h 2323145"/>
              <a:gd name="connsiteX226" fmla="*/ 1865582 w 11269336"/>
              <a:gd name="connsiteY226" fmla="*/ 2153738 h 2323145"/>
              <a:gd name="connsiteX227" fmla="*/ 1835210 w 11269336"/>
              <a:gd name="connsiteY227" fmla="*/ 2134244 h 2323145"/>
              <a:gd name="connsiteX228" fmla="*/ 1632661 w 11269336"/>
              <a:gd name="connsiteY228" fmla="*/ 2173882 h 2323145"/>
              <a:gd name="connsiteX229" fmla="*/ 1579590 w 11269336"/>
              <a:gd name="connsiteY229" fmla="*/ 2173680 h 2323145"/>
              <a:gd name="connsiteX230" fmla="*/ 1535601 w 11269336"/>
              <a:gd name="connsiteY230" fmla="*/ 2194590 h 2323145"/>
              <a:gd name="connsiteX231" fmla="*/ 1515594 w 11269336"/>
              <a:gd name="connsiteY231" fmla="*/ 2189622 h 2323145"/>
              <a:gd name="connsiteX232" fmla="*/ 1512113 w 11269336"/>
              <a:gd name="connsiteY232" fmla="*/ 2188534 h 2323145"/>
              <a:gd name="connsiteX233" fmla="*/ 1498838 w 11269336"/>
              <a:gd name="connsiteY233" fmla="*/ 2189213 h 2323145"/>
              <a:gd name="connsiteX234" fmla="*/ 1494279 w 11269336"/>
              <a:gd name="connsiteY234" fmla="*/ 2183112 h 2323145"/>
              <a:gd name="connsiteX235" fmla="*/ 1473714 w 11269336"/>
              <a:gd name="connsiteY235" fmla="*/ 2179625 h 2323145"/>
              <a:gd name="connsiteX236" fmla="*/ 1449503 w 11269336"/>
              <a:gd name="connsiteY236" fmla="*/ 2182633 h 2323145"/>
              <a:gd name="connsiteX237" fmla="*/ 1266687 w 11269336"/>
              <a:gd name="connsiteY237" fmla="*/ 2212688 h 2323145"/>
              <a:gd name="connsiteX238" fmla="*/ 1239614 w 11269336"/>
              <a:gd name="connsiteY238" fmla="*/ 2209727 h 2323145"/>
              <a:gd name="connsiteX239" fmla="*/ 1202436 w 11269336"/>
              <a:gd name="connsiteY239" fmla="*/ 2209817 h 2323145"/>
              <a:gd name="connsiteX240" fmla="*/ 1136097 w 11269336"/>
              <a:gd name="connsiteY240" fmla="*/ 2205112 h 2323145"/>
              <a:gd name="connsiteX241" fmla="*/ 988232 w 11269336"/>
              <a:gd name="connsiteY241" fmla="*/ 2235635 h 2323145"/>
              <a:gd name="connsiteX242" fmla="*/ 981959 w 11269336"/>
              <a:gd name="connsiteY242" fmla="*/ 2231607 h 2323145"/>
              <a:gd name="connsiteX243" fmla="*/ 938600 w 11269336"/>
              <a:gd name="connsiteY243" fmla="*/ 2238113 h 2323145"/>
              <a:gd name="connsiteX244" fmla="*/ 791788 w 11269336"/>
              <a:gd name="connsiteY244" fmla="*/ 2293224 h 2323145"/>
              <a:gd name="connsiteX245" fmla="*/ 706914 w 11269336"/>
              <a:gd name="connsiteY245" fmla="*/ 2305046 h 2323145"/>
              <a:gd name="connsiteX246" fmla="*/ 675971 w 11269336"/>
              <a:gd name="connsiteY246" fmla="*/ 2304030 h 2323145"/>
              <a:gd name="connsiteX247" fmla="*/ 624180 w 11269336"/>
              <a:gd name="connsiteY247" fmla="*/ 2302650 h 2323145"/>
              <a:gd name="connsiteX248" fmla="*/ 583453 w 11269336"/>
              <a:gd name="connsiteY248" fmla="*/ 2288788 h 2323145"/>
              <a:gd name="connsiteX249" fmla="*/ 540946 w 11269336"/>
              <a:gd name="connsiteY249" fmla="*/ 2292721 h 2323145"/>
              <a:gd name="connsiteX250" fmla="*/ 533680 w 11269336"/>
              <a:gd name="connsiteY250" fmla="*/ 2310233 h 2323145"/>
              <a:gd name="connsiteX251" fmla="*/ 487366 w 11269336"/>
              <a:gd name="connsiteY251" fmla="*/ 2309053 h 2323145"/>
              <a:gd name="connsiteX252" fmla="*/ 416820 w 11269336"/>
              <a:gd name="connsiteY252" fmla="*/ 2305443 h 2323145"/>
              <a:gd name="connsiteX253" fmla="*/ 376805 w 11269336"/>
              <a:gd name="connsiteY253" fmla="*/ 2307647 h 2323145"/>
              <a:gd name="connsiteX254" fmla="*/ 266777 w 11269336"/>
              <a:gd name="connsiteY254" fmla="*/ 2309012 h 2323145"/>
              <a:gd name="connsiteX255" fmla="*/ 156013 w 11269336"/>
              <a:gd name="connsiteY255" fmla="*/ 2306832 h 2323145"/>
              <a:gd name="connsiteX256" fmla="*/ 87258 w 11269336"/>
              <a:gd name="connsiteY256" fmla="*/ 2285511 h 2323145"/>
              <a:gd name="connsiteX257" fmla="*/ 23798 w 11269336"/>
              <a:gd name="connsiteY257" fmla="*/ 2281822 h 2323145"/>
              <a:gd name="connsiteX258" fmla="*/ 0 w 11269336"/>
              <a:gd name="connsiteY258" fmla="*/ 2285369 h 2323145"/>
              <a:gd name="connsiteX259" fmla="*/ 0 w 11269336"/>
              <a:gd name="connsiteY259"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533444 w 11269336"/>
              <a:gd name="connsiteY141" fmla="*/ 2181200 h 2323145"/>
              <a:gd name="connsiteX142" fmla="*/ 4492832 w 11269336"/>
              <a:gd name="connsiteY142" fmla="*/ 2188033 h 2323145"/>
              <a:gd name="connsiteX143" fmla="*/ 4467257 w 11269336"/>
              <a:gd name="connsiteY143" fmla="*/ 2196121 h 2323145"/>
              <a:gd name="connsiteX144" fmla="*/ 4459937 w 11269336"/>
              <a:gd name="connsiteY144" fmla="*/ 2195182 h 2323145"/>
              <a:gd name="connsiteX145" fmla="*/ 4433312 w 11269336"/>
              <a:gd name="connsiteY145" fmla="*/ 2199004 h 2323145"/>
              <a:gd name="connsiteX146" fmla="*/ 4420601 w 11269336"/>
              <a:gd name="connsiteY146" fmla="*/ 2205158 h 2323145"/>
              <a:gd name="connsiteX147" fmla="*/ 4405765 w 11269336"/>
              <a:gd name="connsiteY147" fmla="*/ 2199902 h 2323145"/>
              <a:gd name="connsiteX148" fmla="*/ 4401354 w 11269336"/>
              <a:gd name="connsiteY148" fmla="*/ 2194745 h 2323145"/>
              <a:gd name="connsiteX149" fmla="*/ 4383151 w 11269336"/>
              <a:gd name="connsiteY149" fmla="*/ 2201140 h 2323145"/>
              <a:gd name="connsiteX150" fmla="*/ 4366646 w 11269336"/>
              <a:gd name="connsiteY150" fmla="*/ 2198564 h 2323145"/>
              <a:gd name="connsiteX151" fmla="*/ 4354009 w 11269336"/>
              <a:gd name="connsiteY151" fmla="*/ 2204984 h 2323145"/>
              <a:gd name="connsiteX152" fmla="*/ 4348284 w 11269336"/>
              <a:gd name="connsiteY152" fmla="*/ 2205270 h 2323145"/>
              <a:gd name="connsiteX153" fmla="*/ 4333906 w 11269336"/>
              <a:gd name="connsiteY153" fmla="*/ 2205251 h 2323145"/>
              <a:gd name="connsiteX154" fmla="*/ 4308819 w 11269336"/>
              <a:gd name="connsiteY154" fmla="*/ 2203822 h 2323145"/>
              <a:gd name="connsiteX155" fmla="*/ 4301210 w 11269336"/>
              <a:gd name="connsiteY155" fmla="*/ 2204456 h 2323145"/>
              <a:gd name="connsiteX156" fmla="*/ 4283095 w 11269336"/>
              <a:gd name="connsiteY156" fmla="*/ 2198177 h 2323145"/>
              <a:gd name="connsiteX157" fmla="*/ 4250119 w 11269336"/>
              <a:gd name="connsiteY157" fmla="*/ 2196342 h 2323145"/>
              <a:gd name="connsiteX158" fmla="*/ 4189203 w 11269336"/>
              <a:gd name="connsiteY158" fmla="*/ 2178994 h 2323145"/>
              <a:gd name="connsiteX159" fmla="*/ 4154035 w 11269336"/>
              <a:gd name="connsiteY159" fmla="*/ 2171950 h 2323145"/>
              <a:gd name="connsiteX160" fmla="*/ 4129569 w 11269336"/>
              <a:gd name="connsiteY160" fmla="*/ 2163850 h 2323145"/>
              <a:gd name="connsiteX161" fmla="*/ 4061250 w 11269336"/>
              <a:gd name="connsiteY161" fmla="*/ 2159236 h 2323145"/>
              <a:gd name="connsiteX162" fmla="*/ 3945480 w 11269336"/>
              <a:gd name="connsiteY162" fmla="*/ 2158279 h 2323145"/>
              <a:gd name="connsiteX163" fmla="*/ 3921468 w 11269336"/>
              <a:gd name="connsiteY163" fmla="*/ 2156588 h 2323145"/>
              <a:gd name="connsiteX164" fmla="*/ 3903348 w 11269336"/>
              <a:gd name="connsiteY164" fmla="*/ 2149220 h 2323145"/>
              <a:gd name="connsiteX165" fmla="*/ 3901342 w 11269336"/>
              <a:gd name="connsiteY165" fmla="*/ 2142355 h 2323145"/>
              <a:gd name="connsiteX166" fmla="*/ 3888539 w 11269336"/>
              <a:gd name="connsiteY166" fmla="*/ 2140476 h 2323145"/>
              <a:gd name="connsiteX167" fmla="*/ 3885662 w 11269336"/>
              <a:gd name="connsiteY167" fmla="*/ 2138740 h 2323145"/>
              <a:gd name="connsiteX168" fmla="*/ 3868627 w 11269336"/>
              <a:gd name="connsiteY168" fmla="*/ 2130023 h 2323145"/>
              <a:gd name="connsiteX169" fmla="*/ 3819177 w 11269336"/>
              <a:gd name="connsiteY169" fmla="*/ 2142111 h 2323145"/>
              <a:gd name="connsiteX170" fmla="*/ 3769100 w 11269336"/>
              <a:gd name="connsiteY170" fmla="*/ 2131731 h 2323145"/>
              <a:gd name="connsiteX171" fmla="*/ 3562752 w 11269336"/>
              <a:gd name="connsiteY171" fmla="*/ 2131785 h 2323145"/>
              <a:gd name="connsiteX172" fmla="*/ 3541402 w 11269336"/>
              <a:gd name="connsiteY172" fmla="*/ 2106821 h 2323145"/>
              <a:gd name="connsiteX173" fmla="*/ 3365341 w 11269336"/>
              <a:gd name="connsiteY173" fmla="*/ 2077638 h 2323145"/>
              <a:gd name="connsiteX174" fmla="*/ 3170922 w 11269336"/>
              <a:gd name="connsiteY174" fmla="*/ 2115957 h 2323145"/>
              <a:gd name="connsiteX175" fmla="*/ 3156256 w 11269336"/>
              <a:gd name="connsiteY175" fmla="*/ 2124773 h 2323145"/>
              <a:gd name="connsiteX176" fmla="*/ 3140298 w 11269336"/>
              <a:gd name="connsiteY176" fmla="*/ 2129182 h 2323145"/>
              <a:gd name="connsiteX177" fmla="*/ 3138514 w 11269336"/>
              <a:gd name="connsiteY177" fmla="*/ 2128069 h 2323145"/>
              <a:gd name="connsiteX178" fmla="*/ 3120467 w 11269336"/>
              <a:gd name="connsiteY178" fmla="*/ 2128281 h 2323145"/>
              <a:gd name="connsiteX179" fmla="*/ 3116175 w 11269336"/>
              <a:gd name="connsiteY179" fmla="*/ 2131633 h 2323145"/>
              <a:gd name="connsiteX180" fmla="*/ 3103685 w 11269336"/>
              <a:gd name="connsiteY180" fmla="*/ 2132814 h 2323145"/>
              <a:gd name="connsiteX181" fmla="*/ 3078794 w 11269336"/>
              <a:gd name="connsiteY181" fmla="*/ 2137935 h 2323145"/>
              <a:gd name="connsiteX182" fmla="*/ 3074407 w 11269336"/>
              <a:gd name="connsiteY182" fmla="*/ 2136274 h 2323145"/>
              <a:gd name="connsiteX183" fmla="*/ 3037285 w 11269336"/>
              <a:gd name="connsiteY183" fmla="*/ 2139919 h 2323145"/>
              <a:gd name="connsiteX184" fmla="*/ 3036901 w 11269336"/>
              <a:gd name="connsiteY184" fmla="*/ 2138726 h 2323145"/>
              <a:gd name="connsiteX185" fmla="*/ 3026996 w 11269336"/>
              <a:gd name="connsiteY185" fmla="*/ 2134322 h 2323145"/>
              <a:gd name="connsiteX186" fmla="*/ 3007772 w 11269336"/>
              <a:gd name="connsiteY186" fmla="*/ 2128742 h 2323145"/>
              <a:gd name="connsiteX187" fmla="*/ 2965030 w 11269336"/>
              <a:gd name="connsiteY187" fmla="*/ 2100494 h 2323145"/>
              <a:gd name="connsiteX188" fmla="*/ 2926342 w 11269336"/>
              <a:gd name="connsiteY188" fmla="*/ 2104155 h 2323145"/>
              <a:gd name="connsiteX189" fmla="*/ 2918608 w 11269336"/>
              <a:gd name="connsiteY189" fmla="*/ 2104215 h 2323145"/>
              <a:gd name="connsiteX190" fmla="*/ 2918475 w 11269336"/>
              <a:gd name="connsiteY190" fmla="*/ 2103937 h 2323145"/>
              <a:gd name="connsiteX191" fmla="*/ 2910360 w 11269336"/>
              <a:gd name="connsiteY191" fmla="*/ 2103444 h 2323145"/>
              <a:gd name="connsiteX192" fmla="*/ 2904507 w 11269336"/>
              <a:gd name="connsiteY192" fmla="*/ 2104326 h 2323145"/>
              <a:gd name="connsiteX193" fmla="*/ 2889503 w 11269336"/>
              <a:gd name="connsiteY193" fmla="*/ 2104443 h 2323145"/>
              <a:gd name="connsiteX194" fmla="*/ 2884480 w 11269336"/>
              <a:gd name="connsiteY194" fmla="*/ 2102626 h 2323145"/>
              <a:gd name="connsiteX195" fmla="*/ 2882689 w 11269336"/>
              <a:gd name="connsiteY195" fmla="*/ 2099228 h 2323145"/>
              <a:gd name="connsiteX196" fmla="*/ 2881291 w 11269336"/>
              <a:gd name="connsiteY196" fmla="*/ 2099618 h 2323145"/>
              <a:gd name="connsiteX197" fmla="*/ 2853979 w 11269336"/>
              <a:gd name="connsiteY197" fmla="*/ 2090388 h 2323145"/>
              <a:gd name="connsiteX198" fmla="*/ 2791790 w 11269336"/>
              <a:gd name="connsiteY198" fmla="*/ 2080332 h 2323145"/>
              <a:gd name="connsiteX199" fmla="*/ 2755844 w 11269336"/>
              <a:gd name="connsiteY199" fmla="*/ 2078874 h 2323145"/>
              <a:gd name="connsiteX200" fmla="*/ 2657742 w 11269336"/>
              <a:gd name="connsiteY200" fmla="*/ 2070179 h 2323145"/>
              <a:gd name="connsiteX201" fmla="*/ 2559549 w 11269336"/>
              <a:gd name="connsiteY201" fmla="*/ 2057873 h 2323145"/>
              <a:gd name="connsiteX202" fmla="*/ 2512054 w 11269336"/>
              <a:gd name="connsiteY202" fmla="*/ 2031671 h 2323145"/>
              <a:gd name="connsiteX203" fmla="*/ 2506437 w 11269336"/>
              <a:gd name="connsiteY203" fmla="*/ 2030918 h 2323145"/>
              <a:gd name="connsiteX204" fmla="*/ 2491752 w 11269336"/>
              <a:gd name="connsiteY204" fmla="*/ 2033906 h 2323145"/>
              <a:gd name="connsiteX205" fmla="*/ 2486338 w 11269336"/>
              <a:gd name="connsiteY205" fmla="*/ 2035862 h 2323145"/>
              <a:gd name="connsiteX206" fmla="*/ 2478186 w 11269336"/>
              <a:gd name="connsiteY206" fmla="*/ 2036953 h 2323145"/>
              <a:gd name="connsiteX207" fmla="*/ 2477950 w 11269336"/>
              <a:gd name="connsiteY207" fmla="*/ 2036715 h 2323145"/>
              <a:gd name="connsiteX208" fmla="*/ 2470381 w 11269336"/>
              <a:gd name="connsiteY208" fmla="*/ 2038256 h 2323145"/>
              <a:gd name="connsiteX209" fmla="*/ 2433781 w 11269336"/>
              <a:gd name="connsiteY209" fmla="*/ 2049140 h 2323145"/>
              <a:gd name="connsiteX210" fmla="*/ 2381172 w 11269336"/>
              <a:gd name="connsiteY210" fmla="*/ 2030645 h 2323145"/>
              <a:gd name="connsiteX211" fmla="*/ 2360198 w 11269336"/>
              <a:gd name="connsiteY211" fmla="*/ 2029059 h 2323145"/>
              <a:gd name="connsiteX212" fmla="*/ 2348815 w 11269336"/>
              <a:gd name="connsiteY212" fmla="*/ 2026798 h 2323145"/>
              <a:gd name="connsiteX213" fmla="*/ 2347988 w 11269336"/>
              <a:gd name="connsiteY213" fmla="*/ 2025745 h 2323145"/>
              <a:gd name="connsiteX214" fmla="*/ 2312920 w 11269336"/>
              <a:gd name="connsiteY214" fmla="*/ 2036311 h 2323145"/>
              <a:gd name="connsiteX215" fmla="*/ 2307986 w 11269336"/>
              <a:gd name="connsiteY215" fmla="*/ 2035583 h 2323145"/>
              <a:gd name="connsiteX216" fmla="*/ 2285481 w 11269336"/>
              <a:gd name="connsiteY216" fmla="*/ 2045197 h 2323145"/>
              <a:gd name="connsiteX217" fmla="*/ 2273666 w 11269336"/>
              <a:gd name="connsiteY217" fmla="*/ 2048710 h 2323145"/>
              <a:gd name="connsiteX218" fmla="*/ 2270719 w 11269336"/>
              <a:gd name="connsiteY218" fmla="*/ 2052702 h 2323145"/>
              <a:gd name="connsiteX219" fmla="*/ 2253080 w 11269336"/>
              <a:gd name="connsiteY219" fmla="*/ 2056363 h 2323145"/>
              <a:gd name="connsiteX220" fmla="*/ 2250906 w 11269336"/>
              <a:gd name="connsiteY220" fmla="*/ 2055654 h 2323145"/>
              <a:gd name="connsiteX221" fmla="*/ 2236905 w 11269336"/>
              <a:gd name="connsiteY221" fmla="*/ 2062882 h 2323145"/>
              <a:gd name="connsiteX222" fmla="*/ 2225830 w 11269336"/>
              <a:gd name="connsiteY222" fmla="*/ 2074027 h 2323145"/>
              <a:gd name="connsiteX223" fmla="*/ 2073776 w 11269336"/>
              <a:gd name="connsiteY223" fmla="*/ 2089244 h 2323145"/>
              <a:gd name="connsiteX224" fmla="*/ 1948256 w 11269336"/>
              <a:gd name="connsiteY224" fmla="*/ 2146616 h 2323145"/>
              <a:gd name="connsiteX225" fmla="*/ 1865582 w 11269336"/>
              <a:gd name="connsiteY225" fmla="*/ 2153738 h 2323145"/>
              <a:gd name="connsiteX226" fmla="*/ 1835210 w 11269336"/>
              <a:gd name="connsiteY226" fmla="*/ 2134244 h 2323145"/>
              <a:gd name="connsiteX227" fmla="*/ 1632661 w 11269336"/>
              <a:gd name="connsiteY227" fmla="*/ 2173882 h 2323145"/>
              <a:gd name="connsiteX228" fmla="*/ 1579590 w 11269336"/>
              <a:gd name="connsiteY228" fmla="*/ 2173680 h 2323145"/>
              <a:gd name="connsiteX229" fmla="*/ 1535601 w 11269336"/>
              <a:gd name="connsiteY229" fmla="*/ 2194590 h 2323145"/>
              <a:gd name="connsiteX230" fmla="*/ 1515594 w 11269336"/>
              <a:gd name="connsiteY230" fmla="*/ 2189622 h 2323145"/>
              <a:gd name="connsiteX231" fmla="*/ 1512113 w 11269336"/>
              <a:gd name="connsiteY231" fmla="*/ 2188534 h 2323145"/>
              <a:gd name="connsiteX232" fmla="*/ 1498838 w 11269336"/>
              <a:gd name="connsiteY232" fmla="*/ 2189213 h 2323145"/>
              <a:gd name="connsiteX233" fmla="*/ 1494279 w 11269336"/>
              <a:gd name="connsiteY233" fmla="*/ 2183112 h 2323145"/>
              <a:gd name="connsiteX234" fmla="*/ 1473714 w 11269336"/>
              <a:gd name="connsiteY234" fmla="*/ 2179625 h 2323145"/>
              <a:gd name="connsiteX235" fmla="*/ 1449503 w 11269336"/>
              <a:gd name="connsiteY235" fmla="*/ 2182633 h 2323145"/>
              <a:gd name="connsiteX236" fmla="*/ 1266687 w 11269336"/>
              <a:gd name="connsiteY236" fmla="*/ 2212688 h 2323145"/>
              <a:gd name="connsiteX237" fmla="*/ 1239614 w 11269336"/>
              <a:gd name="connsiteY237" fmla="*/ 2209727 h 2323145"/>
              <a:gd name="connsiteX238" fmla="*/ 1202436 w 11269336"/>
              <a:gd name="connsiteY238" fmla="*/ 2209817 h 2323145"/>
              <a:gd name="connsiteX239" fmla="*/ 1136097 w 11269336"/>
              <a:gd name="connsiteY239" fmla="*/ 2205112 h 2323145"/>
              <a:gd name="connsiteX240" fmla="*/ 988232 w 11269336"/>
              <a:gd name="connsiteY240" fmla="*/ 2235635 h 2323145"/>
              <a:gd name="connsiteX241" fmla="*/ 981959 w 11269336"/>
              <a:gd name="connsiteY241" fmla="*/ 2231607 h 2323145"/>
              <a:gd name="connsiteX242" fmla="*/ 938600 w 11269336"/>
              <a:gd name="connsiteY242" fmla="*/ 2238113 h 2323145"/>
              <a:gd name="connsiteX243" fmla="*/ 791788 w 11269336"/>
              <a:gd name="connsiteY243" fmla="*/ 2293224 h 2323145"/>
              <a:gd name="connsiteX244" fmla="*/ 706914 w 11269336"/>
              <a:gd name="connsiteY244" fmla="*/ 2305046 h 2323145"/>
              <a:gd name="connsiteX245" fmla="*/ 675971 w 11269336"/>
              <a:gd name="connsiteY245" fmla="*/ 2304030 h 2323145"/>
              <a:gd name="connsiteX246" fmla="*/ 624180 w 11269336"/>
              <a:gd name="connsiteY246" fmla="*/ 2302650 h 2323145"/>
              <a:gd name="connsiteX247" fmla="*/ 583453 w 11269336"/>
              <a:gd name="connsiteY247" fmla="*/ 2288788 h 2323145"/>
              <a:gd name="connsiteX248" fmla="*/ 540946 w 11269336"/>
              <a:gd name="connsiteY248" fmla="*/ 2292721 h 2323145"/>
              <a:gd name="connsiteX249" fmla="*/ 533680 w 11269336"/>
              <a:gd name="connsiteY249" fmla="*/ 2310233 h 2323145"/>
              <a:gd name="connsiteX250" fmla="*/ 487366 w 11269336"/>
              <a:gd name="connsiteY250" fmla="*/ 2309053 h 2323145"/>
              <a:gd name="connsiteX251" fmla="*/ 416820 w 11269336"/>
              <a:gd name="connsiteY251" fmla="*/ 2305443 h 2323145"/>
              <a:gd name="connsiteX252" fmla="*/ 376805 w 11269336"/>
              <a:gd name="connsiteY252" fmla="*/ 2307647 h 2323145"/>
              <a:gd name="connsiteX253" fmla="*/ 266777 w 11269336"/>
              <a:gd name="connsiteY253" fmla="*/ 2309012 h 2323145"/>
              <a:gd name="connsiteX254" fmla="*/ 156013 w 11269336"/>
              <a:gd name="connsiteY254" fmla="*/ 2306832 h 2323145"/>
              <a:gd name="connsiteX255" fmla="*/ 87258 w 11269336"/>
              <a:gd name="connsiteY255" fmla="*/ 2285511 h 2323145"/>
              <a:gd name="connsiteX256" fmla="*/ 23798 w 11269336"/>
              <a:gd name="connsiteY256" fmla="*/ 2281822 h 2323145"/>
              <a:gd name="connsiteX257" fmla="*/ 0 w 11269336"/>
              <a:gd name="connsiteY257" fmla="*/ 2285369 h 2323145"/>
              <a:gd name="connsiteX258" fmla="*/ 0 w 11269336"/>
              <a:gd name="connsiteY258"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533444 w 11269336"/>
              <a:gd name="connsiteY141" fmla="*/ 2181200 h 2323145"/>
              <a:gd name="connsiteX142" fmla="*/ 4492832 w 11269336"/>
              <a:gd name="connsiteY142" fmla="*/ 2188033 h 2323145"/>
              <a:gd name="connsiteX143" fmla="*/ 4467257 w 11269336"/>
              <a:gd name="connsiteY143" fmla="*/ 2196121 h 2323145"/>
              <a:gd name="connsiteX144" fmla="*/ 4459937 w 11269336"/>
              <a:gd name="connsiteY144" fmla="*/ 2195182 h 2323145"/>
              <a:gd name="connsiteX145" fmla="*/ 4433312 w 11269336"/>
              <a:gd name="connsiteY145" fmla="*/ 2199004 h 2323145"/>
              <a:gd name="connsiteX146" fmla="*/ 4420601 w 11269336"/>
              <a:gd name="connsiteY146" fmla="*/ 2205158 h 2323145"/>
              <a:gd name="connsiteX147" fmla="*/ 4405765 w 11269336"/>
              <a:gd name="connsiteY147" fmla="*/ 2199902 h 2323145"/>
              <a:gd name="connsiteX148" fmla="*/ 4401354 w 11269336"/>
              <a:gd name="connsiteY148" fmla="*/ 2194745 h 2323145"/>
              <a:gd name="connsiteX149" fmla="*/ 4366646 w 11269336"/>
              <a:gd name="connsiteY149" fmla="*/ 2198564 h 2323145"/>
              <a:gd name="connsiteX150" fmla="*/ 4354009 w 11269336"/>
              <a:gd name="connsiteY150" fmla="*/ 2204984 h 2323145"/>
              <a:gd name="connsiteX151" fmla="*/ 4348284 w 11269336"/>
              <a:gd name="connsiteY151" fmla="*/ 2205270 h 2323145"/>
              <a:gd name="connsiteX152" fmla="*/ 4333906 w 11269336"/>
              <a:gd name="connsiteY152" fmla="*/ 2205251 h 2323145"/>
              <a:gd name="connsiteX153" fmla="*/ 4308819 w 11269336"/>
              <a:gd name="connsiteY153" fmla="*/ 2203822 h 2323145"/>
              <a:gd name="connsiteX154" fmla="*/ 4301210 w 11269336"/>
              <a:gd name="connsiteY154" fmla="*/ 2204456 h 2323145"/>
              <a:gd name="connsiteX155" fmla="*/ 4283095 w 11269336"/>
              <a:gd name="connsiteY155" fmla="*/ 2198177 h 2323145"/>
              <a:gd name="connsiteX156" fmla="*/ 4250119 w 11269336"/>
              <a:gd name="connsiteY156" fmla="*/ 2196342 h 2323145"/>
              <a:gd name="connsiteX157" fmla="*/ 4189203 w 11269336"/>
              <a:gd name="connsiteY157" fmla="*/ 2178994 h 2323145"/>
              <a:gd name="connsiteX158" fmla="*/ 4154035 w 11269336"/>
              <a:gd name="connsiteY158" fmla="*/ 2171950 h 2323145"/>
              <a:gd name="connsiteX159" fmla="*/ 4129569 w 11269336"/>
              <a:gd name="connsiteY159" fmla="*/ 2163850 h 2323145"/>
              <a:gd name="connsiteX160" fmla="*/ 4061250 w 11269336"/>
              <a:gd name="connsiteY160" fmla="*/ 2159236 h 2323145"/>
              <a:gd name="connsiteX161" fmla="*/ 3945480 w 11269336"/>
              <a:gd name="connsiteY161" fmla="*/ 2158279 h 2323145"/>
              <a:gd name="connsiteX162" fmla="*/ 3921468 w 11269336"/>
              <a:gd name="connsiteY162" fmla="*/ 2156588 h 2323145"/>
              <a:gd name="connsiteX163" fmla="*/ 3903348 w 11269336"/>
              <a:gd name="connsiteY163" fmla="*/ 2149220 h 2323145"/>
              <a:gd name="connsiteX164" fmla="*/ 3901342 w 11269336"/>
              <a:gd name="connsiteY164" fmla="*/ 2142355 h 2323145"/>
              <a:gd name="connsiteX165" fmla="*/ 3888539 w 11269336"/>
              <a:gd name="connsiteY165" fmla="*/ 2140476 h 2323145"/>
              <a:gd name="connsiteX166" fmla="*/ 3885662 w 11269336"/>
              <a:gd name="connsiteY166" fmla="*/ 2138740 h 2323145"/>
              <a:gd name="connsiteX167" fmla="*/ 3868627 w 11269336"/>
              <a:gd name="connsiteY167" fmla="*/ 2130023 h 2323145"/>
              <a:gd name="connsiteX168" fmla="*/ 3819177 w 11269336"/>
              <a:gd name="connsiteY168" fmla="*/ 2142111 h 2323145"/>
              <a:gd name="connsiteX169" fmla="*/ 3769100 w 11269336"/>
              <a:gd name="connsiteY169" fmla="*/ 2131731 h 2323145"/>
              <a:gd name="connsiteX170" fmla="*/ 3562752 w 11269336"/>
              <a:gd name="connsiteY170" fmla="*/ 2131785 h 2323145"/>
              <a:gd name="connsiteX171" fmla="*/ 3541402 w 11269336"/>
              <a:gd name="connsiteY171" fmla="*/ 2106821 h 2323145"/>
              <a:gd name="connsiteX172" fmla="*/ 3365341 w 11269336"/>
              <a:gd name="connsiteY172" fmla="*/ 2077638 h 2323145"/>
              <a:gd name="connsiteX173" fmla="*/ 3170922 w 11269336"/>
              <a:gd name="connsiteY173" fmla="*/ 2115957 h 2323145"/>
              <a:gd name="connsiteX174" fmla="*/ 3156256 w 11269336"/>
              <a:gd name="connsiteY174" fmla="*/ 2124773 h 2323145"/>
              <a:gd name="connsiteX175" fmla="*/ 3140298 w 11269336"/>
              <a:gd name="connsiteY175" fmla="*/ 2129182 h 2323145"/>
              <a:gd name="connsiteX176" fmla="*/ 3138514 w 11269336"/>
              <a:gd name="connsiteY176" fmla="*/ 2128069 h 2323145"/>
              <a:gd name="connsiteX177" fmla="*/ 3120467 w 11269336"/>
              <a:gd name="connsiteY177" fmla="*/ 2128281 h 2323145"/>
              <a:gd name="connsiteX178" fmla="*/ 3116175 w 11269336"/>
              <a:gd name="connsiteY178" fmla="*/ 2131633 h 2323145"/>
              <a:gd name="connsiteX179" fmla="*/ 3103685 w 11269336"/>
              <a:gd name="connsiteY179" fmla="*/ 2132814 h 2323145"/>
              <a:gd name="connsiteX180" fmla="*/ 3078794 w 11269336"/>
              <a:gd name="connsiteY180" fmla="*/ 2137935 h 2323145"/>
              <a:gd name="connsiteX181" fmla="*/ 3074407 w 11269336"/>
              <a:gd name="connsiteY181" fmla="*/ 2136274 h 2323145"/>
              <a:gd name="connsiteX182" fmla="*/ 3037285 w 11269336"/>
              <a:gd name="connsiteY182" fmla="*/ 2139919 h 2323145"/>
              <a:gd name="connsiteX183" fmla="*/ 3036901 w 11269336"/>
              <a:gd name="connsiteY183" fmla="*/ 2138726 h 2323145"/>
              <a:gd name="connsiteX184" fmla="*/ 3026996 w 11269336"/>
              <a:gd name="connsiteY184" fmla="*/ 2134322 h 2323145"/>
              <a:gd name="connsiteX185" fmla="*/ 3007772 w 11269336"/>
              <a:gd name="connsiteY185" fmla="*/ 2128742 h 2323145"/>
              <a:gd name="connsiteX186" fmla="*/ 2965030 w 11269336"/>
              <a:gd name="connsiteY186" fmla="*/ 2100494 h 2323145"/>
              <a:gd name="connsiteX187" fmla="*/ 2926342 w 11269336"/>
              <a:gd name="connsiteY187" fmla="*/ 2104155 h 2323145"/>
              <a:gd name="connsiteX188" fmla="*/ 2918608 w 11269336"/>
              <a:gd name="connsiteY188" fmla="*/ 2104215 h 2323145"/>
              <a:gd name="connsiteX189" fmla="*/ 2918475 w 11269336"/>
              <a:gd name="connsiteY189" fmla="*/ 2103937 h 2323145"/>
              <a:gd name="connsiteX190" fmla="*/ 2910360 w 11269336"/>
              <a:gd name="connsiteY190" fmla="*/ 2103444 h 2323145"/>
              <a:gd name="connsiteX191" fmla="*/ 2904507 w 11269336"/>
              <a:gd name="connsiteY191" fmla="*/ 2104326 h 2323145"/>
              <a:gd name="connsiteX192" fmla="*/ 2889503 w 11269336"/>
              <a:gd name="connsiteY192" fmla="*/ 2104443 h 2323145"/>
              <a:gd name="connsiteX193" fmla="*/ 2884480 w 11269336"/>
              <a:gd name="connsiteY193" fmla="*/ 2102626 h 2323145"/>
              <a:gd name="connsiteX194" fmla="*/ 2882689 w 11269336"/>
              <a:gd name="connsiteY194" fmla="*/ 2099228 h 2323145"/>
              <a:gd name="connsiteX195" fmla="*/ 2881291 w 11269336"/>
              <a:gd name="connsiteY195" fmla="*/ 2099618 h 2323145"/>
              <a:gd name="connsiteX196" fmla="*/ 2853979 w 11269336"/>
              <a:gd name="connsiteY196" fmla="*/ 2090388 h 2323145"/>
              <a:gd name="connsiteX197" fmla="*/ 2791790 w 11269336"/>
              <a:gd name="connsiteY197" fmla="*/ 2080332 h 2323145"/>
              <a:gd name="connsiteX198" fmla="*/ 2755844 w 11269336"/>
              <a:gd name="connsiteY198" fmla="*/ 2078874 h 2323145"/>
              <a:gd name="connsiteX199" fmla="*/ 2657742 w 11269336"/>
              <a:gd name="connsiteY199" fmla="*/ 2070179 h 2323145"/>
              <a:gd name="connsiteX200" fmla="*/ 2559549 w 11269336"/>
              <a:gd name="connsiteY200" fmla="*/ 2057873 h 2323145"/>
              <a:gd name="connsiteX201" fmla="*/ 2512054 w 11269336"/>
              <a:gd name="connsiteY201" fmla="*/ 2031671 h 2323145"/>
              <a:gd name="connsiteX202" fmla="*/ 2506437 w 11269336"/>
              <a:gd name="connsiteY202" fmla="*/ 2030918 h 2323145"/>
              <a:gd name="connsiteX203" fmla="*/ 2491752 w 11269336"/>
              <a:gd name="connsiteY203" fmla="*/ 2033906 h 2323145"/>
              <a:gd name="connsiteX204" fmla="*/ 2486338 w 11269336"/>
              <a:gd name="connsiteY204" fmla="*/ 2035862 h 2323145"/>
              <a:gd name="connsiteX205" fmla="*/ 2478186 w 11269336"/>
              <a:gd name="connsiteY205" fmla="*/ 2036953 h 2323145"/>
              <a:gd name="connsiteX206" fmla="*/ 2477950 w 11269336"/>
              <a:gd name="connsiteY206" fmla="*/ 2036715 h 2323145"/>
              <a:gd name="connsiteX207" fmla="*/ 2470381 w 11269336"/>
              <a:gd name="connsiteY207" fmla="*/ 2038256 h 2323145"/>
              <a:gd name="connsiteX208" fmla="*/ 2433781 w 11269336"/>
              <a:gd name="connsiteY208" fmla="*/ 2049140 h 2323145"/>
              <a:gd name="connsiteX209" fmla="*/ 2381172 w 11269336"/>
              <a:gd name="connsiteY209" fmla="*/ 2030645 h 2323145"/>
              <a:gd name="connsiteX210" fmla="*/ 2360198 w 11269336"/>
              <a:gd name="connsiteY210" fmla="*/ 2029059 h 2323145"/>
              <a:gd name="connsiteX211" fmla="*/ 2348815 w 11269336"/>
              <a:gd name="connsiteY211" fmla="*/ 2026798 h 2323145"/>
              <a:gd name="connsiteX212" fmla="*/ 2347988 w 11269336"/>
              <a:gd name="connsiteY212" fmla="*/ 2025745 h 2323145"/>
              <a:gd name="connsiteX213" fmla="*/ 2312920 w 11269336"/>
              <a:gd name="connsiteY213" fmla="*/ 2036311 h 2323145"/>
              <a:gd name="connsiteX214" fmla="*/ 2307986 w 11269336"/>
              <a:gd name="connsiteY214" fmla="*/ 2035583 h 2323145"/>
              <a:gd name="connsiteX215" fmla="*/ 2285481 w 11269336"/>
              <a:gd name="connsiteY215" fmla="*/ 2045197 h 2323145"/>
              <a:gd name="connsiteX216" fmla="*/ 2273666 w 11269336"/>
              <a:gd name="connsiteY216" fmla="*/ 2048710 h 2323145"/>
              <a:gd name="connsiteX217" fmla="*/ 2270719 w 11269336"/>
              <a:gd name="connsiteY217" fmla="*/ 2052702 h 2323145"/>
              <a:gd name="connsiteX218" fmla="*/ 2253080 w 11269336"/>
              <a:gd name="connsiteY218" fmla="*/ 2056363 h 2323145"/>
              <a:gd name="connsiteX219" fmla="*/ 2250906 w 11269336"/>
              <a:gd name="connsiteY219" fmla="*/ 2055654 h 2323145"/>
              <a:gd name="connsiteX220" fmla="*/ 2236905 w 11269336"/>
              <a:gd name="connsiteY220" fmla="*/ 2062882 h 2323145"/>
              <a:gd name="connsiteX221" fmla="*/ 2225830 w 11269336"/>
              <a:gd name="connsiteY221" fmla="*/ 2074027 h 2323145"/>
              <a:gd name="connsiteX222" fmla="*/ 2073776 w 11269336"/>
              <a:gd name="connsiteY222" fmla="*/ 2089244 h 2323145"/>
              <a:gd name="connsiteX223" fmla="*/ 1948256 w 11269336"/>
              <a:gd name="connsiteY223" fmla="*/ 2146616 h 2323145"/>
              <a:gd name="connsiteX224" fmla="*/ 1865582 w 11269336"/>
              <a:gd name="connsiteY224" fmla="*/ 2153738 h 2323145"/>
              <a:gd name="connsiteX225" fmla="*/ 1835210 w 11269336"/>
              <a:gd name="connsiteY225" fmla="*/ 2134244 h 2323145"/>
              <a:gd name="connsiteX226" fmla="*/ 1632661 w 11269336"/>
              <a:gd name="connsiteY226" fmla="*/ 2173882 h 2323145"/>
              <a:gd name="connsiteX227" fmla="*/ 1579590 w 11269336"/>
              <a:gd name="connsiteY227" fmla="*/ 2173680 h 2323145"/>
              <a:gd name="connsiteX228" fmla="*/ 1535601 w 11269336"/>
              <a:gd name="connsiteY228" fmla="*/ 2194590 h 2323145"/>
              <a:gd name="connsiteX229" fmla="*/ 1515594 w 11269336"/>
              <a:gd name="connsiteY229" fmla="*/ 2189622 h 2323145"/>
              <a:gd name="connsiteX230" fmla="*/ 1512113 w 11269336"/>
              <a:gd name="connsiteY230" fmla="*/ 2188534 h 2323145"/>
              <a:gd name="connsiteX231" fmla="*/ 1498838 w 11269336"/>
              <a:gd name="connsiteY231" fmla="*/ 2189213 h 2323145"/>
              <a:gd name="connsiteX232" fmla="*/ 1494279 w 11269336"/>
              <a:gd name="connsiteY232" fmla="*/ 2183112 h 2323145"/>
              <a:gd name="connsiteX233" fmla="*/ 1473714 w 11269336"/>
              <a:gd name="connsiteY233" fmla="*/ 2179625 h 2323145"/>
              <a:gd name="connsiteX234" fmla="*/ 1449503 w 11269336"/>
              <a:gd name="connsiteY234" fmla="*/ 2182633 h 2323145"/>
              <a:gd name="connsiteX235" fmla="*/ 1266687 w 11269336"/>
              <a:gd name="connsiteY235" fmla="*/ 2212688 h 2323145"/>
              <a:gd name="connsiteX236" fmla="*/ 1239614 w 11269336"/>
              <a:gd name="connsiteY236" fmla="*/ 2209727 h 2323145"/>
              <a:gd name="connsiteX237" fmla="*/ 1202436 w 11269336"/>
              <a:gd name="connsiteY237" fmla="*/ 2209817 h 2323145"/>
              <a:gd name="connsiteX238" fmla="*/ 1136097 w 11269336"/>
              <a:gd name="connsiteY238" fmla="*/ 2205112 h 2323145"/>
              <a:gd name="connsiteX239" fmla="*/ 988232 w 11269336"/>
              <a:gd name="connsiteY239" fmla="*/ 2235635 h 2323145"/>
              <a:gd name="connsiteX240" fmla="*/ 981959 w 11269336"/>
              <a:gd name="connsiteY240" fmla="*/ 2231607 h 2323145"/>
              <a:gd name="connsiteX241" fmla="*/ 938600 w 11269336"/>
              <a:gd name="connsiteY241" fmla="*/ 2238113 h 2323145"/>
              <a:gd name="connsiteX242" fmla="*/ 791788 w 11269336"/>
              <a:gd name="connsiteY242" fmla="*/ 2293224 h 2323145"/>
              <a:gd name="connsiteX243" fmla="*/ 706914 w 11269336"/>
              <a:gd name="connsiteY243" fmla="*/ 2305046 h 2323145"/>
              <a:gd name="connsiteX244" fmla="*/ 675971 w 11269336"/>
              <a:gd name="connsiteY244" fmla="*/ 2304030 h 2323145"/>
              <a:gd name="connsiteX245" fmla="*/ 624180 w 11269336"/>
              <a:gd name="connsiteY245" fmla="*/ 2302650 h 2323145"/>
              <a:gd name="connsiteX246" fmla="*/ 583453 w 11269336"/>
              <a:gd name="connsiteY246" fmla="*/ 2288788 h 2323145"/>
              <a:gd name="connsiteX247" fmla="*/ 540946 w 11269336"/>
              <a:gd name="connsiteY247" fmla="*/ 2292721 h 2323145"/>
              <a:gd name="connsiteX248" fmla="*/ 533680 w 11269336"/>
              <a:gd name="connsiteY248" fmla="*/ 2310233 h 2323145"/>
              <a:gd name="connsiteX249" fmla="*/ 487366 w 11269336"/>
              <a:gd name="connsiteY249" fmla="*/ 2309053 h 2323145"/>
              <a:gd name="connsiteX250" fmla="*/ 416820 w 11269336"/>
              <a:gd name="connsiteY250" fmla="*/ 2305443 h 2323145"/>
              <a:gd name="connsiteX251" fmla="*/ 376805 w 11269336"/>
              <a:gd name="connsiteY251" fmla="*/ 2307647 h 2323145"/>
              <a:gd name="connsiteX252" fmla="*/ 266777 w 11269336"/>
              <a:gd name="connsiteY252" fmla="*/ 2309012 h 2323145"/>
              <a:gd name="connsiteX253" fmla="*/ 156013 w 11269336"/>
              <a:gd name="connsiteY253" fmla="*/ 2306832 h 2323145"/>
              <a:gd name="connsiteX254" fmla="*/ 87258 w 11269336"/>
              <a:gd name="connsiteY254" fmla="*/ 2285511 h 2323145"/>
              <a:gd name="connsiteX255" fmla="*/ 23798 w 11269336"/>
              <a:gd name="connsiteY255" fmla="*/ 2281822 h 2323145"/>
              <a:gd name="connsiteX256" fmla="*/ 0 w 11269336"/>
              <a:gd name="connsiteY256" fmla="*/ 2285369 h 2323145"/>
              <a:gd name="connsiteX257" fmla="*/ 0 w 11269336"/>
              <a:gd name="connsiteY257"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533444 w 11269336"/>
              <a:gd name="connsiteY141" fmla="*/ 2181200 h 2323145"/>
              <a:gd name="connsiteX142" fmla="*/ 4492832 w 11269336"/>
              <a:gd name="connsiteY142" fmla="*/ 2188033 h 2323145"/>
              <a:gd name="connsiteX143" fmla="*/ 4467257 w 11269336"/>
              <a:gd name="connsiteY143" fmla="*/ 2196121 h 2323145"/>
              <a:gd name="connsiteX144" fmla="*/ 4459937 w 11269336"/>
              <a:gd name="connsiteY144" fmla="*/ 2195182 h 2323145"/>
              <a:gd name="connsiteX145" fmla="*/ 4433312 w 11269336"/>
              <a:gd name="connsiteY145" fmla="*/ 2199004 h 2323145"/>
              <a:gd name="connsiteX146" fmla="*/ 4405765 w 11269336"/>
              <a:gd name="connsiteY146" fmla="*/ 2199902 h 2323145"/>
              <a:gd name="connsiteX147" fmla="*/ 4401354 w 11269336"/>
              <a:gd name="connsiteY147" fmla="*/ 2194745 h 2323145"/>
              <a:gd name="connsiteX148" fmla="*/ 4366646 w 11269336"/>
              <a:gd name="connsiteY148" fmla="*/ 2198564 h 2323145"/>
              <a:gd name="connsiteX149" fmla="*/ 4354009 w 11269336"/>
              <a:gd name="connsiteY149" fmla="*/ 2204984 h 2323145"/>
              <a:gd name="connsiteX150" fmla="*/ 4348284 w 11269336"/>
              <a:gd name="connsiteY150" fmla="*/ 2205270 h 2323145"/>
              <a:gd name="connsiteX151" fmla="*/ 4333906 w 11269336"/>
              <a:gd name="connsiteY151" fmla="*/ 2205251 h 2323145"/>
              <a:gd name="connsiteX152" fmla="*/ 4308819 w 11269336"/>
              <a:gd name="connsiteY152" fmla="*/ 2203822 h 2323145"/>
              <a:gd name="connsiteX153" fmla="*/ 4301210 w 11269336"/>
              <a:gd name="connsiteY153" fmla="*/ 2204456 h 2323145"/>
              <a:gd name="connsiteX154" fmla="*/ 4283095 w 11269336"/>
              <a:gd name="connsiteY154" fmla="*/ 2198177 h 2323145"/>
              <a:gd name="connsiteX155" fmla="*/ 4250119 w 11269336"/>
              <a:gd name="connsiteY155" fmla="*/ 2196342 h 2323145"/>
              <a:gd name="connsiteX156" fmla="*/ 4189203 w 11269336"/>
              <a:gd name="connsiteY156" fmla="*/ 2178994 h 2323145"/>
              <a:gd name="connsiteX157" fmla="*/ 4154035 w 11269336"/>
              <a:gd name="connsiteY157" fmla="*/ 2171950 h 2323145"/>
              <a:gd name="connsiteX158" fmla="*/ 4129569 w 11269336"/>
              <a:gd name="connsiteY158" fmla="*/ 2163850 h 2323145"/>
              <a:gd name="connsiteX159" fmla="*/ 4061250 w 11269336"/>
              <a:gd name="connsiteY159" fmla="*/ 2159236 h 2323145"/>
              <a:gd name="connsiteX160" fmla="*/ 3945480 w 11269336"/>
              <a:gd name="connsiteY160" fmla="*/ 2158279 h 2323145"/>
              <a:gd name="connsiteX161" fmla="*/ 3921468 w 11269336"/>
              <a:gd name="connsiteY161" fmla="*/ 2156588 h 2323145"/>
              <a:gd name="connsiteX162" fmla="*/ 3903348 w 11269336"/>
              <a:gd name="connsiteY162" fmla="*/ 2149220 h 2323145"/>
              <a:gd name="connsiteX163" fmla="*/ 3901342 w 11269336"/>
              <a:gd name="connsiteY163" fmla="*/ 2142355 h 2323145"/>
              <a:gd name="connsiteX164" fmla="*/ 3888539 w 11269336"/>
              <a:gd name="connsiteY164" fmla="*/ 2140476 h 2323145"/>
              <a:gd name="connsiteX165" fmla="*/ 3885662 w 11269336"/>
              <a:gd name="connsiteY165" fmla="*/ 2138740 h 2323145"/>
              <a:gd name="connsiteX166" fmla="*/ 3868627 w 11269336"/>
              <a:gd name="connsiteY166" fmla="*/ 2130023 h 2323145"/>
              <a:gd name="connsiteX167" fmla="*/ 3819177 w 11269336"/>
              <a:gd name="connsiteY167" fmla="*/ 2142111 h 2323145"/>
              <a:gd name="connsiteX168" fmla="*/ 3769100 w 11269336"/>
              <a:gd name="connsiteY168" fmla="*/ 2131731 h 2323145"/>
              <a:gd name="connsiteX169" fmla="*/ 3562752 w 11269336"/>
              <a:gd name="connsiteY169" fmla="*/ 2131785 h 2323145"/>
              <a:gd name="connsiteX170" fmla="*/ 3541402 w 11269336"/>
              <a:gd name="connsiteY170" fmla="*/ 2106821 h 2323145"/>
              <a:gd name="connsiteX171" fmla="*/ 3365341 w 11269336"/>
              <a:gd name="connsiteY171" fmla="*/ 2077638 h 2323145"/>
              <a:gd name="connsiteX172" fmla="*/ 3170922 w 11269336"/>
              <a:gd name="connsiteY172" fmla="*/ 2115957 h 2323145"/>
              <a:gd name="connsiteX173" fmla="*/ 3156256 w 11269336"/>
              <a:gd name="connsiteY173" fmla="*/ 2124773 h 2323145"/>
              <a:gd name="connsiteX174" fmla="*/ 3140298 w 11269336"/>
              <a:gd name="connsiteY174" fmla="*/ 2129182 h 2323145"/>
              <a:gd name="connsiteX175" fmla="*/ 3138514 w 11269336"/>
              <a:gd name="connsiteY175" fmla="*/ 2128069 h 2323145"/>
              <a:gd name="connsiteX176" fmla="*/ 3120467 w 11269336"/>
              <a:gd name="connsiteY176" fmla="*/ 2128281 h 2323145"/>
              <a:gd name="connsiteX177" fmla="*/ 3116175 w 11269336"/>
              <a:gd name="connsiteY177" fmla="*/ 2131633 h 2323145"/>
              <a:gd name="connsiteX178" fmla="*/ 3103685 w 11269336"/>
              <a:gd name="connsiteY178" fmla="*/ 2132814 h 2323145"/>
              <a:gd name="connsiteX179" fmla="*/ 3078794 w 11269336"/>
              <a:gd name="connsiteY179" fmla="*/ 2137935 h 2323145"/>
              <a:gd name="connsiteX180" fmla="*/ 3074407 w 11269336"/>
              <a:gd name="connsiteY180" fmla="*/ 2136274 h 2323145"/>
              <a:gd name="connsiteX181" fmla="*/ 3037285 w 11269336"/>
              <a:gd name="connsiteY181" fmla="*/ 2139919 h 2323145"/>
              <a:gd name="connsiteX182" fmla="*/ 3036901 w 11269336"/>
              <a:gd name="connsiteY182" fmla="*/ 2138726 h 2323145"/>
              <a:gd name="connsiteX183" fmla="*/ 3026996 w 11269336"/>
              <a:gd name="connsiteY183" fmla="*/ 2134322 h 2323145"/>
              <a:gd name="connsiteX184" fmla="*/ 3007772 w 11269336"/>
              <a:gd name="connsiteY184" fmla="*/ 2128742 h 2323145"/>
              <a:gd name="connsiteX185" fmla="*/ 2965030 w 11269336"/>
              <a:gd name="connsiteY185" fmla="*/ 2100494 h 2323145"/>
              <a:gd name="connsiteX186" fmla="*/ 2926342 w 11269336"/>
              <a:gd name="connsiteY186" fmla="*/ 2104155 h 2323145"/>
              <a:gd name="connsiteX187" fmla="*/ 2918608 w 11269336"/>
              <a:gd name="connsiteY187" fmla="*/ 2104215 h 2323145"/>
              <a:gd name="connsiteX188" fmla="*/ 2918475 w 11269336"/>
              <a:gd name="connsiteY188" fmla="*/ 2103937 h 2323145"/>
              <a:gd name="connsiteX189" fmla="*/ 2910360 w 11269336"/>
              <a:gd name="connsiteY189" fmla="*/ 2103444 h 2323145"/>
              <a:gd name="connsiteX190" fmla="*/ 2904507 w 11269336"/>
              <a:gd name="connsiteY190" fmla="*/ 2104326 h 2323145"/>
              <a:gd name="connsiteX191" fmla="*/ 2889503 w 11269336"/>
              <a:gd name="connsiteY191" fmla="*/ 2104443 h 2323145"/>
              <a:gd name="connsiteX192" fmla="*/ 2884480 w 11269336"/>
              <a:gd name="connsiteY192" fmla="*/ 2102626 h 2323145"/>
              <a:gd name="connsiteX193" fmla="*/ 2882689 w 11269336"/>
              <a:gd name="connsiteY193" fmla="*/ 2099228 h 2323145"/>
              <a:gd name="connsiteX194" fmla="*/ 2881291 w 11269336"/>
              <a:gd name="connsiteY194" fmla="*/ 2099618 h 2323145"/>
              <a:gd name="connsiteX195" fmla="*/ 2853979 w 11269336"/>
              <a:gd name="connsiteY195" fmla="*/ 2090388 h 2323145"/>
              <a:gd name="connsiteX196" fmla="*/ 2791790 w 11269336"/>
              <a:gd name="connsiteY196" fmla="*/ 2080332 h 2323145"/>
              <a:gd name="connsiteX197" fmla="*/ 2755844 w 11269336"/>
              <a:gd name="connsiteY197" fmla="*/ 2078874 h 2323145"/>
              <a:gd name="connsiteX198" fmla="*/ 2657742 w 11269336"/>
              <a:gd name="connsiteY198" fmla="*/ 2070179 h 2323145"/>
              <a:gd name="connsiteX199" fmla="*/ 2559549 w 11269336"/>
              <a:gd name="connsiteY199" fmla="*/ 2057873 h 2323145"/>
              <a:gd name="connsiteX200" fmla="*/ 2512054 w 11269336"/>
              <a:gd name="connsiteY200" fmla="*/ 2031671 h 2323145"/>
              <a:gd name="connsiteX201" fmla="*/ 2506437 w 11269336"/>
              <a:gd name="connsiteY201" fmla="*/ 2030918 h 2323145"/>
              <a:gd name="connsiteX202" fmla="*/ 2491752 w 11269336"/>
              <a:gd name="connsiteY202" fmla="*/ 2033906 h 2323145"/>
              <a:gd name="connsiteX203" fmla="*/ 2486338 w 11269336"/>
              <a:gd name="connsiteY203" fmla="*/ 2035862 h 2323145"/>
              <a:gd name="connsiteX204" fmla="*/ 2478186 w 11269336"/>
              <a:gd name="connsiteY204" fmla="*/ 2036953 h 2323145"/>
              <a:gd name="connsiteX205" fmla="*/ 2477950 w 11269336"/>
              <a:gd name="connsiteY205" fmla="*/ 2036715 h 2323145"/>
              <a:gd name="connsiteX206" fmla="*/ 2470381 w 11269336"/>
              <a:gd name="connsiteY206" fmla="*/ 2038256 h 2323145"/>
              <a:gd name="connsiteX207" fmla="*/ 2433781 w 11269336"/>
              <a:gd name="connsiteY207" fmla="*/ 2049140 h 2323145"/>
              <a:gd name="connsiteX208" fmla="*/ 2381172 w 11269336"/>
              <a:gd name="connsiteY208" fmla="*/ 2030645 h 2323145"/>
              <a:gd name="connsiteX209" fmla="*/ 2360198 w 11269336"/>
              <a:gd name="connsiteY209" fmla="*/ 2029059 h 2323145"/>
              <a:gd name="connsiteX210" fmla="*/ 2348815 w 11269336"/>
              <a:gd name="connsiteY210" fmla="*/ 2026798 h 2323145"/>
              <a:gd name="connsiteX211" fmla="*/ 2347988 w 11269336"/>
              <a:gd name="connsiteY211" fmla="*/ 2025745 h 2323145"/>
              <a:gd name="connsiteX212" fmla="*/ 2312920 w 11269336"/>
              <a:gd name="connsiteY212" fmla="*/ 2036311 h 2323145"/>
              <a:gd name="connsiteX213" fmla="*/ 2307986 w 11269336"/>
              <a:gd name="connsiteY213" fmla="*/ 2035583 h 2323145"/>
              <a:gd name="connsiteX214" fmla="*/ 2285481 w 11269336"/>
              <a:gd name="connsiteY214" fmla="*/ 2045197 h 2323145"/>
              <a:gd name="connsiteX215" fmla="*/ 2273666 w 11269336"/>
              <a:gd name="connsiteY215" fmla="*/ 2048710 h 2323145"/>
              <a:gd name="connsiteX216" fmla="*/ 2270719 w 11269336"/>
              <a:gd name="connsiteY216" fmla="*/ 2052702 h 2323145"/>
              <a:gd name="connsiteX217" fmla="*/ 2253080 w 11269336"/>
              <a:gd name="connsiteY217" fmla="*/ 2056363 h 2323145"/>
              <a:gd name="connsiteX218" fmla="*/ 2250906 w 11269336"/>
              <a:gd name="connsiteY218" fmla="*/ 2055654 h 2323145"/>
              <a:gd name="connsiteX219" fmla="*/ 2236905 w 11269336"/>
              <a:gd name="connsiteY219" fmla="*/ 2062882 h 2323145"/>
              <a:gd name="connsiteX220" fmla="*/ 2225830 w 11269336"/>
              <a:gd name="connsiteY220" fmla="*/ 2074027 h 2323145"/>
              <a:gd name="connsiteX221" fmla="*/ 2073776 w 11269336"/>
              <a:gd name="connsiteY221" fmla="*/ 2089244 h 2323145"/>
              <a:gd name="connsiteX222" fmla="*/ 1948256 w 11269336"/>
              <a:gd name="connsiteY222" fmla="*/ 2146616 h 2323145"/>
              <a:gd name="connsiteX223" fmla="*/ 1865582 w 11269336"/>
              <a:gd name="connsiteY223" fmla="*/ 2153738 h 2323145"/>
              <a:gd name="connsiteX224" fmla="*/ 1835210 w 11269336"/>
              <a:gd name="connsiteY224" fmla="*/ 2134244 h 2323145"/>
              <a:gd name="connsiteX225" fmla="*/ 1632661 w 11269336"/>
              <a:gd name="connsiteY225" fmla="*/ 2173882 h 2323145"/>
              <a:gd name="connsiteX226" fmla="*/ 1579590 w 11269336"/>
              <a:gd name="connsiteY226" fmla="*/ 2173680 h 2323145"/>
              <a:gd name="connsiteX227" fmla="*/ 1535601 w 11269336"/>
              <a:gd name="connsiteY227" fmla="*/ 2194590 h 2323145"/>
              <a:gd name="connsiteX228" fmla="*/ 1515594 w 11269336"/>
              <a:gd name="connsiteY228" fmla="*/ 2189622 h 2323145"/>
              <a:gd name="connsiteX229" fmla="*/ 1512113 w 11269336"/>
              <a:gd name="connsiteY229" fmla="*/ 2188534 h 2323145"/>
              <a:gd name="connsiteX230" fmla="*/ 1498838 w 11269336"/>
              <a:gd name="connsiteY230" fmla="*/ 2189213 h 2323145"/>
              <a:gd name="connsiteX231" fmla="*/ 1494279 w 11269336"/>
              <a:gd name="connsiteY231" fmla="*/ 2183112 h 2323145"/>
              <a:gd name="connsiteX232" fmla="*/ 1473714 w 11269336"/>
              <a:gd name="connsiteY232" fmla="*/ 2179625 h 2323145"/>
              <a:gd name="connsiteX233" fmla="*/ 1449503 w 11269336"/>
              <a:gd name="connsiteY233" fmla="*/ 2182633 h 2323145"/>
              <a:gd name="connsiteX234" fmla="*/ 1266687 w 11269336"/>
              <a:gd name="connsiteY234" fmla="*/ 2212688 h 2323145"/>
              <a:gd name="connsiteX235" fmla="*/ 1239614 w 11269336"/>
              <a:gd name="connsiteY235" fmla="*/ 2209727 h 2323145"/>
              <a:gd name="connsiteX236" fmla="*/ 1202436 w 11269336"/>
              <a:gd name="connsiteY236" fmla="*/ 2209817 h 2323145"/>
              <a:gd name="connsiteX237" fmla="*/ 1136097 w 11269336"/>
              <a:gd name="connsiteY237" fmla="*/ 2205112 h 2323145"/>
              <a:gd name="connsiteX238" fmla="*/ 988232 w 11269336"/>
              <a:gd name="connsiteY238" fmla="*/ 2235635 h 2323145"/>
              <a:gd name="connsiteX239" fmla="*/ 981959 w 11269336"/>
              <a:gd name="connsiteY239" fmla="*/ 2231607 h 2323145"/>
              <a:gd name="connsiteX240" fmla="*/ 938600 w 11269336"/>
              <a:gd name="connsiteY240" fmla="*/ 2238113 h 2323145"/>
              <a:gd name="connsiteX241" fmla="*/ 791788 w 11269336"/>
              <a:gd name="connsiteY241" fmla="*/ 2293224 h 2323145"/>
              <a:gd name="connsiteX242" fmla="*/ 706914 w 11269336"/>
              <a:gd name="connsiteY242" fmla="*/ 2305046 h 2323145"/>
              <a:gd name="connsiteX243" fmla="*/ 675971 w 11269336"/>
              <a:gd name="connsiteY243" fmla="*/ 2304030 h 2323145"/>
              <a:gd name="connsiteX244" fmla="*/ 624180 w 11269336"/>
              <a:gd name="connsiteY244" fmla="*/ 2302650 h 2323145"/>
              <a:gd name="connsiteX245" fmla="*/ 583453 w 11269336"/>
              <a:gd name="connsiteY245" fmla="*/ 2288788 h 2323145"/>
              <a:gd name="connsiteX246" fmla="*/ 540946 w 11269336"/>
              <a:gd name="connsiteY246" fmla="*/ 2292721 h 2323145"/>
              <a:gd name="connsiteX247" fmla="*/ 533680 w 11269336"/>
              <a:gd name="connsiteY247" fmla="*/ 2310233 h 2323145"/>
              <a:gd name="connsiteX248" fmla="*/ 487366 w 11269336"/>
              <a:gd name="connsiteY248" fmla="*/ 2309053 h 2323145"/>
              <a:gd name="connsiteX249" fmla="*/ 416820 w 11269336"/>
              <a:gd name="connsiteY249" fmla="*/ 2305443 h 2323145"/>
              <a:gd name="connsiteX250" fmla="*/ 376805 w 11269336"/>
              <a:gd name="connsiteY250" fmla="*/ 2307647 h 2323145"/>
              <a:gd name="connsiteX251" fmla="*/ 266777 w 11269336"/>
              <a:gd name="connsiteY251" fmla="*/ 2309012 h 2323145"/>
              <a:gd name="connsiteX252" fmla="*/ 156013 w 11269336"/>
              <a:gd name="connsiteY252" fmla="*/ 2306832 h 2323145"/>
              <a:gd name="connsiteX253" fmla="*/ 87258 w 11269336"/>
              <a:gd name="connsiteY253" fmla="*/ 2285511 h 2323145"/>
              <a:gd name="connsiteX254" fmla="*/ 23798 w 11269336"/>
              <a:gd name="connsiteY254" fmla="*/ 2281822 h 2323145"/>
              <a:gd name="connsiteX255" fmla="*/ 0 w 11269336"/>
              <a:gd name="connsiteY255" fmla="*/ 2285369 h 2323145"/>
              <a:gd name="connsiteX256" fmla="*/ 0 w 11269336"/>
              <a:gd name="connsiteY256"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533444 w 11269336"/>
              <a:gd name="connsiteY141" fmla="*/ 2181200 h 2323145"/>
              <a:gd name="connsiteX142" fmla="*/ 4492832 w 11269336"/>
              <a:gd name="connsiteY142" fmla="*/ 2188033 h 2323145"/>
              <a:gd name="connsiteX143" fmla="*/ 4467257 w 11269336"/>
              <a:gd name="connsiteY143" fmla="*/ 2196121 h 2323145"/>
              <a:gd name="connsiteX144" fmla="*/ 4459937 w 11269336"/>
              <a:gd name="connsiteY144" fmla="*/ 2195182 h 2323145"/>
              <a:gd name="connsiteX145" fmla="*/ 4405765 w 11269336"/>
              <a:gd name="connsiteY145" fmla="*/ 2199902 h 2323145"/>
              <a:gd name="connsiteX146" fmla="*/ 4401354 w 11269336"/>
              <a:gd name="connsiteY146" fmla="*/ 2194745 h 2323145"/>
              <a:gd name="connsiteX147" fmla="*/ 4366646 w 11269336"/>
              <a:gd name="connsiteY147" fmla="*/ 2198564 h 2323145"/>
              <a:gd name="connsiteX148" fmla="*/ 4354009 w 11269336"/>
              <a:gd name="connsiteY148" fmla="*/ 2204984 h 2323145"/>
              <a:gd name="connsiteX149" fmla="*/ 4348284 w 11269336"/>
              <a:gd name="connsiteY149" fmla="*/ 2205270 h 2323145"/>
              <a:gd name="connsiteX150" fmla="*/ 4333906 w 11269336"/>
              <a:gd name="connsiteY150" fmla="*/ 2205251 h 2323145"/>
              <a:gd name="connsiteX151" fmla="*/ 4308819 w 11269336"/>
              <a:gd name="connsiteY151" fmla="*/ 2203822 h 2323145"/>
              <a:gd name="connsiteX152" fmla="*/ 4301210 w 11269336"/>
              <a:gd name="connsiteY152" fmla="*/ 2204456 h 2323145"/>
              <a:gd name="connsiteX153" fmla="*/ 4283095 w 11269336"/>
              <a:gd name="connsiteY153" fmla="*/ 2198177 h 2323145"/>
              <a:gd name="connsiteX154" fmla="*/ 4250119 w 11269336"/>
              <a:gd name="connsiteY154" fmla="*/ 2196342 h 2323145"/>
              <a:gd name="connsiteX155" fmla="*/ 4189203 w 11269336"/>
              <a:gd name="connsiteY155" fmla="*/ 2178994 h 2323145"/>
              <a:gd name="connsiteX156" fmla="*/ 4154035 w 11269336"/>
              <a:gd name="connsiteY156" fmla="*/ 2171950 h 2323145"/>
              <a:gd name="connsiteX157" fmla="*/ 4129569 w 11269336"/>
              <a:gd name="connsiteY157" fmla="*/ 2163850 h 2323145"/>
              <a:gd name="connsiteX158" fmla="*/ 4061250 w 11269336"/>
              <a:gd name="connsiteY158" fmla="*/ 2159236 h 2323145"/>
              <a:gd name="connsiteX159" fmla="*/ 3945480 w 11269336"/>
              <a:gd name="connsiteY159" fmla="*/ 2158279 h 2323145"/>
              <a:gd name="connsiteX160" fmla="*/ 3921468 w 11269336"/>
              <a:gd name="connsiteY160" fmla="*/ 2156588 h 2323145"/>
              <a:gd name="connsiteX161" fmla="*/ 3903348 w 11269336"/>
              <a:gd name="connsiteY161" fmla="*/ 2149220 h 2323145"/>
              <a:gd name="connsiteX162" fmla="*/ 3901342 w 11269336"/>
              <a:gd name="connsiteY162" fmla="*/ 2142355 h 2323145"/>
              <a:gd name="connsiteX163" fmla="*/ 3888539 w 11269336"/>
              <a:gd name="connsiteY163" fmla="*/ 2140476 h 2323145"/>
              <a:gd name="connsiteX164" fmla="*/ 3885662 w 11269336"/>
              <a:gd name="connsiteY164" fmla="*/ 2138740 h 2323145"/>
              <a:gd name="connsiteX165" fmla="*/ 3868627 w 11269336"/>
              <a:gd name="connsiteY165" fmla="*/ 2130023 h 2323145"/>
              <a:gd name="connsiteX166" fmla="*/ 3819177 w 11269336"/>
              <a:gd name="connsiteY166" fmla="*/ 2142111 h 2323145"/>
              <a:gd name="connsiteX167" fmla="*/ 3769100 w 11269336"/>
              <a:gd name="connsiteY167" fmla="*/ 2131731 h 2323145"/>
              <a:gd name="connsiteX168" fmla="*/ 3562752 w 11269336"/>
              <a:gd name="connsiteY168" fmla="*/ 2131785 h 2323145"/>
              <a:gd name="connsiteX169" fmla="*/ 3541402 w 11269336"/>
              <a:gd name="connsiteY169" fmla="*/ 2106821 h 2323145"/>
              <a:gd name="connsiteX170" fmla="*/ 3365341 w 11269336"/>
              <a:gd name="connsiteY170" fmla="*/ 2077638 h 2323145"/>
              <a:gd name="connsiteX171" fmla="*/ 3170922 w 11269336"/>
              <a:gd name="connsiteY171" fmla="*/ 2115957 h 2323145"/>
              <a:gd name="connsiteX172" fmla="*/ 3156256 w 11269336"/>
              <a:gd name="connsiteY172" fmla="*/ 2124773 h 2323145"/>
              <a:gd name="connsiteX173" fmla="*/ 3140298 w 11269336"/>
              <a:gd name="connsiteY173" fmla="*/ 2129182 h 2323145"/>
              <a:gd name="connsiteX174" fmla="*/ 3138514 w 11269336"/>
              <a:gd name="connsiteY174" fmla="*/ 2128069 h 2323145"/>
              <a:gd name="connsiteX175" fmla="*/ 3120467 w 11269336"/>
              <a:gd name="connsiteY175" fmla="*/ 2128281 h 2323145"/>
              <a:gd name="connsiteX176" fmla="*/ 3116175 w 11269336"/>
              <a:gd name="connsiteY176" fmla="*/ 2131633 h 2323145"/>
              <a:gd name="connsiteX177" fmla="*/ 3103685 w 11269336"/>
              <a:gd name="connsiteY177" fmla="*/ 2132814 h 2323145"/>
              <a:gd name="connsiteX178" fmla="*/ 3078794 w 11269336"/>
              <a:gd name="connsiteY178" fmla="*/ 2137935 h 2323145"/>
              <a:gd name="connsiteX179" fmla="*/ 3074407 w 11269336"/>
              <a:gd name="connsiteY179" fmla="*/ 2136274 h 2323145"/>
              <a:gd name="connsiteX180" fmla="*/ 3037285 w 11269336"/>
              <a:gd name="connsiteY180" fmla="*/ 2139919 h 2323145"/>
              <a:gd name="connsiteX181" fmla="*/ 3036901 w 11269336"/>
              <a:gd name="connsiteY181" fmla="*/ 2138726 h 2323145"/>
              <a:gd name="connsiteX182" fmla="*/ 3026996 w 11269336"/>
              <a:gd name="connsiteY182" fmla="*/ 2134322 h 2323145"/>
              <a:gd name="connsiteX183" fmla="*/ 3007772 w 11269336"/>
              <a:gd name="connsiteY183" fmla="*/ 2128742 h 2323145"/>
              <a:gd name="connsiteX184" fmla="*/ 2965030 w 11269336"/>
              <a:gd name="connsiteY184" fmla="*/ 2100494 h 2323145"/>
              <a:gd name="connsiteX185" fmla="*/ 2926342 w 11269336"/>
              <a:gd name="connsiteY185" fmla="*/ 2104155 h 2323145"/>
              <a:gd name="connsiteX186" fmla="*/ 2918608 w 11269336"/>
              <a:gd name="connsiteY186" fmla="*/ 2104215 h 2323145"/>
              <a:gd name="connsiteX187" fmla="*/ 2918475 w 11269336"/>
              <a:gd name="connsiteY187" fmla="*/ 2103937 h 2323145"/>
              <a:gd name="connsiteX188" fmla="*/ 2910360 w 11269336"/>
              <a:gd name="connsiteY188" fmla="*/ 2103444 h 2323145"/>
              <a:gd name="connsiteX189" fmla="*/ 2904507 w 11269336"/>
              <a:gd name="connsiteY189" fmla="*/ 2104326 h 2323145"/>
              <a:gd name="connsiteX190" fmla="*/ 2889503 w 11269336"/>
              <a:gd name="connsiteY190" fmla="*/ 2104443 h 2323145"/>
              <a:gd name="connsiteX191" fmla="*/ 2884480 w 11269336"/>
              <a:gd name="connsiteY191" fmla="*/ 2102626 h 2323145"/>
              <a:gd name="connsiteX192" fmla="*/ 2882689 w 11269336"/>
              <a:gd name="connsiteY192" fmla="*/ 2099228 h 2323145"/>
              <a:gd name="connsiteX193" fmla="*/ 2881291 w 11269336"/>
              <a:gd name="connsiteY193" fmla="*/ 2099618 h 2323145"/>
              <a:gd name="connsiteX194" fmla="*/ 2853979 w 11269336"/>
              <a:gd name="connsiteY194" fmla="*/ 2090388 h 2323145"/>
              <a:gd name="connsiteX195" fmla="*/ 2791790 w 11269336"/>
              <a:gd name="connsiteY195" fmla="*/ 2080332 h 2323145"/>
              <a:gd name="connsiteX196" fmla="*/ 2755844 w 11269336"/>
              <a:gd name="connsiteY196" fmla="*/ 2078874 h 2323145"/>
              <a:gd name="connsiteX197" fmla="*/ 2657742 w 11269336"/>
              <a:gd name="connsiteY197" fmla="*/ 2070179 h 2323145"/>
              <a:gd name="connsiteX198" fmla="*/ 2559549 w 11269336"/>
              <a:gd name="connsiteY198" fmla="*/ 2057873 h 2323145"/>
              <a:gd name="connsiteX199" fmla="*/ 2512054 w 11269336"/>
              <a:gd name="connsiteY199" fmla="*/ 2031671 h 2323145"/>
              <a:gd name="connsiteX200" fmla="*/ 2506437 w 11269336"/>
              <a:gd name="connsiteY200" fmla="*/ 2030918 h 2323145"/>
              <a:gd name="connsiteX201" fmla="*/ 2491752 w 11269336"/>
              <a:gd name="connsiteY201" fmla="*/ 2033906 h 2323145"/>
              <a:gd name="connsiteX202" fmla="*/ 2486338 w 11269336"/>
              <a:gd name="connsiteY202" fmla="*/ 2035862 h 2323145"/>
              <a:gd name="connsiteX203" fmla="*/ 2478186 w 11269336"/>
              <a:gd name="connsiteY203" fmla="*/ 2036953 h 2323145"/>
              <a:gd name="connsiteX204" fmla="*/ 2477950 w 11269336"/>
              <a:gd name="connsiteY204" fmla="*/ 2036715 h 2323145"/>
              <a:gd name="connsiteX205" fmla="*/ 2470381 w 11269336"/>
              <a:gd name="connsiteY205" fmla="*/ 2038256 h 2323145"/>
              <a:gd name="connsiteX206" fmla="*/ 2433781 w 11269336"/>
              <a:gd name="connsiteY206" fmla="*/ 2049140 h 2323145"/>
              <a:gd name="connsiteX207" fmla="*/ 2381172 w 11269336"/>
              <a:gd name="connsiteY207" fmla="*/ 2030645 h 2323145"/>
              <a:gd name="connsiteX208" fmla="*/ 2360198 w 11269336"/>
              <a:gd name="connsiteY208" fmla="*/ 2029059 h 2323145"/>
              <a:gd name="connsiteX209" fmla="*/ 2348815 w 11269336"/>
              <a:gd name="connsiteY209" fmla="*/ 2026798 h 2323145"/>
              <a:gd name="connsiteX210" fmla="*/ 2347988 w 11269336"/>
              <a:gd name="connsiteY210" fmla="*/ 2025745 h 2323145"/>
              <a:gd name="connsiteX211" fmla="*/ 2312920 w 11269336"/>
              <a:gd name="connsiteY211" fmla="*/ 2036311 h 2323145"/>
              <a:gd name="connsiteX212" fmla="*/ 2307986 w 11269336"/>
              <a:gd name="connsiteY212" fmla="*/ 2035583 h 2323145"/>
              <a:gd name="connsiteX213" fmla="*/ 2285481 w 11269336"/>
              <a:gd name="connsiteY213" fmla="*/ 2045197 h 2323145"/>
              <a:gd name="connsiteX214" fmla="*/ 2273666 w 11269336"/>
              <a:gd name="connsiteY214" fmla="*/ 2048710 h 2323145"/>
              <a:gd name="connsiteX215" fmla="*/ 2270719 w 11269336"/>
              <a:gd name="connsiteY215" fmla="*/ 2052702 h 2323145"/>
              <a:gd name="connsiteX216" fmla="*/ 2253080 w 11269336"/>
              <a:gd name="connsiteY216" fmla="*/ 2056363 h 2323145"/>
              <a:gd name="connsiteX217" fmla="*/ 2250906 w 11269336"/>
              <a:gd name="connsiteY217" fmla="*/ 2055654 h 2323145"/>
              <a:gd name="connsiteX218" fmla="*/ 2236905 w 11269336"/>
              <a:gd name="connsiteY218" fmla="*/ 2062882 h 2323145"/>
              <a:gd name="connsiteX219" fmla="*/ 2225830 w 11269336"/>
              <a:gd name="connsiteY219" fmla="*/ 2074027 h 2323145"/>
              <a:gd name="connsiteX220" fmla="*/ 2073776 w 11269336"/>
              <a:gd name="connsiteY220" fmla="*/ 2089244 h 2323145"/>
              <a:gd name="connsiteX221" fmla="*/ 1948256 w 11269336"/>
              <a:gd name="connsiteY221" fmla="*/ 2146616 h 2323145"/>
              <a:gd name="connsiteX222" fmla="*/ 1865582 w 11269336"/>
              <a:gd name="connsiteY222" fmla="*/ 2153738 h 2323145"/>
              <a:gd name="connsiteX223" fmla="*/ 1835210 w 11269336"/>
              <a:gd name="connsiteY223" fmla="*/ 2134244 h 2323145"/>
              <a:gd name="connsiteX224" fmla="*/ 1632661 w 11269336"/>
              <a:gd name="connsiteY224" fmla="*/ 2173882 h 2323145"/>
              <a:gd name="connsiteX225" fmla="*/ 1579590 w 11269336"/>
              <a:gd name="connsiteY225" fmla="*/ 2173680 h 2323145"/>
              <a:gd name="connsiteX226" fmla="*/ 1535601 w 11269336"/>
              <a:gd name="connsiteY226" fmla="*/ 2194590 h 2323145"/>
              <a:gd name="connsiteX227" fmla="*/ 1515594 w 11269336"/>
              <a:gd name="connsiteY227" fmla="*/ 2189622 h 2323145"/>
              <a:gd name="connsiteX228" fmla="*/ 1512113 w 11269336"/>
              <a:gd name="connsiteY228" fmla="*/ 2188534 h 2323145"/>
              <a:gd name="connsiteX229" fmla="*/ 1498838 w 11269336"/>
              <a:gd name="connsiteY229" fmla="*/ 2189213 h 2323145"/>
              <a:gd name="connsiteX230" fmla="*/ 1494279 w 11269336"/>
              <a:gd name="connsiteY230" fmla="*/ 2183112 h 2323145"/>
              <a:gd name="connsiteX231" fmla="*/ 1473714 w 11269336"/>
              <a:gd name="connsiteY231" fmla="*/ 2179625 h 2323145"/>
              <a:gd name="connsiteX232" fmla="*/ 1449503 w 11269336"/>
              <a:gd name="connsiteY232" fmla="*/ 2182633 h 2323145"/>
              <a:gd name="connsiteX233" fmla="*/ 1266687 w 11269336"/>
              <a:gd name="connsiteY233" fmla="*/ 2212688 h 2323145"/>
              <a:gd name="connsiteX234" fmla="*/ 1239614 w 11269336"/>
              <a:gd name="connsiteY234" fmla="*/ 2209727 h 2323145"/>
              <a:gd name="connsiteX235" fmla="*/ 1202436 w 11269336"/>
              <a:gd name="connsiteY235" fmla="*/ 2209817 h 2323145"/>
              <a:gd name="connsiteX236" fmla="*/ 1136097 w 11269336"/>
              <a:gd name="connsiteY236" fmla="*/ 2205112 h 2323145"/>
              <a:gd name="connsiteX237" fmla="*/ 988232 w 11269336"/>
              <a:gd name="connsiteY237" fmla="*/ 2235635 h 2323145"/>
              <a:gd name="connsiteX238" fmla="*/ 981959 w 11269336"/>
              <a:gd name="connsiteY238" fmla="*/ 2231607 h 2323145"/>
              <a:gd name="connsiteX239" fmla="*/ 938600 w 11269336"/>
              <a:gd name="connsiteY239" fmla="*/ 2238113 h 2323145"/>
              <a:gd name="connsiteX240" fmla="*/ 791788 w 11269336"/>
              <a:gd name="connsiteY240" fmla="*/ 2293224 h 2323145"/>
              <a:gd name="connsiteX241" fmla="*/ 706914 w 11269336"/>
              <a:gd name="connsiteY241" fmla="*/ 2305046 h 2323145"/>
              <a:gd name="connsiteX242" fmla="*/ 675971 w 11269336"/>
              <a:gd name="connsiteY242" fmla="*/ 2304030 h 2323145"/>
              <a:gd name="connsiteX243" fmla="*/ 624180 w 11269336"/>
              <a:gd name="connsiteY243" fmla="*/ 2302650 h 2323145"/>
              <a:gd name="connsiteX244" fmla="*/ 583453 w 11269336"/>
              <a:gd name="connsiteY244" fmla="*/ 2288788 h 2323145"/>
              <a:gd name="connsiteX245" fmla="*/ 540946 w 11269336"/>
              <a:gd name="connsiteY245" fmla="*/ 2292721 h 2323145"/>
              <a:gd name="connsiteX246" fmla="*/ 533680 w 11269336"/>
              <a:gd name="connsiteY246" fmla="*/ 2310233 h 2323145"/>
              <a:gd name="connsiteX247" fmla="*/ 487366 w 11269336"/>
              <a:gd name="connsiteY247" fmla="*/ 2309053 h 2323145"/>
              <a:gd name="connsiteX248" fmla="*/ 416820 w 11269336"/>
              <a:gd name="connsiteY248" fmla="*/ 2305443 h 2323145"/>
              <a:gd name="connsiteX249" fmla="*/ 376805 w 11269336"/>
              <a:gd name="connsiteY249" fmla="*/ 2307647 h 2323145"/>
              <a:gd name="connsiteX250" fmla="*/ 266777 w 11269336"/>
              <a:gd name="connsiteY250" fmla="*/ 2309012 h 2323145"/>
              <a:gd name="connsiteX251" fmla="*/ 156013 w 11269336"/>
              <a:gd name="connsiteY251" fmla="*/ 2306832 h 2323145"/>
              <a:gd name="connsiteX252" fmla="*/ 87258 w 11269336"/>
              <a:gd name="connsiteY252" fmla="*/ 2285511 h 2323145"/>
              <a:gd name="connsiteX253" fmla="*/ 23798 w 11269336"/>
              <a:gd name="connsiteY253" fmla="*/ 2281822 h 2323145"/>
              <a:gd name="connsiteX254" fmla="*/ 0 w 11269336"/>
              <a:gd name="connsiteY254" fmla="*/ 2285369 h 2323145"/>
              <a:gd name="connsiteX255" fmla="*/ 0 w 11269336"/>
              <a:gd name="connsiteY255"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533444 w 11269336"/>
              <a:gd name="connsiteY141" fmla="*/ 2181200 h 2323145"/>
              <a:gd name="connsiteX142" fmla="*/ 4492832 w 11269336"/>
              <a:gd name="connsiteY142" fmla="*/ 2188033 h 2323145"/>
              <a:gd name="connsiteX143" fmla="*/ 4467257 w 11269336"/>
              <a:gd name="connsiteY143" fmla="*/ 2196121 h 2323145"/>
              <a:gd name="connsiteX144" fmla="*/ 4405765 w 11269336"/>
              <a:gd name="connsiteY144" fmla="*/ 2199902 h 2323145"/>
              <a:gd name="connsiteX145" fmla="*/ 4401354 w 11269336"/>
              <a:gd name="connsiteY145" fmla="*/ 2194745 h 2323145"/>
              <a:gd name="connsiteX146" fmla="*/ 4366646 w 11269336"/>
              <a:gd name="connsiteY146" fmla="*/ 2198564 h 2323145"/>
              <a:gd name="connsiteX147" fmla="*/ 4354009 w 11269336"/>
              <a:gd name="connsiteY147" fmla="*/ 2204984 h 2323145"/>
              <a:gd name="connsiteX148" fmla="*/ 4348284 w 11269336"/>
              <a:gd name="connsiteY148" fmla="*/ 2205270 h 2323145"/>
              <a:gd name="connsiteX149" fmla="*/ 4333906 w 11269336"/>
              <a:gd name="connsiteY149" fmla="*/ 2205251 h 2323145"/>
              <a:gd name="connsiteX150" fmla="*/ 4308819 w 11269336"/>
              <a:gd name="connsiteY150" fmla="*/ 2203822 h 2323145"/>
              <a:gd name="connsiteX151" fmla="*/ 4301210 w 11269336"/>
              <a:gd name="connsiteY151" fmla="*/ 2204456 h 2323145"/>
              <a:gd name="connsiteX152" fmla="*/ 4283095 w 11269336"/>
              <a:gd name="connsiteY152" fmla="*/ 2198177 h 2323145"/>
              <a:gd name="connsiteX153" fmla="*/ 4250119 w 11269336"/>
              <a:gd name="connsiteY153" fmla="*/ 2196342 h 2323145"/>
              <a:gd name="connsiteX154" fmla="*/ 4189203 w 11269336"/>
              <a:gd name="connsiteY154" fmla="*/ 2178994 h 2323145"/>
              <a:gd name="connsiteX155" fmla="*/ 4154035 w 11269336"/>
              <a:gd name="connsiteY155" fmla="*/ 2171950 h 2323145"/>
              <a:gd name="connsiteX156" fmla="*/ 4129569 w 11269336"/>
              <a:gd name="connsiteY156" fmla="*/ 2163850 h 2323145"/>
              <a:gd name="connsiteX157" fmla="*/ 4061250 w 11269336"/>
              <a:gd name="connsiteY157" fmla="*/ 2159236 h 2323145"/>
              <a:gd name="connsiteX158" fmla="*/ 3945480 w 11269336"/>
              <a:gd name="connsiteY158" fmla="*/ 2158279 h 2323145"/>
              <a:gd name="connsiteX159" fmla="*/ 3921468 w 11269336"/>
              <a:gd name="connsiteY159" fmla="*/ 2156588 h 2323145"/>
              <a:gd name="connsiteX160" fmla="*/ 3903348 w 11269336"/>
              <a:gd name="connsiteY160" fmla="*/ 2149220 h 2323145"/>
              <a:gd name="connsiteX161" fmla="*/ 3901342 w 11269336"/>
              <a:gd name="connsiteY161" fmla="*/ 2142355 h 2323145"/>
              <a:gd name="connsiteX162" fmla="*/ 3888539 w 11269336"/>
              <a:gd name="connsiteY162" fmla="*/ 2140476 h 2323145"/>
              <a:gd name="connsiteX163" fmla="*/ 3885662 w 11269336"/>
              <a:gd name="connsiteY163" fmla="*/ 2138740 h 2323145"/>
              <a:gd name="connsiteX164" fmla="*/ 3868627 w 11269336"/>
              <a:gd name="connsiteY164" fmla="*/ 2130023 h 2323145"/>
              <a:gd name="connsiteX165" fmla="*/ 3819177 w 11269336"/>
              <a:gd name="connsiteY165" fmla="*/ 2142111 h 2323145"/>
              <a:gd name="connsiteX166" fmla="*/ 3769100 w 11269336"/>
              <a:gd name="connsiteY166" fmla="*/ 2131731 h 2323145"/>
              <a:gd name="connsiteX167" fmla="*/ 3562752 w 11269336"/>
              <a:gd name="connsiteY167" fmla="*/ 2131785 h 2323145"/>
              <a:gd name="connsiteX168" fmla="*/ 3541402 w 11269336"/>
              <a:gd name="connsiteY168" fmla="*/ 2106821 h 2323145"/>
              <a:gd name="connsiteX169" fmla="*/ 3365341 w 11269336"/>
              <a:gd name="connsiteY169" fmla="*/ 2077638 h 2323145"/>
              <a:gd name="connsiteX170" fmla="*/ 3170922 w 11269336"/>
              <a:gd name="connsiteY170" fmla="*/ 2115957 h 2323145"/>
              <a:gd name="connsiteX171" fmla="*/ 3156256 w 11269336"/>
              <a:gd name="connsiteY171" fmla="*/ 2124773 h 2323145"/>
              <a:gd name="connsiteX172" fmla="*/ 3140298 w 11269336"/>
              <a:gd name="connsiteY172" fmla="*/ 2129182 h 2323145"/>
              <a:gd name="connsiteX173" fmla="*/ 3138514 w 11269336"/>
              <a:gd name="connsiteY173" fmla="*/ 2128069 h 2323145"/>
              <a:gd name="connsiteX174" fmla="*/ 3120467 w 11269336"/>
              <a:gd name="connsiteY174" fmla="*/ 2128281 h 2323145"/>
              <a:gd name="connsiteX175" fmla="*/ 3116175 w 11269336"/>
              <a:gd name="connsiteY175" fmla="*/ 2131633 h 2323145"/>
              <a:gd name="connsiteX176" fmla="*/ 3103685 w 11269336"/>
              <a:gd name="connsiteY176" fmla="*/ 2132814 h 2323145"/>
              <a:gd name="connsiteX177" fmla="*/ 3078794 w 11269336"/>
              <a:gd name="connsiteY177" fmla="*/ 2137935 h 2323145"/>
              <a:gd name="connsiteX178" fmla="*/ 3074407 w 11269336"/>
              <a:gd name="connsiteY178" fmla="*/ 2136274 h 2323145"/>
              <a:gd name="connsiteX179" fmla="*/ 3037285 w 11269336"/>
              <a:gd name="connsiteY179" fmla="*/ 2139919 h 2323145"/>
              <a:gd name="connsiteX180" fmla="*/ 3036901 w 11269336"/>
              <a:gd name="connsiteY180" fmla="*/ 2138726 h 2323145"/>
              <a:gd name="connsiteX181" fmla="*/ 3026996 w 11269336"/>
              <a:gd name="connsiteY181" fmla="*/ 2134322 h 2323145"/>
              <a:gd name="connsiteX182" fmla="*/ 3007772 w 11269336"/>
              <a:gd name="connsiteY182" fmla="*/ 2128742 h 2323145"/>
              <a:gd name="connsiteX183" fmla="*/ 2965030 w 11269336"/>
              <a:gd name="connsiteY183" fmla="*/ 2100494 h 2323145"/>
              <a:gd name="connsiteX184" fmla="*/ 2926342 w 11269336"/>
              <a:gd name="connsiteY184" fmla="*/ 2104155 h 2323145"/>
              <a:gd name="connsiteX185" fmla="*/ 2918608 w 11269336"/>
              <a:gd name="connsiteY185" fmla="*/ 2104215 h 2323145"/>
              <a:gd name="connsiteX186" fmla="*/ 2918475 w 11269336"/>
              <a:gd name="connsiteY186" fmla="*/ 2103937 h 2323145"/>
              <a:gd name="connsiteX187" fmla="*/ 2910360 w 11269336"/>
              <a:gd name="connsiteY187" fmla="*/ 2103444 h 2323145"/>
              <a:gd name="connsiteX188" fmla="*/ 2904507 w 11269336"/>
              <a:gd name="connsiteY188" fmla="*/ 2104326 h 2323145"/>
              <a:gd name="connsiteX189" fmla="*/ 2889503 w 11269336"/>
              <a:gd name="connsiteY189" fmla="*/ 2104443 h 2323145"/>
              <a:gd name="connsiteX190" fmla="*/ 2884480 w 11269336"/>
              <a:gd name="connsiteY190" fmla="*/ 2102626 h 2323145"/>
              <a:gd name="connsiteX191" fmla="*/ 2882689 w 11269336"/>
              <a:gd name="connsiteY191" fmla="*/ 2099228 h 2323145"/>
              <a:gd name="connsiteX192" fmla="*/ 2881291 w 11269336"/>
              <a:gd name="connsiteY192" fmla="*/ 2099618 h 2323145"/>
              <a:gd name="connsiteX193" fmla="*/ 2853979 w 11269336"/>
              <a:gd name="connsiteY193" fmla="*/ 2090388 h 2323145"/>
              <a:gd name="connsiteX194" fmla="*/ 2791790 w 11269336"/>
              <a:gd name="connsiteY194" fmla="*/ 2080332 h 2323145"/>
              <a:gd name="connsiteX195" fmla="*/ 2755844 w 11269336"/>
              <a:gd name="connsiteY195" fmla="*/ 2078874 h 2323145"/>
              <a:gd name="connsiteX196" fmla="*/ 2657742 w 11269336"/>
              <a:gd name="connsiteY196" fmla="*/ 2070179 h 2323145"/>
              <a:gd name="connsiteX197" fmla="*/ 2559549 w 11269336"/>
              <a:gd name="connsiteY197" fmla="*/ 2057873 h 2323145"/>
              <a:gd name="connsiteX198" fmla="*/ 2512054 w 11269336"/>
              <a:gd name="connsiteY198" fmla="*/ 2031671 h 2323145"/>
              <a:gd name="connsiteX199" fmla="*/ 2506437 w 11269336"/>
              <a:gd name="connsiteY199" fmla="*/ 2030918 h 2323145"/>
              <a:gd name="connsiteX200" fmla="*/ 2491752 w 11269336"/>
              <a:gd name="connsiteY200" fmla="*/ 2033906 h 2323145"/>
              <a:gd name="connsiteX201" fmla="*/ 2486338 w 11269336"/>
              <a:gd name="connsiteY201" fmla="*/ 2035862 h 2323145"/>
              <a:gd name="connsiteX202" fmla="*/ 2478186 w 11269336"/>
              <a:gd name="connsiteY202" fmla="*/ 2036953 h 2323145"/>
              <a:gd name="connsiteX203" fmla="*/ 2477950 w 11269336"/>
              <a:gd name="connsiteY203" fmla="*/ 2036715 h 2323145"/>
              <a:gd name="connsiteX204" fmla="*/ 2470381 w 11269336"/>
              <a:gd name="connsiteY204" fmla="*/ 2038256 h 2323145"/>
              <a:gd name="connsiteX205" fmla="*/ 2433781 w 11269336"/>
              <a:gd name="connsiteY205" fmla="*/ 2049140 h 2323145"/>
              <a:gd name="connsiteX206" fmla="*/ 2381172 w 11269336"/>
              <a:gd name="connsiteY206" fmla="*/ 2030645 h 2323145"/>
              <a:gd name="connsiteX207" fmla="*/ 2360198 w 11269336"/>
              <a:gd name="connsiteY207" fmla="*/ 2029059 h 2323145"/>
              <a:gd name="connsiteX208" fmla="*/ 2348815 w 11269336"/>
              <a:gd name="connsiteY208" fmla="*/ 2026798 h 2323145"/>
              <a:gd name="connsiteX209" fmla="*/ 2347988 w 11269336"/>
              <a:gd name="connsiteY209" fmla="*/ 2025745 h 2323145"/>
              <a:gd name="connsiteX210" fmla="*/ 2312920 w 11269336"/>
              <a:gd name="connsiteY210" fmla="*/ 2036311 h 2323145"/>
              <a:gd name="connsiteX211" fmla="*/ 2307986 w 11269336"/>
              <a:gd name="connsiteY211" fmla="*/ 2035583 h 2323145"/>
              <a:gd name="connsiteX212" fmla="*/ 2285481 w 11269336"/>
              <a:gd name="connsiteY212" fmla="*/ 2045197 h 2323145"/>
              <a:gd name="connsiteX213" fmla="*/ 2273666 w 11269336"/>
              <a:gd name="connsiteY213" fmla="*/ 2048710 h 2323145"/>
              <a:gd name="connsiteX214" fmla="*/ 2270719 w 11269336"/>
              <a:gd name="connsiteY214" fmla="*/ 2052702 h 2323145"/>
              <a:gd name="connsiteX215" fmla="*/ 2253080 w 11269336"/>
              <a:gd name="connsiteY215" fmla="*/ 2056363 h 2323145"/>
              <a:gd name="connsiteX216" fmla="*/ 2250906 w 11269336"/>
              <a:gd name="connsiteY216" fmla="*/ 2055654 h 2323145"/>
              <a:gd name="connsiteX217" fmla="*/ 2236905 w 11269336"/>
              <a:gd name="connsiteY217" fmla="*/ 2062882 h 2323145"/>
              <a:gd name="connsiteX218" fmla="*/ 2225830 w 11269336"/>
              <a:gd name="connsiteY218" fmla="*/ 2074027 h 2323145"/>
              <a:gd name="connsiteX219" fmla="*/ 2073776 w 11269336"/>
              <a:gd name="connsiteY219" fmla="*/ 2089244 h 2323145"/>
              <a:gd name="connsiteX220" fmla="*/ 1948256 w 11269336"/>
              <a:gd name="connsiteY220" fmla="*/ 2146616 h 2323145"/>
              <a:gd name="connsiteX221" fmla="*/ 1865582 w 11269336"/>
              <a:gd name="connsiteY221" fmla="*/ 2153738 h 2323145"/>
              <a:gd name="connsiteX222" fmla="*/ 1835210 w 11269336"/>
              <a:gd name="connsiteY222" fmla="*/ 2134244 h 2323145"/>
              <a:gd name="connsiteX223" fmla="*/ 1632661 w 11269336"/>
              <a:gd name="connsiteY223" fmla="*/ 2173882 h 2323145"/>
              <a:gd name="connsiteX224" fmla="*/ 1579590 w 11269336"/>
              <a:gd name="connsiteY224" fmla="*/ 2173680 h 2323145"/>
              <a:gd name="connsiteX225" fmla="*/ 1535601 w 11269336"/>
              <a:gd name="connsiteY225" fmla="*/ 2194590 h 2323145"/>
              <a:gd name="connsiteX226" fmla="*/ 1515594 w 11269336"/>
              <a:gd name="connsiteY226" fmla="*/ 2189622 h 2323145"/>
              <a:gd name="connsiteX227" fmla="*/ 1512113 w 11269336"/>
              <a:gd name="connsiteY227" fmla="*/ 2188534 h 2323145"/>
              <a:gd name="connsiteX228" fmla="*/ 1498838 w 11269336"/>
              <a:gd name="connsiteY228" fmla="*/ 2189213 h 2323145"/>
              <a:gd name="connsiteX229" fmla="*/ 1494279 w 11269336"/>
              <a:gd name="connsiteY229" fmla="*/ 2183112 h 2323145"/>
              <a:gd name="connsiteX230" fmla="*/ 1473714 w 11269336"/>
              <a:gd name="connsiteY230" fmla="*/ 2179625 h 2323145"/>
              <a:gd name="connsiteX231" fmla="*/ 1449503 w 11269336"/>
              <a:gd name="connsiteY231" fmla="*/ 2182633 h 2323145"/>
              <a:gd name="connsiteX232" fmla="*/ 1266687 w 11269336"/>
              <a:gd name="connsiteY232" fmla="*/ 2212688 h 2323145"/>
              <a:gd name="connsiteX233" fmla="*/ 1239614 w 11269336"/>
              <a:gd name="connsiteY233" fmla="*/ 2209727 h 2323145"/>
              <a:gd name="connsiteX234" fmla="*/ 1202436 w 11269336"/>
              <a:gd name="connsiteY234" fmla="*/ 2209817 h 2323145"/>
              <a:gd name="connsiteX235" fmla="*/ 1136097 w 11269336"/>
              <a:gd name="connsiteY235" fmla="*/ 2205112 h 2323145"/>
              <a:gd name="connsiteX236" fmla="*/ 988232 w 11269336"/>
              <a:gd name="connsiteY236" fmla="*/ 2235635 h 2323145"/>
              <a:gd name="connsiteX237" fmla="*/ 981959 w 11269336"/>
              <a:gd name="connsiteY237" fmla="*/ 2231607 h 2323145"/>
              <a:gd name="connsiteX238" fmla="*/ 938600 w 11269336"/>
              <a:gd name="connsiteY238" fmla="*/ 2238113 h 2323145"/>
              <a:gd name="connsiteX239" fmla="*/ 791788 w 11269336"/>
              <a:gd name="connsiteY239" fmla="*/ 2293224 h 2323145"/>
              <a:gd name="connsiteX240" fmla="*/ 706914 w 11269336"/>
              <a:gd name="connsiteY240" fmla="*/ 2305046 h 2323145"/>
              <a:gd name="connsiteX241" fmla="*/ 675971 w 11269336"/>
              <a:gd name="connsiteY241" fmla="*/ 2304030 h 2323145"/>
              <a:gd name="connsiteX242" fmla="*/ 624180 w 11269336"/>
              <a:gd name="connsiteY242" fmla="*/ 2302650 h 2323145"/>
              <a:gd name="connsiteX243" fmla="*/ 583453 w 11269336"/>
              <a:gd name="connsiteY243" fmla="*/ 2288788 h 2323145"/>
              <a:gd name="connsiteX244" fmla="*/ 540946 w 11269336"/>
              <a:gd name="connsiteY244" fmla="*/ 2292721 h 2323145"/>
              <a:gd name="connsiteX245" fmla="*/ 533680 w 11269336"/>
              <a:gd name="connsiteY245" fmla="*/ 2310233 h 2323145"/>
              <a:gd name="connsiteX246" fmla="*/ 487366 w 11269336"/>
              <a:gd name="connsiteY246" fmla="*/ 2309053 h 2323145"/>
              <a:gd name="connsiteX247" fmla="*/ 416820 w 11269336"/>
              <a:gd name="connsiteY247" fmla="*/ 2305443 h 2323145"/>
              <a:gd name="connsiteX248" fmla="*/ 376805 w 11269336"/>
              <a:gd name="connsiteY248" fmla="*/ 2307647 h 2323145"/>
              <a:gd name="connsiteX249" fmla="*/ 266777 w 11269336"/>
              <a:gd name="connsiteY249" fmla="*/ 2309012 h 2323145"/>
              <a:gd name="connsiteX250" fmla="*/ 156013 w 11269336"/>
              <a:gd name="connsiteY250" fmla="*/ 2306832 h 2323145"/>
              <a:gd name="connsiteX251" fmla="*/ 87258 w 11269336"/>
              <a:gd name="connsiteY251" fmla="*/ 2285511 h 2323145"/>
              <a:gd name="connsiteX252" fmla="*/ 23798 w 11269336"/>
              <a:gd name="connsiteY252" fmla="*/ 2281822 h 2323145"/>
              <a:gd name="connsiteX253" fmla="*/ 0 w 11269336"/>
              <a:gd name="connsiteY253" fmla="*/ 2285369 h 2323145"/>
              <a:gd name="connsiteX254" fmla="*/ 0 w 11269336"/>
              <a:gd name="connsiteY254"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533444 w 11269336"/>
              <a:gd name="connsiteY141" fmla="*/ 2181200 h 2323145"/>
              <a:gd name="connsiteX142" fmla="*/ 4467257 w 11269336"/>
              <a:gd name="connsiteY142" fmla="*/ 2196121 h 2323145"/>
              <a:gd name="connsiteX143" fmla="*/ 4405765 w 11269336"/>
              <a:gd name="connsiteY143" fmla="*/ 2199902 h 2323145"/>
              <a:gd name="connsiteX144" fmla="*/ 4401354 w 11269336"/>
              <a:gd name="connsiteY144" fmla="*/ 2194745 h 2323145"/>
              <a:gd name="connsiteX145" fmla="*/ 4366646 w 11269336"/>
              <a:gd name="connsiteY145" fmla="*/ 2198564 h 2323145"/>
              <a:gd name="connsiteX146" fmla="*/ 4354009 w 11269336"/>
              <a:gd name="connsiteY146" fmla="*/ 2204984 h 2323145"/>
              <a:gd name="connsiteX147" fmla="*/ 4348284 w 11269336"/>
              <a:gd name="connsiteY147" fmla="*/ 2205270 h 2323145"/>
              <a:gd name="connsiteX148" fmla="*/ 4333906 w 11269336"/>
              <a:gd name="connsiteY148" fmla="*/ 2205251 h 2323145"/>
              <a:gd name="connsiteX149" fmla="*/ 4308819 w 11269336"/>
              <a:gd name="connsiteY149" fmla="*/ 2203822 h 2323145"/>
              <a:gd name="connsiteX150" fmla="*/ 4301210 w 11269336"/>
              <a:gd name="connsiteY150" fmla="*/ 2204456 h 2323145"/>
              <a:gd name="connsiteX151" fmla="*/ 4283095 w 11269336"/>
              <a:gd name="connsiteY151" fmla="*/ 2198177 h 2323145"/>
              <a:gd name="connsiteX152" fmla="*/ 4250119 w 11269336"/>
              <a:gd name="connsiteY152" fmla="*/ 2196342 h 2323145"/>
              <a:gd name="connsiteX153" fmla="*/ 4189203 w 11269336"/>
              <a:gd name="connsiteY153" fmla="*/ 2178994 h 2323145"/>
              <a:gd name="connsiteX154" fmla="*/ 4154035 w 11269336"/>
              <a:gd name="connsiteY154" fmla="*/ 2171950 h 2323145"/>
              <a:gd name="connsiteX155" fmla="*/ 4129569 w 11269336"/>
              <a:gd name="connsiteY155" fmla="*/ 2163850 h 2323145"/>
              <a:gd name="connsiteX156" fmla="*/ 4061250 w 11269336"/>
              <a:gd name="connsiteY156" fmla="*/ 2159236 h 2323145"/>
              <a:gd name="connsiteX157" fmla="*/ 3945480 w 11269336"/>
              <a:gd name="connsiteY157" fmla="*/ 2158279 h 2323145"/>
              <a:gd name="connsiteX158" fmla="*/ 3921468 w 11269336"/>
              <a:gd name="connsiteY158" fmla="*/ 2156588 h 2323145"/>
              <a:gd name="connsiteX159" fmla="*/ 3903348 w 11269336"/>
              <a:gd name="connsiteY159" fmla="*/ 2149220 h 2323145"/>
              <a:gd name="connsiteX160" fmla="*/ 3901342 w 11269336"/>
              <a:gd name="connsiteY160" fmla="*/ 2142355 h 2323145"/>
              <a:gd name="connsiteX161" fmla="*/ 3888539 w 11269336"/>
              <a:gd name="connsiteY161" fmla="*/ 2140476 h 2323145"/>
              <a:gd name="connsiteX162" fmla="*/ 3885662 w 11269336"/>
              <a:gd name="connsiteY162" fmla="*/ 2138740 h 2323145"/>
              <a:gd name="connsiteX163" fmla="*/ 3868627 w 11269336"/>
              <a:gd name="connsiteY163" fmla="*/ 2130023 h 2323145"/>
              <a:gd name="connsiteX164" fmla="*/ 3819177 w 11269336"/>
              <a:gd name="connsiteY164" fmla="*/ 2142111 h 2323145"/>
              <a:gd name="connsiteX165" fmla="*/ 3769100 w 11269336"/>
              <a:gd name="connsiteY165" fmla="*/ 2131731 h 2323145"/>
              <a:gd name="connsiteX166" fmla="*/ 3562752 w 11269336"/>
              <a:gd name="connsiteY166" fmla="*/ 2131785 h 2323145"/>
              <a:gd name="connsiteX167" fmla="*/ 3541402 w 11269336"/>
              <a:gd name="connsiteY167" fmla="*/ 2106821 h 2323145"/>
              <a:gd name="connsiteX168" fmla="*/ 3365341 w 11269336"/>
              <a:gd name="connsiteY168" fmla="*/ 2077638 h 2323145"/>
              <a:gd name="connsiteX169" fmla="*/ 3170922 w 11269336"/>
              <a:gd name="connsiteY169" fmla="*/ 2115957 h 2323145"/>
              <a:gd name="connsiteX170" fmla="*/ 3156256 w 11269336"/>
              <a:gd name="connsiteY170" fmla="*/ 2124773 h 2323145"/>
              <a:gd name="connsiteX171" fmla="*/ 3140298 w 11269336"/>
              <a:gd name="connsiteY171" fmla="*/ 2129182 h 2323145"/>
              <a:gd name="connsiteX172" fmla="*/ 3138514 w 11269336"/>
              <a:gd name="connsiteY172" fmla="*/ 2128069 h 2323145"/>
              <a:gd name="connsiteX173" fmla="*/ 3120467 w 11269336"/>
              <a:gd name="connsiteY173" fmla="*/ 2128281 h 2323145"/>
              <a:gd name="connsiteX174" fmla="*/ 3116175 w 11269336"/>
              <a:gd name="connsiteY174" fmla="*/ 2131633 h 2323145"/>
              <a:gd name="connsiteX175" fmla="*/ 3103685 w 11269336"/>
              <a:gd name="connsiteY175" fmla="*/ 2132814 h 2323145"/>
              <a:gd name="connsiteX176" fmla="*/ 3078794 w 11269336"/>
              <a:gd name="connsiteY176" fmla="*/ 2137935 h 2323145"/>
              <a:gd name="connsiteX177" fmla="*/ 3074407 w 11269336"/>
              <a:gd name="connsiteY177" fmla="*/ 2136274 h 2323145"/>
              <a:gd name="connsiteX178" fmla="*/ 3037285 w 11269336"/>
              <a:gd name="connsiteY178" fmla="*/ 2139919 h 2323145"/>
              <a:gd name="connsiteX179" fmla="*/ 3036901 w 11269336"/>
              <a:gd name="connsiteY179" fmla="*/ 2138726 h 2323145"/>
              <a:gd name="connsiteX180" fmla="*/ 3026996 w 11269336"/>
              <a:gd name="connsiteY180" fmla="*/ 2134322 h 2323145"/>
              <a:gd name="connsiteX181" fmla="*/ 3007772 w 11269336"/>
              <a:gd name="connsiteY181" fmla="*/ 2128742 h 2323145"/>
              <a:gd name="connsiteX182" fmla="*/ 2965030 w 11269336"/>
              <a:gd name="connsiteY182" fmla="*/ 2100494 h 2323145"/>
              <a:gd name="connsiteX183" fmla="*/ 2926342 w 11269336"/>
              <a:gd name="connsiteY183" fmla="*/ 2104155 h 2323145"/>
              <a:gd name="connsiteX184" fmla="*/ 2918608 w 11269336"/>
              <a:gd name="connsiteY184" fmla="*/ 2104215 h 2323145"/>
              <a:gd name="connsiteX185" fmla="*/ 2918475 w 11269336"/>
              <a:gd name="connsiteY185" fmla="*/ 2103937 h 2323145"/>
              <a:gd name="connsiteX186" fmla="*/ 2910360 w 11269336"/>
              <a:gd name="connsiteY186" fmla="*/ 2103444 h 2323145"/>
              <a:gd name="connsiteX187" fmla="*/ 2904507 w 11269336"/>
              <a:gd name="connsiteY187" fmla="*/ 2104326 h 2323145"/>
              <a:gd name="connsiteX188" fmla="*/ 2889503 w 11269336"/>
              <a:gd name="connsiteY188" fmla="*/ 2104443 h 2323145"/>
              <a:gd name="connsiteX189" fmla="*/ 2884480 w 11269336"/>
              <a:gd name="connsiteY189" fmla="*/ 2102626 h 2323145"/>
              <a:gd name="connsiteX190" fmla="*/ 2882689 w 11269336"/>
              <a:gd name="connsiteY190" fmla="*/ 2099228 h 2323145"/>
              <a:gd name="connsiteX191" fmla="*/ 2881291 w 11269336"/>
              <a:gd name="connsiteY191" fmla="*/ 2099618 h 2323145"/>
              <a:gd name="connsiteX192" fmla="*/ 2853979 w 11269336"/>
              <a:gd name="connsiteY192" fmla="*/ 2090388 h 2323145"/>
              <a:gd name="connsiteX193" fmla="*/ 2791790 w 11269336"/>
              <a:gd name="connsiteY193" fmla="*/ 2080332 h 2323145"/>
              <a:gd name="connsiteX194" fmla="*/ 2755844 w 11269336"/>
              <a:gd name="connsiteY194" fmla="*/ 2078874 h 2323145"/>
              <a:gd name="connsiteX195" fmla="*/ 2657742 w 11269336"/>
              <a:gd name="connsiteY195" fmla="*/ 2070179 h 2323145"/>
              <a:gd name="connsiteX196" fmla="*/ 2559549 w 11269336"/>
              <a:gd name="connsiteY196" fmla="*/ 2057873 h 2323145"/>
              <a:gd name="connsiteX197" fmla="*/ 2512054 w 11269336"/>
              <a:gd name="connsiteY197" fmla="*/ 2031671 h 2323145"/>
              <a:gd name="connsiteX198" fmla="*/ 2506437 w 11269336"/>
              <a:gd name="connsiteY198" fmla="*/ 2030918 h 2323145"/>
              <a:gd name="connsiteX199" fmla="*/ 2491752 w 11269336"/>
              <a:gd name="connsiteY199" fmla="*/ 2033906 h 2323145"/>
              <a:gd name="connsiteX200" fmla="*/ 2486338 w 11269336"/>
              <a:gd name="connsiteY200" fmla="*/ 2035862 h 2323145"/>
              <a:gd name="connsiteX201" fmla="*/ 2478186 w 11269336"/>
              <a:gd name="connsiteY201" fmla="*/ 2036953 h 2323145"/>
              <a:gd name="connsiteX202" fmla="*/ 2477950 w 11269336"/>
              <a:gd name="connsiteY202" fmla="*/ 2036715 h 2323145"/>
              <a:gd name="connsiteX203" fmla="*/ 2470381 w 11269336"/>
              <a:gd name="connsiteY203" fmla="*/ 2038256 h 2323145"/>
              <a:gd name="connsiteX204" fmla="*/ 2433781 w 11269336"/>
              <a:gd name="connsiteY204" fmla="*/ 2049140 h 2323145"/>
              <a:gd name="connsiteX205" fmla="*/ 2381172 w 11269336"/>
              <a:gd name="connsiteY205" fmla="*/ 2030645 h 2323145"/>
              <a:gd name="connsiteX206" fmla="*/ 2360198 w 11269336"/>
              <a:gd name="connsiteY206" fmla="*/ 2029059 h 2323145"/>
              <a:gd name="connsiteX207" fmla="*/ 2348815 w 11269336"/>
              <a:gd name="connsiteY207" fmla="*/ 2026798 h 2323145"/>
              <a:gd name="connsiteX208" fmla="*/ 2347988 w 11269336"/>
              <a:gd name="connsiteY208" fmla="*/ 2025745 h 2323145"/>
              <a:gd name="connsiteX209" fmla="*/ 2312920 w 11269336"/>
              <a:gd name="connsiteY209" fmla="*/ 2036311 h 2323145"/>
              <a:gd name="connsiteX210" fmla="*/ 2307986 w 11269336"/>
              <a:gd name="connsiteY210" fmla="*/ 2035583 h 2323145"/>
              <a:gd name="connsiteX211" fmla="*/ 2285481 w 11269336"/>
              <a:gd name="connsiteY211" fmla="*/ 2045197 h 2323145"/>
              <a:gd name="connsiteX212" fmla="*/ 2273666 w 11269336"/>
              <a:gd name="connsiteY212" fmla="*/ 2048710 h 2323145"/>
              <a:gd name="connsiteX213" fmla="*/ 2270719 w 11269336"/>
              <a:gd name="connsiteY213" fmla="*/ 2052702 h 2323145"/>
              <a:gd name="connsiteX214" fmla="*/ 2253080 w 11269336"/>
              <a:gd name="connsiteY214" fmla="*/ 2056363 h 2323145"/>
              <a:gd name="connsiteX215" fmla="*/ 2250906 w 11269336"/>
              <a:gd name="connsiteY215" fmla="*/ 2055654 h 2323145"/>
              <a:gd name="connsiteX216" fmla="*/ 2236905 w 11269336"/>
              <a:gd name="connsiteY216" fmla="*/ 2062882 h 2323145"/>
              <a:gd name="connsiteX217" fmla="*/ 2225830 w 11269336"/>
              <a:gd name="connsiteY217" fmla="*/ 2074027 h 2323145"/>
              <a:gd name="connsiteX218" fmla="*/ 2073776 w 11269336"/>
              <a:gd name="connsiteY218" fmla="*/ 2089244 h 2323145"/>
              <a:gd name="connsiteX219" fmla="*/ 1948256 w 11269336"/>
              <a:gd name="connsiteY219" fmla="*/ 2146616 h 2323145"/>
              <a:gd name="connsiteX220" fmla="*/ 1865582 w 11269336"/>
              <a:gd name="connsiteY220" fmla="*/ 2153738 h 2323145"/>
              <a:gd name="connsiteX221" fmla="*/ 1835210 w 11269336"/>
              <a:gd name="connsiteY221" fmla="*/ 2134244 h 2323145"/>
              <a:gd name="connsiteX222" fmla="*/ 1632661 w 11269336"/>
              <a:gd name="connsiteY222" fmla="*/ 2173882 h 2323145"/>
              <a:gd name="connsiteX223" fmla="*/ 1579590 w 11269336"/>
              <a:gd name="connsiteY223" fmla="*/ 2173680 h 2323145"/>
              <a:gd name="connsiteX224" fmla="*/ 1535601 w 11269336"/>
              <a:gd name="connsiteY224" fmla="*/ 2194590 h 2323145"/>
              <a:gd name="connsiteX225" fmla="*/ 1515594 w 11269336"/>
              <a:gd name="connsiteY225" fmla="*/ 2189622 h 2323145"/>
              <a:gd name="connsiteX226" fmla="*/ 1512113 w 11269336"/>
              <a:gd name="connsiteY226" fmla="*/ 2188534 h 2323145"/>
              <a:gd name="connsiteX227" fmla="*/ 1498838 w 11269336"/>
              <a:gd name="connsiteY227" fmla="*/ 2189213 h 2323145"/>
              <a:gd name="connsiteX228" fmla="*/ 1494279 w 11269336"/>
              <a:gd name="connsiteY228" fmla="*/ 2183112 h 2323145"/>
              <a:gd name="connsiteX229" fmla="*/ 1473714 w 11269336"/>
              <a:gd name="connsiteY229" fmla="*/ 2179625 h 2323145"/>
              <a:gd name="connsiteX230" fmla="*/ 1449503 w 11269336"/>
              <a:gd name="connsiteY230" fmla="*/ 2182633 h 2323145"/>
              <a:gd name="connsiteX231" fmla="*/ 1266687 w 11269336"/>
              <a:gd name="connsiteY231" fmla="*/ 2212688 h 2323145"/>
              <a:gd name="connsiteX232" fmla="*/ 1239614 w 11269336"/>
              <a:gd name="connsiteY232" fmla="*/ 2209727 h 2323145"/>
              <a:gd name="connsiteX233" fmla="*/ 1202436 w 11269336"/>
              <a:gd name="connsiteY233" fmla="*/ 2209817 h 2323145"/>
              <a:gd name="connsiteX234" fmla="*/ 1136097 w 11269336"/>
              <a:gd name="connsiteY234" fmla="*/ 2205112 h 2323145"/>
              <a:gd name="connsiteX235" fmla="*/ 988232 w 11269336"/>
              <a:gd name="connsiteY235" fmla="*/ 2235635 h 2323145"/>
              <a:gd name="connsiteX236" fmla="*/ 981959 w 11269336"/>
              <a:gd name="connsiteY236" fmla="*/ 2231607 h 2323145"/>
              <a:gd name="connsiteX237" fmla="*/ 938600 w 11269336"/>
              <a:gd name="connsiteY237" fmla="*/ 2238113 h 2323145"/>
              <a:gd name="connsiteX238" fmla="*/ 791788 w 11269336"/>
              <a:gd name="connsiteY238" fmla="*/ 2293224 h 2323145"/>
              <a:gd name="connsiteX239" fmla="*/ 706914 w 11269336"/>
              <a:gd name="connsiteY239" fmla="*/ 2305046 h 2323145"/>
              <a:gd name="connsiteX240" fmla="*/ 675971 w 11269336"/>
              <a:gd name="connsiteY240" fmla="*/ 2304030 h 2323145"/>
              <a:gd name="connsiteX241" fmla="*/ 624180 w 11269336"/>
              <a:gd name="connsiteY241" fmla="*/ 2302650 h 2323145"/>
              <a:gd name="connsiteX242" fmla="*/ 583453 w 11269336"/>
              <a:gd name="connsiteY242" fmla="*/ 2288788 h 2323145"/>
              <a:gd name="connsiteX243" fmla="*/ 540946 w 11269336"/>
              <a:gd name="connsiteY243" fmla="*/ 2292721 h 2323145"/>
              <a:gd name="connsiteX244" fmla="*/ 533680 w 11269336"/>
              <a:gd name="connsiteY244" fmla="*/ 2310233 h 2323145"/>
              <a:gd name="connsiteX245" fmla="*/ 487366 w 11269336"/>
              <a:gd name="connsiteY245" fmla="*/ 2309053 h 2323145"/>
              <a:gd name="connsiteX246" fmla="*/ 416820 w 11269336"/>
              <a:gd name="connsiteY246" fmla="*/ 2305443 h 2323145"/>
              <a:gd name="connsiteX247" fmla="*/ 376805 w 11269336"/>
              <a:gd name="connsiteY247" fmla="*/ 2307647 h 2323145"/>
              <a:gd name="connsiteX248" fmla="*/ 266777 w 11269336"/>
              <a:gd name="connsiteY248" fmla="*/ 2309012 h 2323145"/>
              <a:gd name="connsiteX249" fmla="*/ 156013 w 11269336"/>
              <a:gd name="connsiteY249" fmla="*/ 2306832 h 2323145"/>
              <a:gd name="connsiteX250" fmla="*/ 87258 w 11269336"/>
              <a:gd name="connsiteY250" fmla="*/ 2285511 h 2323145"/>
              <a:gd name="connsiteX251" fmla="*/ 23798 w 11269336"/>
              <a:gd name="connsiteY251" fmla="*/ 2281822 h 2323145"/>
              <a:gd name="connsiteX252" fmla="*/ 0 w 11269336"/>
              <a:gd name="connsiteY252" fmla="*/ 2285369 h 2323145"/>
              <a:gd name="connsiteX253" fmla="*/ 0 w 11269336"/>
              <a:gd name="connsiteY253"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467257 w 11269336"/>
              <a:gd name="connsiteY141" fmla="*/ 2196121 h 2323145"/>
              <a:gd name="connsiteX142" fmla="*/ 4405765 w 11269336"/>
              <a:gd name="connsiteY142" fmla="*/ 2199902 h 2323145"/>
              <a:gd name="connsiteX143" fmla="*/ 4401354 w 11269336"/>
              <a:gd name="connsiteY143" fmla="*/ 2194745 h 2323145"/>
              <a:gd name="connsiteX144" fmla="*/ 4366646 w 11269336"/>
              <a:gd name="connsiteY144" fmla="*/ 2198564 h 2323145"/>
              <a:gd name="connsiteX145" fmla="*/ 4354009 w 11269336"/>
              <a:gd name="connsiteY145" fmla="*/ 2204984 h 2323145"/>
              <a:gd name="connsiteX146" fmla="*/ 4348284 w 11269336"/>
              <a:gd name="connsiteY146" fmla="*/ 2205270 h 2323145"/>
              <a:gd name="connsiteX147" fmla="*/ 4333906 w 11269336"/>
              <a:gd name="connsiteY147" fmla="*/ 2205251 h 2323145"/>
              <a:gd name="connsiteX148" fmla="*/ 4308819 w 11269336"/>
              <a:gd name="connsiteY148" fmla="*/ 2203822 h 2323145"/>
              <a:gd name="connsiteX149" fmla="*/ 4301210 w 11269336"/>
              <a:gd name="connsiteY149" fmla="*/ 2204456 h 2323145"/>
              <a:gd name="connsiteX150" fmla="*/ 4283095 w 11269336"/>
              <a:gd name="connsiteY150" fmla="*/ 2198177 h 2323145"/>
              <a:gd name="connsiteX151" fmla="*/ 4250119 w 11269336"/>
              <a:gd name="connsiteY151" fmla="*/ 2196342 h 2323145"/>
              <a:gd name="connsiteX152" fmla="*/ 4189203 w 11269336"/>
              <a:gd name="connsiteY152" fmla="*/ 2178994 h 2323145"/>
              <a:gd name="connsiteX153" fmla="*/ 4154035 w 11269336"/>
              <a:gd name="connsiteY153" fmla="*/ 2171950 h 2323145"/>
              <a:gd name="connsiteX154" fmla="*/ 4129569 w 11269336"/>
              <a:gd name="connsiteY154" fmla="*/ 2163850 h 2323145"/>
              <a:gd name="connsiteX155" fmla="*/ 4061250 w 11269336"/>
              <a:gd name="connsiteY155" fmla="*/ 2159236 h 2323145"/>
              <a:gd name="connsiteX156" fmla="*/ 3945480 w 11269336"/>
              <a:gd name="connsiteY156" fmla="*/ 2158279 h 2323145"/>
              <a:gd name="connsiteX157" fmla="*/ 3921468 w 11269336"/>
              <a:gd name="connsiteY157" fmla="*/ 2156588 h 2323145"/>
              <a:gd name="connsiteX158" fmla="*/ 3903348 w 11269336"/>
              <a:gd name="connsiteY158" fmla="*/ 2149220 h 2323145"/>
              <a:gd name="connsiteX159" fmla="*/ 3901342 w 11269336"/>
              <a:gd name="connsiteY159" fmla="*/ 2142355 h 2323145"/>
              <a:gd name="connsiteX160" fmla="*/ 3888539 w 11269336"/>
              <a:gd name="connsiteY160" fmla="*/ 2140476 h 2323145"/>
              <a:gd name="connsiteX161" fmla="*/ 3885662 w 11269336"/>
              <a:gd name="connsiteY161" fmla="*/ 2138740 h 2323145"/>
              <a:gd name="connsiteX162" fmla="*/ 3868627 w 11269336"/>
              <a:gd name="connsiteY162" fmla="*/ 2130023 h 2323145"/>
              <a:gd name="connsiteX163" fmla="*/ 3819177 w 11269336"/>
              <a:gd name="connsiteY163" fmla="*/ 2142111 h 2323145"/>
              <a:gd name="connsiteX164" fmla="*/ 3769100 w 11269336"/>
              <a:gd name="connsiteY164" fmla="*/ 2131731 h 2323145"/>
              <a:gd name="connsiteX165" fmla="*/ 3562752 w 11269336"/>
              <a:gd name="connsiteY165" fmla="*/ 2131785 h 2323145"/>
              <a:gd name="connsiteX166" fmla="*/ 3541402 w 11269336"/>
              <a:gd name="connsiteY166" fmla="*/ 2106821 h 2323145"/>
              <a:gd name="connsiteX167" fmla="*/ 3365341 w 11269336"/>
              <a:gd name="connsiteY167" fmla="*/ 2077638 h 2323145"/>
              <a:gd name="connsiteX168" fmla="*/ 3170922 w 11269336"/>
              <a:gd name="connsiteY168" fmla="*/ 2115957 h 2323145"/>
              <a:gd name="connsiteX169" fmla="*/ 3156256 w 11269336"/>
              <a:gd name="connsiteY169" fmla="*/ 2124773 h 2323145"/>
              <a:gd name="connsiteX170" fmla="*/ 3140298 w 11269336"/>
              <a:gd name="connsiteY170" fmla="*/ 2129182 h 2323145"/>
              <a:gd name="connsiteX171" fmla="*/ 3138514 w 11269336"/>
              <a:gd name="connsiteY171" fmla="*/ 2128069 h 2323145"/>
              <a:gd name="connsiteX172" fmla="*/ 3120467 w 11269336"/>
              <a:gd name="connsiteY172" fmla="*/ 2128281 h 2323145"/>
              <a:gd name="connsiteX173" fmla="*/ 3116175 w 11269336"/>
              <a:gd name="connsiteY173" fmla="*/ 2131633 h 2323145"/>
              <a:gd name="connsiteX174" fmla="*/ 3103685 w 11269336"/>
              <a:gd name="connsiteY174" fmla="*/ 2132814 h 2323145"/>
              <a:gd name="connsiteX175" fmla="*/ 3078794 w 11269336"/>
              <a:gd name="connsiteY175" fmla="*/ 2137935 h 2323145"/>
              <a:gd name="connsiteX176" fmla="*/ 3074407 w 11269336"/>
              <a:gd name="connsiteY176" fmla="*/ 2136274 h 2323145"/>
              <a:gd name="connsiteX177" fmla="*/ 3037285 w 11269336"/>
              <a:gd name="connsiteY177" fmla="*/ 2139919 h 2323145"/>
              <a:gd name="connsiteX178" fmla="*/ 3036901 w 11269336"/>
              <a:gd name="connsiteY178" fmla="*/ 2138726 h 2323145"/>
              <a:gd name="connsiteX179" fmla="*/ 3026996 w 11269336"/>
              <a:gd name="connsiteY179" fmla="*/ 2134322 h 2323145"/>
              <a:gd name="connsiteX180" fmla="*/ 3007772 w 11269336"/>
              <a:gd name="connsiteY180" fmla="*/ 2128742 h 2323145"/>
              <a:gd name="connsiteX181" fmla="*/ 2965030 w 11269336"/>
              <a:gd name="connsiteY181" fmla="*/ 2100494 h 2323145"/>
              <a:gd name="connsiteX182" fmla="*/ 2926342 w 11269336"/>
              <a:gd name="connsiteY182" fmla="*/ 2104155 h 2323145"/>
              <a:gd name="connsiteX183" fmla="*/ 2918608 w 11269336"/>
              <a:gd name="connsiteY183" fmla="*/ 2104215 h 2323145"/>
              <a:gd name="connsiteX184" fmla="*/ 2918475 w 11269336"/>
              <a:gd name="connsiteY184" fmla="*/ 2103937 h 2323145"/>
              <a:gd name="connsiteX185" fmla="*/ 2910360 w 11269336"/>
              <a:gd name="connsiteY185" fmla="*/ 2103444 h 2323145"/>
              <a:gd name="connsiteX186" fmla="*/ 2904507 w 11269336"/>
              <a:gd name="connsiteY186" fmla="*/ 2104326 h 2323145"/>
              <a:gd name="connsiteX187" fmla="*/ 2889503 w 11269336"/>
              <a:gd name="connsiteY187" fmla="*/ 2104443 h 2323145"/>
              <a:gd name="connsiteX188" fmla="*/ 2884480 w 11269336"/>
              <a:gd name="connsiteY188" fmla="*/ 2102626 h 2323145"/>
              <a:gd name="connsiteX189" fmla="*/ 2882689 w 11269336"/>
              <a:gd name="connsiteY189" fmla="*/ 2099228 h 2323145"/>
              <a:gd name="connsiteX190" fmla="*/ 2881291 w 11269336"/>
              <a:gd name="connsiteY190" fmla="*/ 2099618 h 2323145"/>
              <a:gd name="connsiteX191" fmla="*/ 2853979 w 11269336"/>
              <a:gd name="connsiteY191" fmla="*/ 2090388 h 2323145"/>
              <a:gd name="connsiteX192" fmla="*/ 2791790 w 11269336"/>
              <a:gd name="connsiteY192" fmla="*/ 2080332 h 2323145"/>
              <a:gd name="connsiteX193" fmla="*/ 2755844 w 11269336"/>
              <a:gd name="connsiteY193" fmla="*/ 2078874 h 2323145"/>
              <a:gd name="connsiteX194" fmla="*/ 2657742 w 11269336"/>
              <a:gd name="connsiteY194" fmla="*/ 2070179 h 2323145"/>
              <a:gd name="connsiteX195" fmla="*/ 2559549 w 11269336"/>
              <a:gd name="connsiteY195" fmla="*/ 2057873 h 2323145"/>
              <a:gd name="connsiteX196" fmla="*/ 2512054 w 11269336"/>
              <a:gd name="connsiteY196" fmla="*/ 2031671 h 2323145"/>
              <a:gd name="connsiteX197" fmla="*/ 2506437 w 11269336"/>
              <a:gd name="connsiteY197" fmla="*/ 2030918 h 2323145"/>
              <a:gd name="connsiteX198" fmla="*/ 2491752 w 11269336"/>
              <a:gd name="connsiteY198" fmla="*/ 2033906 h 2323145"/>
              <a:gd name="connsiteX199" fmla="*/ 2486338 w 11269336"/>
              <a:gd name="connsiteY199" fmla="*/ 2035862 h 2323145"/>
              <a:gd name="connsiteX200" fmla="*/ 2478186 w 11269336"/>
              <a:gd name="connsiteY200" fmla="*/ 2036953 h 2323145"/>
              <a:gd name="connsiteX201" fmla="*/ 2477950 w 11269336"/>
              <a:gd name="connsiteY201" fmla="*/ 2036715 h 2323145"/>
              <a:gd name="connsiteX202" fmla="*/ 2470381 w 11269336"/>
              <a:gd name="connsiteY202" fmla="*/ 2038256 h 2323145"/>
              <a:gd name="connsiteX203" fmla="*/ 2433781 w 11269336"/>
              <a:gd name="connsiteY203" fmla="*/ 2049140 h 2323145"/>
              <a:gd name="connsiteX204" fmla="*/ 2381172 w 11269336"/>
              <a:gd name="connsiteY204" fmla="*/ 2030645 h 2323145"/>
              <a:gd name="connsiteX205" fmla="*/ 2360198 w 11269336"/>
              <a:gd name="connsiteY205" fmla="*/ 2029059 h 2323145"/>
              <a:gd name="connsiteX206" fmla="*/ 2348815 w 11269336"/>
              <a:gd name="connsiteY206" fmla="*/ 2026798 h 2323145"/>
              <a:gd name="connsiteX207" fmla="*/ 2347988 w 11269336"/>
              <a:gd name="connsiteY207" fmla="*/ 2025745 h 2323145"/>
              <a:gd name="connsiteX208" fmla="*/ 2312920 w 11269336"/>
              <a:gd name="connsiteY208" fmla="*/ 2036311 h 2323145"/>
              <a:gd name="connsiteX209" fmla="*/ 2307986 w 11269336"/>
              <a:gd name="connsiteY209" fmla="*/ 2035583 h 2323145"/>
              <a:gd name="connsiteX210" fmla="*/ 2285481 w 11269336"/>
              <a:gd name="connsiteY210" fmla="*/ 2045197 h 2323145"/>
              <a:gd name="connsiteX211" fmla="*/ 2273666 w 11269336"/>
              <a:gd name="connsiteY211" fmla="*/ 2048710 h 2323145"/>
              <a:gd name="connsiteX212" fmla="*/ 2270719 w 11269336"/>
              <a:gd name="connsiteY212" fmla="*/ 2052702 h 2323145"/>
              <a:gd name="connsiteX213" fmla="*/ 2253080 w 11269336"/>
              <a:gd name="connsiteY213" fmla="*/ 2056363 h 2323145"/>
              <a:gd name="connsiteX214" fmla="*/ 2250906 w 11269336"/>
              <a:gd name="connsiteY214" fmla="*/ 2055654 h 2323145"/>
              <a:gd name="connsiteX215" fmla="*/ 2236905 w 11269336"/>
              <a:gd name="connsiteY215" fmla="*/ 2062882 h 2323145"/>
              <a:gd name="connsiteX216" fmla="*/ 2225830 w 11269336"/>
              <a:gd name="connsiteY216" fmla="*/ 2074027 h 2323145"/>
              <a:gd name="connsiteX217" fmla="*/ 2073776 w 11269336"/>
              <a:gd name="connsiteY217" fmla="*/ 2089244 h 2323145"/>
              <a:gd name="connsiteX218" fmla="*/ 1948256 w 11269336"/>
              <a:gd name="connsiteY218" fmla="*/ 2146616 h 2323145"/>
              <a:gd name="connsiteX219" fmla="*/ 1865582 w 11269336"/>
              <a:gd name="connsiteY219" fmla="*/ 2153738 h 2323145"/>
              <a:gd name="connsiteX220" fmla="*/ 1835210 w 11269336"/>
              <a:gd name="connsiteY220" fmla="*/ 2134244 h 2323145"/>
              <a:gd name="connsiteX221" fmla="*/ 1632661 w 11269336"/>
              <a:gd name="connsiteY221" fmla="*/ 2173882 h 2323145"/>
              <a:gd name="connsiteX222" fmla="*/ 1579590 w 11269336"/>
              <a:gd name="connsiteY222" fmla="*/ 2173680 h 2323145"/>
              <a:gd name="connsiteX223" fmla="*/ 1535601 w 11269336"/>
              <a:gd name="connsiteY223" fmla="*/ 2194590 h 2323145"/>
              <a:gd name="connsiteX224" fmla="*/ 1515594 w 11269336"/>
              <a:gd name="connsiteY224" fmla="*/ 2189622 h 2323145"/>
              <a:gd name="connsiteX225" fmla="*/ 1512113 w 11269336"/>
              <a:gd name="connsiteY225" fmla="*/ 2188534 h 2323145"/>
              <a:gd name="connsiteX226" fmla="*/ 1498838 w 11269336"/>
              <a:gd name="connsiteY226" fmla="*/ 2189213 h 2323145"/>
              <a:gd name="connsiteX227" fmla="*/ 1494279 w 11269336"/>
              <a:gd name="connsiteY227" fmla="*/ 2183112 h 2323145"/>
              <a:gd name="connsiteX228" fmla="*/ 1473714 w 11269336"/>
              <a:gd name="connsiteY228" fmla="*/ 2179625 h 2323145"/>
              <a:gd name="connsiteX229" fmla="*/ 1449503 w 11269336"/>
              <a:gd name="connsiteY229" fmla="*/ 2182633 h 2323145"/>
              <a:gd name="connsiteX230" fmla="*/ 1266687 w 11269336"/>
              <a:gd name="connsiteY230" fmla="*/ 2212688 h 2323145"/>
              <a:gd name="connsiteX231" fmla="*/ 1239614 w 11269336"/>
              <a:gd name="connsiteY231" fmla="*/ 2209727 h 2323145"/>
              <a:gd name="connsiteX232" fmla="*/ 1202436 w 11269336"/>
              <a:gd name="connsiteY232" fmla="*/ 2209817 h 2323145"/>
              <a:gd name="connsiteX233" fmla="*/ 1136097 w 11269336"/>
              <a:gd name="connsiteY233" fmla="*/ 2205112 h 2323145"/>
              <a:gd name="connsiteX234" fmla="*/ 988232 w 11269336"/>
              <a:gd name="connsiteY234" fmla="*/ 2235635 h 2323145"/>
              <a:gd name="connsiteX235" fmla="*/ 981959 w 11269336"/>
              <a:gd name="connsiteY235" fmla="*/ 2231607 h 2323145"/>
              <a:gd name="connsiteX236" fmla="*/ 938600 w 11269336"/>
              <a:gd name="connsiteY236" fmla="*/ 2238113 h 2323145"/>
              <a:gd name="connsiteX237" fmla="*/ 791788 w 11269336"/>
              <a:gd name="connsiteY237" fmla="*/ 2293224 h 2323145"/>
              <a:gd name="connsiteX238" fmla="*/ 706914 w 11269336"/>
              <a:gd name="connsiteY238" fmla="*/ 2305046 h 2323145"/>
              <a:gd name="connsiteX239" fmla="*/ 675971 w 11269336"/>
              <a:gd name="connsiteY239" fmla="*/ 2304030 h 2323145"/>
              <a:gd name="connsiteX240" fmla="*/ 624180 w 11269336"/>
              <a:gd name="connsiteY240" fmla="*/ 2302650 h 2323145"/>
              <a:gd name="connsiteX241" fmla="*/ 583453 w 11269336"/>
              <a:gd name="connsiteY241" fmla="*/ 2288788 h 2323145"/>
              <a:gd name="connsiteX242" fmla="*/ 540946 w 11269336"/>
              <a:gd name="connsiteY242" fmla="*/ 2292721 h 2323145"/>
              <a:gd name="connsiteX243" fmla="*/ 533680 w 11269336"/>
              <a:gd name="connsiteY243" fmla="*/ 2310233 h 2323145"/>
              <a:gd name="connsiteX244" fmla="*/ 487366 w 11269336"/>
              <a:gd name="connsiteY244" fmla="*/ 2309053 h 2323145"/>
              <a:gd name="connsiteX245" fmla="*/ 416820 w 11269336"/>
              <a:gd name="connsiteY245" fmla="*/ 2305443 h 2323145"/>
              <a:gd name="connsiteX246" fmla="*/ 376805 w 11269336"/>
              <a:gd name="connsiteY246" fmla="*/ 2307647 h 2323145"/>
              <a:gd name="connsiteX247" fmla="*/ 266777 w 11269336"/>
              <a:gd name="connsiteY247" fmla="*/ 2309012 h 2323145"/>
              <a:gd name="connsiteX248" fmla="*/ 156013 w 11269336"/>
              <a:gd name="connsiteY248" fmla="*/ 2306832 h 2323145"/>
              <a:gd name="connsiteX249" fmla="*/ 87258 w 11269336"/>
              <a:gd name="connsiteY249" fmla="*/ 2285511 h 2323145"/>
              <a:gd name="connsiteX250" fmla="*/ 23798 w 11269336"/>
              <a:gd name="connsiteY250" fmla="*/ 2281822 h 2323145"/>
              <a:gd name="connsiteX251" fmla="*/ 0 w 11269336"/>
              <a:gd name="connsiteY251" fmla="*/ 2285369 h 2323145"/>
              <a:gd name="connsiteX252" fmla="*/ 0 w 11269336"/>
              <a:gd name="connsiteY252" fmla="*/ 0 h 2323145"/>
              <a:gd name="connsiteX0" fmla="*/ 0 w 11269336"/>
              <a:gd name="connsiteY0" fmla="*/ 0 h 2323145"/>
              <a:gd name="connsiteX1" fmla="*/ 11269336 w 11269336"/>
              <a:gd name="connsiteY1" fmla="*/ 0 h 2323145"/>
              <a:gd name="connsiteX2" fmla="*/ 11268645 w 11269336"/>
              <a:gd name="connsiteY2" fmla="*/ 511 h 2323145"/>
              <a:gd name="connsiteX3" fmla="*/ 11230739 w 11269336"/>
              <a:gd name="connsiteY3" fmla="*/ 37096 h 2323145"/>
              <a:gd name="connsiteX4" fmla="*/ 11082485 w 11269336"/>
              <a:gd name="connsiteY4" fmla="*/ 78590 h 2323145"/>
              <a:gd name="connsiteX5" fmla="*/ 11031776 w 11269336"/>
              <a:gd name="connsiteY5" fmla="*/ 79197 h 2323145"/>
              <a:gd name="connsiteX6" fmla="*/ 10995894 w 11269336"/>
              <a:gd name="connsiteY6" fmla="*/ 83459 h 2323145"/>
              <a:gd name="connsiteX7" fmla="*/ 10861177 w 11269336"/>
              <a:gd name="connsiteY7" fmla="*/ 147419 h 2323145"/>
              <a:gd name="connsiteX8" fmla="*/ 10782732 w 11269336"/>
              <a:gd name="connsiteY8" fmla="*/ 135645 h 2323145"/>
              <a:gd name="connsiteX9" fmla="*/ 10660773 w 11269336"/>
              <a:gd name="connsiteY9" fmla="*/ 179312 h 2323145"/>
              <a:gd name="connsiteX10" fmla="*/ 10564442 w 11269336"/>
              <a:gd name="connsiteY10" fmla="*/ 160738 h 2323145"/>
              <a:gd name="connsiteX11" fmla="*/ 10490200 w 11269336"/>
              <a:gd name="connsiteY11" fmla="*/ 183533 h 2323145"/>
              <a:gd name="connsiteX12" fmla="*/ 10271351 w 11269336"/>
              <a:gd name="connsiteY12" fmla="*/ 243104 h 2323145"/>
              <a:gd name="connsiteX13" fmla="*/ 10061033 w 11269336"/>
              <a:gd name="connsiteY13" fmla="*/ 364937 h 2323145"/>
              <a:gd name="connsiteX14" fmla="*/ 9921770 w 11269336"/>
              <a:gd name="connsiteY14" fmla="*/ 406154 h 2323145"/>
              <a:gd name="connsiteX15" fmla="*/ 9858388 w 11269336"/>
              <a:gd name="connsiteY15" fmla="*/ 439489 h 2323145"/>
              <a:gd name="connsiteX16" fmla="*/ 9811914 w 11269336"/>
              <a:gd name="connsiteY16" fmla="*/ 449865 h 2323145"/>
              <a:gd name="connsiteX17" fmla="*/ 9784394 w 11269336"/>
              <a:gd name="connsiteY17" fmla="*/ 457816 h 2323145"/>
              <a:gd name="connsiteX18" fmla="*/ 9656836 w 11269336"/>
              <a:gd name="connsiteY18" fmla="*/ 469967 h 2323145"/>
              <a:gd name="connsiteX19" fmla="*/ 9561575 w 11269336"/>
              <a:gd name="connsiteY19" fmla="*/ 559978 h 2323145"/>
              <a:gd name="connsiteX20" fmla="*/ 9162278 w 11269336"/>
              <a:gd name="connsiteY20" fmla="*/ 704724 h 2323145"/>
              <a:gd name="connsiteX21" fmla="*/ 9062863 w 11269336"/>
              <a:gd name="connsiteY21" fmla="*/ 754656 h 2323145"/>
              <a:gd name="connsiteX22" fmla="*/ 8914746 w 11269336"/>
              <a:gd name="connsiteY22" fmla="*/ 826428 h 2323145"/>
              <a:gd name="connsiteX23" fmla="*/ 8917778 w 11269336"/>
              <a:gd name="connsiteY23" fmla="*/ 835198 h 2323145"/>
              <a:gd name="connsiteX24" fmla="*/ 8905560 w 11269336"/>
              <a:gd name="connsiteY24" fmla="*/ 838358 h 2323145"/>
              <a:gd name="connsiteX25" fmla="*/ 8897564 w 11269336"/>
              <a:gd name="connsiteY25" fmla="*/ 834287 h 2323145"/>
              <a:gd name="connsiteX26" fmla="*/ 8878040 w 11269336"/>
              <a:gd name="connsiteY26" fmla="*/ 844150 h 2323145"/>
              <a:gd name="connsiteX27" fmla="*/ 8795998 w 11269336"/>
              <a:gd name="connsiteY27" fmla="*/ 863337 h 2323145"/>
              <a:gd name="connsiteX28" fmla="*/ 8776970 w 11269336"/>
              <a:gd name="connsiteY28" fmla="*/ 885177 h 2323145"/>
              <a:gd name="connsiteX29" fmla="*/ 8755719 w 11269336"/>
              <a:gd name="connsiteY29" fmla="*/ 889754 h 2323145"/>
              <a:gd name="connsiteX30" fmla="*/ 8743257 w 11269336"/>
              <a:gd name="connsiteY30" fmla="*/ 904723 h 2323145"/>
              <a:gd name="connsiteX31" fmla="*/ 8721366 w 11269336"/>
              <a:gd name="connsiteY31" fmla="*/ 904711 h 2323145"/>
              <a:gd name="connsiteX32" fmla="*/ 8678353 w 11269336"/>
              <a:gd name="connsiteY32" fmla="*/ 926318 h 2323145"/>
              <a:gd name="connsiteX33" fmla="*/ 8636849 w 11269336"/>
              <a:gd name="connsiteY33" fmla="*/ 937900 h 2323145"/>
              <a:gd name="connsiteX34" fmla="*/ 8620213 w 11269336"/>
              <a:gd name="connsiteY34" fmla="*/ 943068 h 2323145"/>
              <a:gd name="connsiteX35" fmla="*/ 8612581 w 11269336"/>
              <a:gd name="connsiteY35" fmla="*/ 952695 h 2323145"/>
              <a:gd name="connsiteX36" fmla="*/ 8589038 w 11269336"/>
              <a:gd name="connsiteY36" fmla="*/ 963892 h 2323145"/>
              <a:gd name="connsiteX37" fmla="*/ 8579950 w 11269336"/>
              <a:gd name="connsiteY37" fmla="*/ 960899 h 2323145"/>
              <a:gd name="connsiteX38" fmla="*/ 8579319 w 11269336"/>
              <a:gd name="connsiteY38" fmla="*/ 965630 h 2323145"/>
              <a:gd name="connsiteX39" fmla="*/ 8547429 w 11269336"/>
              <a:gd name="connsiteY39" fmla="*/ 984506 h 2323145"/>
              <a:gd name="connsiteX40" fmla="*/ 8478704 w 11269336"/>
              <a:gd name="connsiteY40" fmla="*/ 1025490 h 2323145"/>
              <a:gd name="connsiteX41" fmla="*/ 8461421 w 11269336"/>
              <a:gd name="connsiteY41" fmla="*/ 1035512 h 2323145"/>
              <a:gd name="connsiteX42" fmla="*/ 8445003 w 11269336"/>
              <a:gd name="connsiteY42" fmla="*/ 1036851 h 2323145"/>
              <a:gd name="connsiteX43" fmla="*/ 8357350 w 11269336"/>
              <a:gd name="connsiteY43" fmla="*/ 1060213 h 2323145"/>
              <a:gd name="connsiteX44" fmla="*/ 8335565 w 11269336"/>
              <a:gd name="connsiteY44" fmla="*/ 1061151 h 2323145"/>
              <a:gd name="connsiteX45" fmla="*/ 8325267 w 11269336"/>
              <a:gd name="connsiteY45" fmla="*/ 1055919 h 2323145"/>
              <a:gd name="connsiteX46" fmla="*/ 8293586 w 11269336"/>
              <a:gd name="connsiteY46" fmla="*/ 1076144 h 2323145"/>
              <a:gd name="connsiteX47" fmla="*/ 8242405 w 11269336"/>
              <a:gd name="connsiteY47" fmla="*/ 1095960 h 2323145"/>
              <a:gd name="connsiteX48" fmla="*/ 8197391 w 11269336"/>
              <a:gd name="connsiteY48" fmla="*/ 1107746 h 2323145"/>
              <a:gd name="connsiteX49" fmla="*/ 8081474 w 11269336"/>
              <a:gd name="connsiteY49" fmla="*/ 1130125 h 2323145"/>
              <a:gd name="connsiteX50" fmla="*/ 8053585 w 11269336"/>
              <a:gd name="connsiteY50" fmla="*/ 1129169 h 2323145"/>
              <a:gd name="connsiteX51" fmla="*/ 8038422 w 11269336"/>
              <a:gd name="connsiteY51" fmla="*/ 1119092 h 2323145"/>
              <a:gd name="connsiteX52" fmla="*/ 8029450 w 11269336"/>
              <a:gd name="connsiteY52" fmla="*/ 1125592 h 2323145"/>
              <a:gd name="connsiteX53" fmla="*/ 7959552 w 11269336"/>
              <a:gd name="connsiteY53" fmla="*/ 1140188 h 2323145"/>
              <a:gd name="connsiteX54" fmla="*/ 7914188 w 11269336"/>
              <a:gd name="connsiteY54" fmla="*/ 1150862 h 2323145"/>
              <a:gd name="connsiteX55" fmla="*/ 7914918 w 11269336"/>
              <a:gd name="connsiteY55" fmla="*/ 1168758 h 2323145"/>
              <a:gd name="connsiteX56" fmla="*/ 7875510 w 11269336"/>
              <a:gd name="connsiteY56" fmla="*/ 1183153 h 2323145"/>
              <a:gd name="connsiteX57" fmla="*/ 7829932 w 11269336"/>
              <a:gd name="connsiteY57" fmla="*/ 1180782 h 2323145"/>
              <a:gd name="connsiteX58" fmla="*/ 7779182 w 11269336"/>
              <a:gd name="connsiteY58" fmla="*/ 1192665 h 2323145"/>
              <a:gd name="connsiteX59" fmla="*/ 7748774 w 11269336"/>
              <a:gd name="connsiteY59" fmla="*/ 1199586 h 2323145"/>
              <a:gd name="connsiteX60" fmla="*/ 7671846 w 11269336"/>
              <a:gd name="connsiteY60" fmla="*/ 1231966 h 2323145"/>
              <a:gd name="connsiteX61" fmla="*/ 7554146 w 11269336"/>
              <a:gd name="connsiteY61" fmla="*/ 1319748 h 2323145"/>
              <a:gd name="connsiteX62" fmla="*/ 7515052 w 11269336"/>
              <a:gd name="connsiteY62" fmla="*/ 1336718 h 2323145"/>
              <a:gd name="connsiteX63" fmla="*/ 7507193 w 11269336"/>
              <a:gd name="connsiteY63" fmla="*/ 1334617 h 2323145"/>
              <a:gd name="connsiteX64" fmla="*/ 7461694 w 11269336"/>
              <a:gd name="connsiteY64" fmla="*/ 1375866 h 2323145"/>
              <a:gd name="connsiteX65" fmla="*/ 7377571 w 11269336"/>
              <a:gd name="connsiteY65" fmla="*/ 1400128 h 2323145"/>
              <a:gd name="connsiteX66" fmla="*/ 7311261 w 11269336"/>
              <a:gd name="connsiteY66" fmla="*/ 1412652 h 2323145"/>
              <a:gd name="connsiteX67" fmla="*/ 7275307 w 11269336"/>
              <a:gd name="connsiteY67" fmla="*/ 1422171 h 2323145"/>
              <a:gd name="connsiteX68" fmla="*/ 7247783 w 11269336"/>
              <a:gd name="connsiteY68" fmla="*/ 1426330 h 2323145"/>
              <a:gd name="connsiteX69" fmla="*/ 7185047 w 11269336"/>
              <a:gd name="connsiteY69" fmla="*/ 1451812 h 2323145"/>
              <a:gd name="connsiteX70" fmla="*/ 7084117 w 11269336"/>
              <a:gd name="connsiteY70" fmla="*/ 1500281 h 2323145"/>
              <a:gd name="connsiteX71" fmla="*/ 7062011 w 11269336"/>
              <a:gd name="connsiteY71" fmla="*/ 1509183 h 2323145"/>
              <a:gd name="connsiteX72" fmla="*/ 7040555 w 11269336"/>
              <a:gd name="connsiteY72" fmla="*/ 1511207 h 2323145"/>
              <a:gd name="connsiteX73" fmla="*/ 7033438 w 11269336"/>
              <a:gd name="connsiteY73" fmla="*/ 1506772 h 2323145"/>
              <a:gd name="connsiteX74" fmla="*/ 7020886 w 11269336"/>
              <a:gd name="connsiteY74" fmla="*/ 1510764 h 2323145"/>
              <a:gd name="connsiteX75" fmla="*/ 7017033 w 11269336"/>
              <a:gd name="connsiteY75" fmla="*/ 1510650 h 2323145"/>
              <a:gd name="connsiteX76" fmla="*/ 6995460 w 11269336"/>
              <a:gd name="connsiteY76" fmla="*/ 1511173 h 2323145"/>
              <a:gd name="connsiteX77" fmla="*/ 6962144 w 11269336"/>
              <a:gd name="connsiteY77" fmla="*/ 1541508 h 2323145"/>
              <a:gd name="connsiteX78" fmla="*/ 6910674 w 11269336"/>
              <a:gd name="connsiteY78" fmla="*/ 1554793 h 2323145"/>
              <a:gd name="connsiteX79" fmla="*/ 6732152 w 11269336"/>
              <a:gd name="connsiteY79" fmla="*/ 1642538 h 2323145"/>
              <a:gd name="connsiteX80" fmla="*/ 6694106 w 11269336"/>
              <a:gd name="connsiteY80" fmla="*/ 1632377 h 2323145"/>
              <a:gd name="connsiteX81" fmla="*/ 6617223 w 11269336"/>
              <a:gd name="connsiteY81" fmla="*/ 1659889 h 2323145"/>
              <a:gd name="connsiteX82" fmla="*/ 6521138 w 11269336"/>
              <a:gd name="connsiteY82" fmla="*/ 1744340 h 2323145"/>
              <a:gd name="connsiteX83" fmla="*/ 6380677 w 11269336"/>
              <a:gd name="connsiteY83" fmla="*/ 1796883 h 2323145"/>
              <a:gd name="connsiteX84" fmla="*/ 6374897 w 11269336"/>
              <a:gd name="connsiteY84" fmla="*/ 1809910 h 2323145"/>
              <a:gd name="connsiteX85" fmla="*/ 6364545 w 11269336"/>
              <a:gd name="connsiteY85" fmla="*/ 1820090 h 2323145"/>
              <a:gd name="connsiteX86" fmla="*/ 6362126 w 11269336"/>
              <a:gd name="connsiteY86" fmla="*/ 1819991 h 2323145"/>
              <a:gd name="connsiteX87" fmla="*/ 6346673 w 11269336"/>
              <a:gd name="connsiteY87" fmla="*/ 1827824 h 2323145"/>
              <a:gd name="connsiteX88" fmla="*/ 6345588 w 11269336"/>
              <a:gd name="connsiteY88" fmla="*/ 1832232 h 2323145"/>
              <a:gd name="connsiteX89" fmla="*/ 6335708 w 11269336"/>
              <a:gd name="connsiteY89" fmla="*/ 1838451 h 2323145"/>
              <a:gd name="connsiteX90" fmla="*/ 6318182 w 11269336"/>
              <a:gd name="connsiteY90" fmla="*/ 1852975 h 2323145"/>
              <a:gd name="connsiteX91" fmla="*/ 6313084 w 11269336"/>
              <a:gd name="connsiteY91" fmla="*/ 1853561 h 2323145"/>
              <a:gd name="connsiteX92" fmla="*/ 6283816 w 11269336"/>
              <a:gd name="connsiteY92" fmla="*/ 1872148 h 2323145"/>
              <a:gd name="connsiteX93" fmla="*/ 6282550 w 11269336"/>
              <a:gd name="connsiteY93" fmla="*/ 1871392 h 2323145"/>
              <a:gd name="connsiteX94" fmla="*/ 6270527 w 11269336"/>
              <a:gd name="connsiteY94" fmla="*/ 1872208 h 2323145"/>
              <a:gd name="connsiteX95" fmla="*/ 6249518 w 11269336"/>
              <a:gd name="connsiteY95" fmla="*/ 1876079 h 2323145"/>
              <a:gd name="connsiteX96" fmla="*/ 6190386 w 11269336"/>
              <a:gd name="connsiteY96" fmla="*/ 1872478 h 2323145"/>
              <a:gd name="connsiteX97" fmla="*/ 6159777 w 11269336"/>
              <a:gd name="connsiteY97" fmla="*/ 1891745 h 2323145"/>
              <a:gd name="connsiteX98" fmla="*/ 6153131 w 11269336"/>
              <a:gd name="connsiteY98" fmla="*/ 1895079 h 2323145"/>
              <a:gd name="connsiteX99" fmla="*/ 6152798 w 11269336"/>
              <a:gd name="connsiteY99" fmla="*/ 1894920 h 2323145"/>
              <a:gd name="connsiteX100" fmla="*/ 6145388 w 11269336"/>
              <a:gd name="connsiteY100" fmla="*/ 1897990 h 2323145"/>
              <a:gd name="connsiteX101" fmla="*/ 6141014 w 11269336"/>
              <a:gd name="connsiteY101" fmla="*/ 1901155 h 2323145"/>
              <a:gd name="connsiteX102" fmla="*/ 6128122 w 11269336"/>
              <a:gd name="connsiteY102" fmla="*/ 1907623 h 2323145"/>
              <a:gd name="connsiteX103" fmla="*/ 6122351 w 11269336"/>
              <a:gd name="connsiteY103" fmla="*/ 1908359 h 2323145"/>
              <a:gd name="connsiteX104" fmla="*/ 6064750 w 11269336"/>
              <a:gd name="connsiteY104" fmla="*/ 1896394 h 2323145"/>
              <a:gd name="connsiteX105" fmla="*/ 5964230 w 11269336"/>
              <a:gd name="connsiteY105" fmla="*/ 1910038 h 2323145"/>
              <a:gd name="connsiteX106" fmla="*/ 5865399 w 11269336"/>
              <a:gd name="connsiteY106" fmla="*/ 1926966 h 2323145"/>
              <a:gd name="connsiteX107" fmla="*/ 5829951 w 11269336"/>
              <a:gd name="connsiteY107" fmla="*/ 1934755 h 2323145"/>
              <a:gd name="connsiteX108" fmla="*/ 5765285 w 11269336"/>
              <a:gd name="connsiteY108" fmla="*/ 1941322 h 2323145"/>
              <a:gd name="connsiteX109" fmla="*/ 5734750 w 11269336"/>
              <a:gd name="connsiteY109" fmla="*/ 1939793 h 2323145"/>
              <a:gd name="connsiteX110" fmla="*/ 5733569 w 11269336"/>
              <a:gd name="connsiteY110" fmla="*/ 1940505 h 2323145"/>
              <a:gd name="connsiteX111" fmla="*/ 5730329 w 11269336"/>
              <a:gd name="connsiteY111" fmla="*/ 1937845 h 2323145"/>
              <a:gd name="connsiteX112" fmla="*/ 5724661 w 11269336"/>
              <a:gd name="connsiteY112" fmla="*/ 1937455 h 2323145"/>
              <a:gd name="connsiteX113" fmla="*/ 5710186 w 11269336"/>
              <a:gd name="connsiteY113" fmla="*/ 1941370 h 2323145"/>
              <a:gd name="connsiteX114" fmla="*/ 5704910 w 11269336"/>
              <a:gd name="connsiteY114" fmla="*/ 1943663 h 2323145"/>
              <a:gd name="connsiteX115" fmla="*/ 5696836 w 11269336"/>
              <a:gd name="connsiteY115" fmla="*/ 1945271 h 2323145"/>
              <a:gd name="connsiteX116" fmla="*/ 5696583 w 11269336"/>
              <a:gd name="connsiteY116" fmla="*/ 1945050 h 2323145"/>
              <a:gd name="connsiteX117" fmla="*/ 5689123 w 11269336"/>
              <a:gd name="connsiteY117" fmla="*/ 1947067 h 2323145"/>
              <a:gd name="connsiteX118" fmla="*/ 5653291 w 11269336"/>
              <a:gd name="connsiteY118" fmla="*/ 1960245 h 2323145"/>
              <a:gd name="connsiteX119" fmla="*/ 5599385 w 11269336"/>
              <a:gd name="connsiteY119" fmla="*/ 1945198 h 2323145"/>
              <a:gd name="connsiteX120" fmla="*/ 5578300 w 11269336"/>
              <a:gd name="connsiteY120" fmla="*/ 1944963 h 2323145"/>
              <a:gd name="connsiteX121" fmla="*/ 5566758 w 11269336"/>
              <a:gd name="connsiteY121" fmla="*/ 1943441 h 2323145"/>
              <a:gd name="connsiteX122" fmla="*/ 5565857 w 11269336"/>
              <a:gd name="connsiteY122" fmla="*/ 1942445 h 2323145"/>
              <a:gd name="connsiteX123" fmla="*/ 5531534 w 11269336"/>
              <a:gd name="connsiteY123" fmla="*/ 1955208 h 2323145"/>
              <a:gd name="connsiteX124" fmla="*/ 5526552 w 11269336"/>
              <a:gd name="connsiteY124" fmla="*/ 1954799 h 2323145"/>
              <a:gd name="connsiteX125" fmla="*/ 5504723 w 11269336"/>
              <a:gd name="connsiteY125" fmla="*/ 1965811 h 2323145"/>
              <a:gd name="connsiteX126" fmla="*/ 5493156 w 11269336"/>
              <a:gd name="connsiteY126" fmla="*/ 1970063 h 2323145"/>
              <a:gd name="connsiteX127" fmla="*/ 5490486 w 11269336"/>
              <a:gd name="connsiteY127" fmla="*/ 1974227 h 2323145"/>
              <a:gd name="connsiteX128" fmla="*/ 5473107 w 11269336"/>
              <a:gd name="connsiteY128" fmla="*/ 1979001 h 2323145"/>
              <a:gd name="connsiteX129" fmla="*/ 5470885 w 11269336"/>
              <a:gd name="connsiteY129" fmla="*/ 1978432 h 2323145"/>
              <a:gd name="connsiteX130" fmla="*/ 5457393 w 11269336"/>
              <a:gd name="connsiteY130" fmla="*/ 1986525 h 2323145"/>
              <a:gd name="connsiteX131" fmla="*/ 5447102 w 11269336"/>
              <a:gd name="connsiteY131" fmla="*/ 1998329 h 2323145"/>
              <a:gd name="connsiteX132" fmla="*/ 5159151 w 11269336"/>
              <a:gd name="connsiteY132" fmla="*/ 2029640 h 2323145"/>
              <a:gd name="connsiteX133" fmla="*/ 5098838 w 11269336"/>
              <a:gd name="connsiteY133" fmla="*/ 2062961 h 2323145"/>
              <a:gd name="connsiteX134" fmla="*/ 4860988 w 11269336"/>
              <a:gd name="connsiteY134" fmla="*/ 2135698 h 2323145"/>
              <a:gd name="connsiteX135" fmla="*/ 4765388 w 11269336"/>
              <a:gd name="connsiteY135" fmla="*/ 2162525 h 2323145"/>
              <a:gd name="connsiteX136" fmla="*/ 4745033 w 11269336"/>
              <a:gd name="connsiteY136" fmla="*/ 2158859 h 2323145"/>
              <a:gd name="connsiteX137" fmla="*/ 4741475 w 11269336"/>
              <a:gd name="connsiteY137" fmla="*/ 2157998 h 2323145"/>
              <a:gd name="connsiteX138" fmla="*/ 4728247 w 11269336"/>
              <a:gd name="connsiteY138" fmla="*/ 2159526 h 2323145"/>
              <a:gd name="connsiteX139" fmla="*/ 4723263 w 11269336"/>
              <a:gd name="connsiteY139" fmla="*/ 2153742 h 2323145"/>
              <a:gd name="connsiteX140" fmla="*/ 4593061 w 11269336"/>
              <a:gd name="connsiteY140" fmla="*/ 2171597 h 2323145"/>
              <a:gd name="connsiteX141" fmla="*/ 4405765 w 11269336"/>
              <a:gd name="connsiteY141" fmla="*/ 2199902 h 2323145"/>
              <a:gd name="connsiteX142" fmla="*/ 4401354 w 11269336"/>
              <a:gd name="connsiteY142" fmla="*/ 2194745 h 2323145"/>
              <a:gd name="connsiteX143" fmla="*/ 4366646 w 11269336"/>
              <a:gd name="connsiteY143" fmla="*/ 2198564 h 2323145"/>
              <a:gd name="connsiteX144" fmla="*/ 4354009 w 11269336"/>
              <a:gd name="connsiteY144" fmla="*/ 2204984 h 2323145"/>
              <a:gd name="connsiteX145" fmla="*/ 4348284 w 11269336"/>
              <a:gd name="connsiteY145" fmla="*/ 2205270 h 2323145"/>
              <a:gd name="connsiteX146" fmla="*/ 4333906 w 11269336"/>
              <a:gd name="connsiteY146" fmla="*/ 2205251 h 2323145"/>
              <a:gd name="connsiteX147" fmla="*/ 4308819 w 11269336"/>
              <a:gd name="connsiteY147" fmla="*/ 2203822 h 2323145"/>
              <a:gd name="connsiteX148" fmla="*/ 4301210 w 11269336"/>
              <a:gd name="connsiteY148" fmla="*/ 2204456 h 2323145"/>
              <a:gd name="connsiteX149" fmla="*/ 4283095 w 11269336"/>
              <a:gd name="connsiteY149" fmla="*/ 2198177 h 2323145"/>
              <a:gd name="connsiteX150" fmla="*/ 4250119 w 11269336"/>
              <a:gd name="connsiteY150" fmla="*/ 2196342 h 2323145"/>
              <a:gd name="connsiteX151" fmla="*/ 4189203 w 11269336"/>
              <a:gd name="connsiteY151" fmla="*/ 2178994 h 2323145"/>
              <a:gd name="connsiteX152" fmla="*/ 4154035 w 11269336"/>
              <a:gd name="connsiteY152" fmla="*/ 2171950 h 2323145"/>
              <a:gd name="connsiteX153" fmla="*/ 4129569 w 11269336"/>
              <a:gd name="connsiteY153" fmla="*/ 2163850 h 2323145"/>
              <a:gd name="connsiteX154" fmla="*/ 4061250 w 11269336"/>
              <a:gd name="connsiteY154" fmla="*/ 2159236 h 2323145"/>
              <a:gd name="connsiteX155" fmla="*/ 3945480 w 11269336"/>
              <a:gd name="connsiteY155" fmla="*/ 2158279 h 2323145"/>
              <a:gd name="connsiteX156" fmla="*/ 3921468 w 11269336"/>
              <a:gd name="connsiteY156" fmla="*/ 2156588 h 2323145"/>
              <a:gd name="connsiteX157" fmla="*/ 3903348 w 11269336"/>
              <a:gd name="connsiteY157" fmla="*/ 2149220 h 2323145"/>
              <a:gd name="connsiteX158" fmla="*/ 3901342 w 11269336"/>
              <a:gd name="connsiteY158" fmla="*/ 2142355 h 2323145"/>
              <a:gd name="connsiteX159" fmla="*/ 3888539 w 11269336"/>
              <a:gd name="connsiteY159" fmla="*/ 2140476 h 2323145"/>
              <a:gd name="connsiteX160" fmla="*/ 3885662 w 11269336"/>
              <a:gd name="connsiteY160" fmla="*/ 2138740 h 2323145"/>
              <a:gd name="connsiteX161" fmla="*/ 3868627 w 11269336"/>
              <a:gd name="connsiteY161" fmla="*/ 2130023 h 2323145"/>
              <a:gd name="connsiteX162" fmla="*/ 3819177 w 11269336"/>
              <a:gd name="connsiteY162" fmla="*/ 2142111 h 2323145"/>
              <a:gd name="connsiteX163" fmla="*/ 3769100 w 11269336"/>
              <a:gd name="connsiteY163" fmla="*/ 2131731 h 2323145"/>
              <a:gd name="connsiteX164" fmla="*/ 3562752 w 11269336"/>
              <a:gd name="connsiteY164" fmla="*/ 2131785 h 2323145"/>
              <a:gd name="connsiteX165" fmla="*/ 3541402 w 11269336"/>
              <a:gd name="connsiteY165" fmla="*/ 2106821 h 2323145"/>
              <a:gd name="connsiteX166" fmla="*/ 3365341 w 11269336"/>
              <a:gd name="connsiteY166" fmla="*/ 2077638 h 2323145"/>
              <a:gd name="connsiteX167" fmla="*/ 3170922 w 11269336"/>
              <a:gd name="connsiteY167" fmla="*/ 2115957 h 2323145"/>
              <a:gd name="connsiteX168" fmla="*/ 3156256 w 11269336"/>
              <a:gd name="connsiteY168" fmla="*/ 2124773 h 2323145"/>
              <a:gd name="connsiteX169" fmla="*/ 3140298 w 11269336"/>
              <a:gd name="connsiteY169" fmla="*/ 2129182 h 2323145"/>
              <a:gd name="connsiteX170" fmla="*/ 3138514 w 11269336"/>
              <a:gd name="connsiteY170" fmla="*/ 2128069 h 2323145"/>
              <a:gd name="connsiteX171" fmla="*/ 3120467 w 11269336"/>
              <a:gd name="connsiteY171" fmla="*/ 2128281 h 2323145"/>
              <a:gd name="connsiteX172" fmla="*/ 3116175 w 11269336"/>
              <a:gd name="connsiteY172" fmla="*/ 2131633 h 2323145"/>
              <a:gd name="connsiteX173" fmla="*/ 3103685 w 11269336"/>
              <a:gd name="connsiteY173" fmla="*/ 2132814 h 2323145"/>
              <a:gd name="connsiteX174" fmla="*/ 3078794 w 11269336"/>
              <a:gd name="connsiteY174" fmla="*/ 2137935 h 2323145"/>
              <a:gd name="connsiteX175" fmla="*/ 3074407 w 11269336"/>
              <a:gd name="connsiteY175" fmla="*/ 2136274 h 2323145"/>
              <a:gd name="connsiteX176" fmla="*/ 3037285 w 11269336"/>
              <a:gd name="connsiteY176" fmla="*/ 2139919 h 2323145"/>
              <a:gd name="connsiteX177" fmla="*/ 3036901 w 11269336"/>
              <a:gd name="connsiteY177" fmla="*/ 2138726 h 2323145"/>
              <a:gd name="connsiteX178" fmla="*/ 3026996 w 11269336"/>
              <a:gd name="connsiteY178" fmla="*/ 2134322 h 2323145"/>
              <a:gd name="connsiteX179" fmla="*/ 3007772 w 11269336"/>
              <a:gd name="connsiteY179" fmla="*/ 2128742 h 2323145"/>
              <a:gd name="connsiteX180" fmla="*/ 2965030 w 11269336"/>
              <a:gd name="connsiteY180" fmla="*/ 2100494 h 2323145"/>
              <a:gd name="connsiteX181" fmla="*/ 2926342 w 11269336"/>
              <a:gd name="connsiteY181" fmla="*/ 2104155 h 2323145"/>
              <a:gd name="connsiteX182" fmla="*/ 2918608 w 11269336"/>
              <a:gd name="connsiteY182" fmla="*/ 2104215 h 2323145"/>
              <a:gd name="connsiteX183" fmla="*/ 2918475 w 11269336"/>
              <a:gd name="connsiteY183" fmla="*/ 2103937 h 2323145"/>
              <a:gd name="connsiteX184" fmla="*/ 2910360 w 11269336"/>
              <a:gd name="connsiteY184" fmla="*/ 2103444 h 2323145"/>
              <a:gd name="connsiteX185" fmla="*/ 2904507 w 11269336"/>
              <a:gd name="connsiteY185" fmla="*/ 2104326 h 2323145"/>
              <a:gd name="connsiteX186" fmla="*/ 2889503 w 11269336"/>
              <a:gd name="connsiteY186" fmla="*/ 2104443 h 2323145"/>
              <a:gd name="connsiteX187" fmla="*/ 2884480 w 11269336"/>
              <a:gd name="connsiteY187" fmla="*/ 2102626 h 2323145"/>
              <a:gd name="connsiteX188" fmla="*/ 2882689 w 11269336"/>
              <a:gd name="connsiteY188" fmla="*/ 2099228 h 2323145"/>
              <a:gd name="connsiteX189" fmla="*/ 2881291 w 11269336"/>
              <a:gd name="connsiteY189" fmla="*/ 2099618 h 2323145"/>
              <a:gd name="connsiteX190" fmla="*/ 2853979 w 11269336"/>
              <a:gd name="connsiteY190" fmla="*/ 2090388 h 2323145"/>
              <a:gd name="connsiteX191" fmla="*/ 2791790 w 11269336"/>
              <a:gd name="connsiteY191" fmla="*/ 2080332 h 2323145"/>
              <a:gd name="connsiteX192" fmla="*/ 2755844 w 11269336"/>
              <a:gd name="connsiteY192" fmla="*/ 2078874 h 2323145"/>
              <a:gd name="connsiteX193" fmla="*/ 2657742 w 11269336"/>
              <a:gd name="connsiteY193" fmla="*/ 2070179 h 2323145"/>
              <a:gd name="connsiteX194" fmla="*/ 2559549 w 11269336"/>
              <a:gd name="connsiteY194" fmla="*/ 2057873 h 2323145"/>
              <a:gd name="connsiteX195" fmla="*/ 2512054 w 11269336"/>
              <a:gd name="connsiteY195" fmla="*/ 2031671 h 2323145"/>
              <a:gd name="connsiteX196" fmla="*/ 2506437 w 11269336"/>
              <a:gd name="connsiteY196" fmla="*/ 2030918 h 2323145"/>
              <a:gd name="connsiteX197" fmla="*/ 2491752 w 11269336"/>
              <a:gd name="connsiteY197" fmla="*/ 2033906 h 2323145"/>
              <a:gd name="connsiteX198" fmla="*/ 2486338 w 11269336"/>
              <a:gd name="connsiteY198" fmla="*/ 2035862 h 2323145"/>
              <a:gd name="connsiteX199" fmla="*/ 2478186 w 11269336"/>
              <a:gd name="connsiteY199" fmla="*/ 2036953 h 2323145"/>
              <a:gd name="connsiteX200" fmla="*/ 2477950 w 11269336"/>
              <a:gd name="connsiteY200" fmla="*/ 2036715 h 2323145"/>
              <a:gd name="connsiteX201" fmla="*/ 2470381 w 11269336"/>
              <a:gd name="connsiteY201" fmla="*/ 2038256 h 2323145"/>
              <a:gd name="connsiteX202" fmla="*/ 2433781 w 11269336"/>
              <a:gd name="connsiteY202" fmla="*/ 2049140 h 2323145"/>
              <a:gd name="connsiteX203" fmla="*/ 2381172 w 11269336"/>
              <a:gd name="connsiteY203" fmla="*/ 2030645 h 2323145"/>
              <a:gd name="connsiteX204" fmla="*/ 2360198 w 11269336"/>
              <a:gd name="connsiteY204" fmla="*/ 2029059 h 2323145"/>
              <a:gd name="connsiteX205" fmla="*/ 2348815 w 11269336"/>
              <a:gd name="connsiteY205" fmla="*/ 2026798 h 2323145"/>
              <a:gd name="connsiteX206" fmla="*/ 2347988 w 11269336"/>
              <a:gd name="connsiteY206" fmla="*/ 2025745 h 2323145"/>
              <a:gd name="connsiteX207" fmla="*/ 2312920 w 11269336"/>
              <a:gd name="connsiteY207" fmla="*/ 2036311 h 2323145"/>
              <a:gd name="connsiteX208" fmla="*/ 2307986 w 11269336"/>
              <a:gd name="connsiteY208" fmla="*/ 2035583 h 2323145"/>
              <a:gd name="connsiteX209" fmla="*/ 2285481 w 11269336"/>
              <a:gd name="connsiteY209" fmla="*/ 2045197 h 2323145"/>
              <a:gd name="connsiteX210" fmla="*/ 2273666 w 11269336"/>
              <a:gd name="connsiteY210" fmla="*/ 2048710 h 2323145"/>
              <a:gd name="connsiteX211" fmla="*/ 2270719 w 11269336"/>
              <a:gd name="connsiteY211" fmla="*/ 2052702 h 2323145"/>
              <a:gd name="connsiteX212" fmla="*/ 2253080 w 11269336"/>
              <a:gd name="connsiteY212" fmla="*/ 2056363 h 2323145"/>
              <a:gd name="connsiteX213" fmla="*/ 2250906 w 11269336"/>
              <a:gd name="connsiteY213" fmla="*/ 2055654 h 2323145"/>
              <a:gd name="connsiteX214" fmla="*/ 2236905 w 11269336"/>
              <a:gd name="connsiteY214" fmla="*/ 2062882 h 2323145"/>
              <a:gd name="connsiteX215" fmla="*/ 2225830 w 11269336"/>
              <a:gd name="connsiteY215" fmla="*/ 2074027 h 2323145"/>
              <a:gd name="connsiteX216" fmla="*/ 2073776 w 11269336"/>
              <a:gd name="connsiteY216" fmla="*/ 2089244 h 2323145"/>
              <a:gd name="connsiteX217" fmla="*/ 1948256 w 11269336"/>
              <a:gd name="connsiteY217" fmla="*/ 2146616 h 2323145"/>
              <a:gd name="connsiteX218" fmla="*/ 1865582 w 11269336"/>
              <a:gd name="connsiteY218" fmla="*/ 2153738 h 2323145"/>
              <a:gd name="connsiteX219" fmla="*/ 1835210 w 11269336"/>
              <a:gd name="connsiteY219" fmla="*/ 2134244 h 2323145"/>
              <a:gd name="connsiteX220" fmla="*/ 1632661 w 11269336"/>
              <a:gd name="connsiteY220" fmla="*/ 2173882 h 2323145"/>
              <a:gd name="connsiteX221" fmla="*/ 1579590 w 11269336"/>
              <a:gd name="connsiteY221" fmla="*/ 2173680 h 2323145"/>
              <a:gd name="connsiteX222" fmla="*/ 1535601 w 11269336"/>
              <a:gd name="connsiteY222" fmla="*/ 2194590 h 2323145"/>
              <a:gd name="connsiteX223" fmla="*/ 1515594 w 11269336"/>
              <a:gd name="connsiteY223" fmla="*/ 2189622 h 2323145"/>
              <a:gd name="connsiteX224" fmla="*/ 1512113 w 11269336"/>
              <a:gd name="connsiteY224" fmla="*/ 2188534 h 2323145"/>
              <a:gd name="connsiteX225" fmla="*/ 1498838 w 11269336"/>
              <a:gd name="connsiteY225" fmla="*/ 2189213 h 2323145"/>
              <a:gd name="connsiteX226" fmla="*/ 1494279 w 11269336"/>
              <a:gd name="connsiteY226" fmla="*/ 2183112 h 2323145"/>
              <a:gd name="connsiteX227" fmla="*/ 1473714 w 11269336"/>
              <a:gd name="connsiteY227" fmla="*/ 2179625 h 2323145"/>
              <a:gd name="connsiteX228" fmla="*/ 1449503 w 11269336"/>
              <a:gd name="connsiteY228" fmla="*/ 2182633 h 2323145"/>
              <a:gd name="connsiteX229" fmla="*/ 1266687 w 11269336"/>
              <a:gd name="connsiteY229" fmla="*/ 2212688 h 2323145"/>
              <a:gd name="connsiteX230" fmla="*/ 1239614 w 11269336"/>
              <a:gd name="connsiteY230" fmla="*/ 2209727 h 2323145"/>
              <a:gd name="connsiteX231" fmla="*/ 1202436 w 11269336"/>
              <a:gd name="connsiteY231" fmla="*/ 2209817 h 2323145"/>
              <a:gd name="connsiteX232" fmla="*/ 1136097 w 11269336"/>
              <a:gd name="connsiteY232" fmla="*/ 2205112 h 2323145"/>
              <a:gd name="connsiteX233" fmla="*/ 988232 w 11269336"/>
              <a:gd name="connsiteY233" fmla="*/ 2235635 h 2323145"/>
              <a:gd name="connsiteX234" fmla="*/ 981959 w 11269336"/>
              <a:gd name="connsiteY234" fmla="*/ 2231607 h 2323145"/>
              <a:gd name="connsiteX235" fmla="*/ 938600 w 11269336"/>
              <a:gd name="connsiteY235" fmla="*/ 2238113 h 2323145"/>
              <a:gd name="connsiteX236" fmla="*/ 791788 w 11269336"/>
              <a:gd name="connsiteY236" fmla="*/ 2293224 h 2323145"/>
              <a:gd name="connsiteX237" fmla="*/ 706914 w 11269336"/>
              <a:gd name="connsiteY237" fmla="*/ 2305046 h 2323145"/>
              <a:gd name="connsiteX238" fmla="*/ 675971 w 11269336"/>
              <a:gd name="connsiteY238" fmla="*/ 2304030 h 2323145"/>
              <a:gd name="connsiteX239" fmla="*/ 624180 w 11269336"/>
              <a:gd name="connsiteY239" fmla="*/ 2302650 h 2323145"/>
              <a:gd name="connsiteX240" fmla="*/ 583453 w 11269336"/>
              <a:gd name="connsiteY240" fmla="*/ 2288788 h 2323145"/>
              <a:gd name="connsiteX241" fmla="*/ 540946 w 11269336"/>
              <a:gd name="connsiteY241" fmla="*/ 2292721 h 2323145"/>
              <a:gd name="connsiteX242" fmla="*/ 533680 w 11269336"/>
              <a:gd name="connsiteY242" fmla="*/ 2310233 h 2323145"/>
              <a:gd name="connsiteX243" fmla="*/ 487366 w 11269336"/>
              <a:gd name="connsiteY243" fmla="*/ 2309053 h 2323145"/>
              <a:gd name="connsiteX244" fmla="*/ 416820 w 11269336"/>
              <a:gd name="connsiteY244" fmla="*/ 2305443 h 2323145"/>
              <a:gd name="connsiteX245" fmla="*/ 376805 w 11269336"/>
              <a:gd name="connsiteY245" fmla="*/ 2307647 h 2323145"/>
              <a:gd name="connsiteX246" fmla="*/ 266777 w 11269336"/>
              <a:gd name="connsiteY246" fmla="*/ 2309012 h 2323145"/>
              <a:gd name="connsiteX247" fmla="*/ 156013 w 11269336"/>
              <a:gd name="connsiteY247" fmla="*/ 2306832 h 2323145"/>
              <a:gd name="connsiteX248" fmla="*/ 87258 w 11269336"/>
              <a:gd name="connsiteY248" fmla="*/ 2285511 h 2323145"/>
              <a:gd name="connsiteX249" fmla="*/ 23798 w 11269336"/>
              <a:gd name="connsiteY249" fmla="*/ 2281822 h 2323145"/>
              <a:gd name="connsiteX250" fmla="*/ 0 w 11269336"/>
              <a:gd name="connsiteY250" fmla="*/ 2285369 h 2323145"/>
              <a:gd name="connsiteX251" fmla="*/ 0 w 11269336"/>
              <a:gd name="connsiteY251" fmla="*/ 0 h 232314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Lst>
            <a:rect l="l" t="t" r="r" b="b"/>
            <a:pathLst>
              <a:path w="11269336" h="2323145">
                <a:moveTo>
                  <a:pt x="0" y="0"/>
                </a:moveTo>
                <a:lnTo>
                  <a:pt x="11269336" y="0"/>
                </a:lnTo>
                <a:lnTo>
                  <a:pt x="11268645" y="511"/>
                </a:lnTo>
                <a:cubicBezTo>
                  <a:pt x="11257520" y="14091"/>
                  <a:pt x="11248967" y="32073"/>
                  <a:pt x="11230739" y="37096"/>
                </a:cubicBezTo>
                <a:cubicBezTo>
                  <a:pt x="11194283" y="47141"/>
                  <a:pt x="11124351" y="55013"/>
                  <a:pt x="11082485" y="78590"/>
                </a:cubicBezTo>
                <a:cubicBezTo>
                  <a:pt x="11064655" y="69818"/>
                  <a:pt x="11049588" y="97621"/>
                  <a:pt x="11031776" y="79197"/>
                </a:cubicBezTo>
                <a:cubicBezTo>
                  <a:pt x="11016683" y="85023"/>
                  <a:pt x="11009945" y="92832"/>
                  <a:pt x="10995894" y="83459"/>
                </a:cubicBezTo>
                <a:cubicBezTo>
                  <a:pt x="10971843" y="134740"/>
                  <a:pt x="10888992" y="106042"/>
                  <a:pt x="10861177" y="147419"/>
                </a:cubicBezTo>
                <a:cubicBezTo>
                  <a:pt x="10850370" y="129415"/>
                  <a:pt x="10807086" y="138624"/>
                  <a:pt x="10782732" y="135645"/>
                </a:cubicBezTo>
                <a:cubicBezTo>
                  <a:pt x="10869014" y="196205"/>
                  <a:pt x="10693356" y="147304"/>
                  <a:pt x="10660773" y="179312"/>
                </a:cubicBezTo>
                <a:cubicBezTo>
                  <a:pt x="10667385" y="121467"/>
                  <a:pt x="10595265" y="182241"/>
                  <a:pt x="10564442" y="160738"/>
                </a:cubicBezTo>
                <a:cubicBezTo>
                  <a:pt x="10544419" y="190949"/>
                  <a:pt x="10518436" y="167191"/>
                  <a:pt x="10490200" y="183533"/>
                </a:cubicBezTo>
                <a:cubicBezTo>
                  <a:pt x="10423905" y="202688"/>
                  <a:pt x="10362764" y="244779"/>
                  <a:pt x="10271351" y="243104"/>
                </a:cubicBezTo>
                <a:cubicBezTo>
                  <a:pt x="10247818" y="329775"/>
                  <a:pt x="10135674" y="303068"/>
                  <a:pt x="10061033" y="364937"/>
                </a:cubicBezTo>
                <a:cubicBezTo>
                  <a:pt x="10014289" y="383940"/>
                  <a:pt x="9930032" y="360289"/>
                  <a:pt x="9921770" y="406154"/>
                </a:cubicBezTo>
                <a:cubicBezTo>
                  <a:pt x="9894276" y="384665"/>
                  <a:pt x="9881945" y="430851"/>
                  <a:pt x="9858388" y="439489"/>
                </a:cubicBezTo>
                <a:cubicBezTo>
                  <a:pt x="9835642" y="426888"/>
                  <a:pt x="9828901" y="443125"/>
                  <a:pt x="9811914" y="449865"/>
                </a:cubicBezTo>
                <a:cubicBezTo>
                  <a:pt x="9801869" y="441287"/>
                  <a:pt x="9787055" y="444835"/>
                  <a:pt x="9784394" y="457816"/>
                </a:cubicBezTo>
                <a:cubicBezTo>
                  <a:pt x="9797169" y="483924"/>
                  <a:pt x="9656844" y="450179"/>
                  <a:pt x="9656836" y="469967"/>
                </a:cubicBezTo>
                <a:cubicBezTo>
                  <a:pt x="9589537" y="485301"/>
                  <a:pt x="9662097" y="527310"/>
                  <a:pt x="9561575" y="559978"/>
                </a:cubicBezTo>
                <a:cubicBezTo>
                  <a:pt x="9479149" y="599104"/>
                  <a:pt x="9215234" y="670585"/>
                  <a:pt x="9162278" y="704724"/>
                </a:cubicBezTo>
                <a:cubicBezTo>
                  <a:pt x="9173017" y="730567"/>
                  <a:pt x="9063215" y="727685"/>
                  <a:pt x="9062863" y="754656"/>
                </a:cubicBezTo>
                <a:cubicBezTo>
                  <a:pt x="9021608" y="774940"/>
                  <a:pt x="8924639" y="816390"/>
                  <a:pt x="8914746" y="826428"/>
                </a:cubicBezTo>
                <a:lnTo>
                  <a:pt x="8917778" y="835198"/>
                </a:lnTo>
                <a:lnTo>
                  <a:pt x="8905560" y="838358"/>
                </a:lnTo>
                <a:lnTo>
                  <a:pt x="8897564" y="834287"/>
                </a:lnTo>
                <a:lnTo>
                  <a:pt x="8878040" y="844150"/>
                </a:lnTo>
                <a:cubicBezTo>
                  <a:pt x="8861112" y="848992"/>
                  <a:pt x="8812843" y="856499"/>
                  <a:pt x="8795998" y="863337"/>
                </a:cubicBezTo>
                <a:cubicBezTo>
                  <a:pt x="8792888" y="873975"/>
                  <a:pt x="8786153" y="880792"/>
                  <a:pt x="8776970" y="885177"/>
                </a:cubicBezTo>
                <a:lnTo>
                  <a:pt x="8755719" y="889754"/>
                </a:lnTo>
                <a:lnTo>
                  <a:pt x="8743257" y="904723"/>
                </a:lnTo>
                <a:cubicBezTo>
                  <a:pt x="8737642" y="908108"/>
                  <a:pt x="8730651" y="908759"/>
                  <a:pt x="8721366" y="904711"/>
                </a:cubicBezTo>
                <a:cubicBezTo>
                  <a:pt x="8711895" y="915873"/>
                  <a:pt x="8676250" y="900745"/>
                  <a:pt x="8678353" y="926318"/>
                </a:cubicBezTo>
                <a:cubicBezTo>
                  <a:pt x="8658506" y="928813"/>
                  <a:pt x="8647569" y="933735"/>
                  <a:pt x="8636849" y="937900"/>
                </a:cubicBezTo>
                <a:lnTo>
                  <a:pt x="8620213" y="943068"/>
                </a:lnTo>
                <a:lnTo>
                  <a:pt x="8612581" y="952695"/>
                </a:lnTo>
                <a:cubicBezTo>
                  <a:pt x="8605836" y="959769"/>
                  <a:pt x="8598255" y="964412"/>
                  <a:pt x="8589038" y="963892"/>
                </a:cubicBezTo>
                <a:lnTo>
                  <a:pt x="8579950" y="960899"/>
                </a:lnTo>
                <a:cubicBezTo>
                  <a:pt x="8579740" y="962476"/>
                  <a:pt x="8579529" y="964053"/>
                  <a:pt x="8579319" y="965630"/>
                </a:cubicBezTo>
                <a:cubicBezTo>
                  <a:pt x="8579138" y="972972"/>
                  <a:pt x="8576531" y="980010"/>
                  <a:pt x="8547429" y="984506"/>
                </a:cubicBezTo>
                <a:cubicBezTo>
                  <a:pt x="8529238" y="1001725"/>
                  <a:pt x="8505565" y="1015840"/>
                  <a:pt x="8478704" y="1025490"/>
                </a:cubicBezTo>
                <a:cubicBezTo>
                  <a:pt x="8473109" y="1019545"/>
                  <a:pt x="8465819" y="1032194"/>
                  <a:pt x="8461421" y="1035512"/>
                </a:cubicBezTo>
                <a:cubicBezTo>
                  <a:pt x="8459739" y="1031087"/>
                  <a:pt x="8447663" y="1032074"/>
                  <a:pt x="8445003" y="1036851"/>
                </a:cubicBezTo>
                <a:cubicBezTo>
                  <a:pt x="8366593" y="1075951"/>
                  <a:pt x="8398773" y="1021402"/>
                  <a:pt x="8357350" y="1060213"/>
                </a:cubicBezTo>
                <a:cubicBezTo>
                  <a:pt x="8349366" y="1063843"/>
                  <a:pt x="8342208" y="1063367"/>
                  <a:pt x="8335565" y="1061151"/>
                </a:cubicBezTo>
                <a:lnTo>
                  <a:pt x="8325267" y="1055919"/>
                </a:lnTo>
                <a:lnTo>
                  <a:pt x="8293586" y="1076144"/>
                </a:lnTo>
                <a:cubicBezTo>
                  <a:pt x="8277595" y="1084193"/>
                  <a:pt x="8260401" y="1090863"/>
                  <a:pt x="8242405" y="1095960"/>
                </a:cubicBezTo>
                <a:cubicBezTo>
                  <a:pt x="8226373" y="1101227"/>
                  <a:pt x="8224213" y="1102052"/>
                  <a:pt x="8197391" y="1107746"/>
                </a:cubicBezTo>
                <a:cubicBezTo>
                  <a:pt x="8090266" y="1152133"/>
                  <a:pt x="8141491" y="1082372"/>
                  <a:pt x="8081474" y="1130125"/>
                </a:cubicBezTo>
                <a:cubicBezTo>
                  <a:pt x="8070634" y="1134173"/>
                  <a:pt x="8061619" y="1132810"/>
                  <a:pt x="8053585" y="1129169"/>
                </a:cubicBezTo>
                <a:lnTo>
                  <a:pt x="8038422" y="1119092"/>
                </a:lnTo>
                <a:lnTo>
                  <a:pt x="8029450" y="1125592"/>
                </a:lnTo>
                <a:cubicBezTo>
                  <a:pt x="7992226" y="1133484"/>
                  <a:pt x="7978616" y="1122765"/>
                  <a:pt x="7959552" y="1140188"/>
                </a:cubicBezTo>
                <a:cubicBezTo>
                  <a:pt x="7922008" y="1119572"/>
                  <a:pt x="7937737" y="1141786"/>
                  <a:pt x="7914188" y="1150862"/>
                </a:cubicBezTo>
                <a:cubicBezTo>
                  <a:pt x="7896037" y="1160155"/>
                  <a:pt x="7933463" y="1163411"/>
                  <a:pt x="7914918" y="1168758"/>
                </a:cubicBezTo>
                <a:cubicBezTo>
                  <a:pt x="7893102" y="1165887"/>
                  <a:pt x="7898453" y="1187420"/>
                  <a:pt x="7875510" y="1183153"/>
                </a:cubicBezTo>
                <a:cubicBezTo>
                  <a:pt x="7877354" y="1165743"/>
                  <a:pt x="7834286" y="1194789"/>
                  <a:pt x="7829932" y="1180782"/>
                </a:cubicBezTo>
                <a:cubicBezTo>
                  <a:pt x="7816047" y="1204874"/>
                  <a:pt x="7801901" y="1181513"/>
                  <a:pt x="7779182" y="1192665"/>
                </a:cubicBezTo>
                <a:cubicBezTo>
                  <a:pt x="7769446" y="1202686"/>
                  <a:pt x="7761564" y="1205661"/>
                  <a:pt x="7748774" y="1199586"/>
                </a:cubicBezTo>
                <a:cubicBezTo>
                  <a:pt x="7704339" y="1247771"/>
                  <a:pt x="7717626" y="1207638"/>
                  <a:pt x="7671846" y="1231966"/>
                </a:cubicBezTo>
                <a:cubicBezTo>
                  <a:pt x="7632956" y="1255682"/>
                  <a:pt x="7587383" y="1275180"/>
                  <a:pt x="7554146" y="1319748"/>
                </a:cubicBezTo>
                <a:cubicBezTo>
                  <a:pt x="7548775" y="1331557"/>
                  <a:pt x="7531272" y="1339155"/>
                  <a:pt x="7515052" y="1336718"/>
                </a:cubicBezTo>
                <a:cubicBezTo>
                  <a:pt x="7512260" y="1336298"/>
                  <a:pt x="7509613" y="1335590"/>
                  <a:pt x="7507193" y="1334617"/>
                </a:cubicBezTo>
                <a:cubicBezTo>
                  <a:pt x="7488273" y="1365207"/>
                  <a:pt x="7468925" y="1356298"/>
                  <a:pt x="7461694" y="1375866"/>
                </a:cubicBezTo>
                <a:cubicBezTo>
                  <a:pt x="7422434" y="1391917"/>
                  <a:pt x="7384603" y="1382819"/>
                  <a:pt x="7377571" y="1400128"/>
                </a:cubicBezTo>
                <a:cubicBezTo>
                  <a:pt x="7356236" y="1403926"/>
                  <a:pt x="7322509" y="1393138"/>
                  <a:pt x="7311261" y="1412652"/>
                </a:cubicBezTo>
                <a:cubicBezTo>
                  <a:pt x="7305349" y="1400071"/>
                  <a:pt x="7289966" y="1428039"/>
                  <a:pt x="7275307" y="1422171"/>
                </a:cubicBezTo>
                <a:cubicBezTo>
                  <a:pt x="7264529" y="1416601"/>
                  <a:pt x="7257348" y="1423786"/>
                  <a:pt x="7247783" y="1426330"/>
                </a:cubicBezTo>
                <a:cubicBezTo>
                  <a:pt x="7233839" y="1423056"/>
                  <a:pt x="7194363" y="1442037"/>
                  <a:pt x="7185047" y="1451812"/>
                </a:cubicBezTo>
                <a:cubicBezTo>
                  <a:pt x="7164447" y="1483396"/>
                  <a:pt x="7101577" y="1475742"/>
                  <a:pt x="7084117" y="1500281"/>
                </a:cubicBezTo>
                <a:cubicBezTo>
                  <a:pt x="7076899" y="1504821"/>
                  <a:pt x="7069494" y="1507565"/>
                  <a:pt x="7062011" y="1509183"/>
                </a:cubicBezTo>
                <a:lnTo>
                  <a:pt x="7040555" y="1511207"/>
                </a:lnTo>
                <a:lnTo>
                  <a:pt x="7033438" y="1506772"/>
                </a:lnTo>
                <a:lnTo>
                  <a:pt x="7020886" y="1510764"/>
                </a:lnTo>
                <a:lnTo>
                  <a:pt x="7017033" y="1510650"/>
                </a:lnTo>
                <a:lnTo>
                  <a:pt x="6995460" y="1511173"/>
                </a:lnTo>
                <a:cubicBezTo>
                  <a:pt x="7010208" y="1537643"/>
                  <a:pt x="6938512" y="1522467"/>
                  <a:pt x="6962144" y="1541508"/>
                </a:cubicBezTo>
                <a:cubicBezTo>
                  <a:pt x="6926351" y="1550586"/>
                  <a:pt x="6958236" y="1566326"/>
                  <a:pt x="6910674" y="1554793"/>
                </a:cubicBezTo>
                <a:cubicBezTo>
                  <a:pt x="6859225" y="1589274"/>
                  <a:pt x="6769015" y="1598548"/>
                  <a:pt x="6732152" y="1642538"/>
                </a:cubicBezTo>
                <a:cubicBezTo>
                  <a:pt x="6734901" y="1628031"/>
                  <a:pt x="6709146" y="1622413"/>
                  <a:pt x="6694106" y="1632377"/>
                </a:cubicBezTo>
                <a:cubicBezTo>
                  <a:pt x="6702628" y="1575914"/>
                  <a:pt x="6638899" y="1692862"/>
                  <a:pt x="6617223" y="1659889"/>
                </a:cubicBezTo>
                <a:cubicBezTo>
                  <a:pt x="6623246" y="1693349"/>
                  <a:pt x="6561228" y="1764690"/>
                  <a:pt x="6521138" y="1744340"/>
                </a:cubicBezTo>
                <a:cubicBezTo>
                  <a:pt x="6469831" y="1761656"/>
                  <a:pt x="6438109" y="1796731"/>
                  <a:pt x="6380677" y="1796883"/>
                </a:cubicBezTo>
                <a:cubicBezTo>
                  <a:pt x="6379865" y="1801686"/>
                  <a:pt x="6377810" y="1805986"/>
                  <a:pt x="6374897" y="1809910"/>
                </a:cubicBezTo>
                <a:lnTo>
                  <a:pt x="6364545" y="1820090"/>
                </a:lnTo>
                <a:lnTo>
                  <a:pt x="6362126" y="1819991"/>
                </a:lnTo>
                <a:cubicBezTo>
                  <a:pt x="6353055" y="1821720"/>
                  <a:pt x="6348796" y="1824537"/>
                  <a:pt x="6346673" y="1827824"/>
                </a:cubicBezTo>
                <a:lnTo>
                  <a:pt x="6345588" y="1832232"/>
                </a:lnTo>
                <a:lnTo>
                  <a:pt x="6335708" y="1838451"/>
                </a:lnTo>
                <a:lnTo>
                  <a:pt x="6318182" y="1852975"/>
                </a:lnTo>
                <a:lnTo>
                  <a:pt x="6313084" y="1853561"/>
                </a:lnTo>
                <a:lnTo>
                  <a:pt x="6283816" y="1872148"/>
                </a:lnTo>
                <a:lnTo>
                  <a:pt x="6282550" y="1871392"/>
                </a:lnTo>
                <a:cubicBezTo>
                  <a:pt x="6279041" y="1870121"/>
                  <a:pt x="6275192" y="1869982"/>
                  <a:pt x="6270527" y="1872208"/>
                </a:cubicBezTo>
                <a:cubicBezTo>
                  <a:pt x="6265029" y="1853962"/>
                  <a:pt x="6262790" y="1867903"/>
                  <a:pt x="6249518" y="1876079"/>
                </a:cubicBezTo>
                <a:cubicBezTo>
                  <a:pt x="6238019" y="1849564"/>
                  <a:pt x="6207959" y="1881750"/>
                  <a:pt x="6190386" y="1872478"/>
                </a:cubicBezTo>
                <a:cubicBezTo>
                  <a:pt x="6180893" y="1879083"/>
                  <a:pt x="6170646" y="1885584"/>
                  <a:pt x="6159777" y="1891745"/>
                </a:cubicBezTo>
                <a:lnTo>
                  <a:pt x="6153131" y="1895079"/>
                </a:lnTo>
                <a:lnTo>
                  <a:pt x="6152798" y="1894920"/>
                </a:lnTo>
                <a:cubicBezTo>
                  <a:pt x="6150925" y="1895166"/>
                  <a:pt x="6148578" y="1896082"/>
                  <a:pt x="6145388" y="1897990"/>
                </a:cubicBezTo>
                <a:lnTo>
                  <a:pt x="6141014" y="1901155"/>
                </a:lnTo>
                <a:lnTo>
                  <a:pt x="6128122" y="1907623"/>
                </a:lnTo>
                <a:lnTo>
                  <a:pt x="6122351" y="1908359"/>
                </a:lnTo>
                <a:cubicBezTo>
                  <a:pt x="6099508" y="1905910"/>
                  <a:pt x="6088334" y="1869006"/>
                  <a:pt x="6064750" y="1896394"/>
                </a:cubicBezTo>
                <a:cubicBezTo>
                  <a:pt x="6025977" y="1903785"/>
                  <a:pt x="5997095" y="1889190"/>
                  <a:pt x="5964230" y="1910038"/>
                </a:cubicBezTo>
                <a:cubicBezTo>
                  <a:pt x="5927910" y="1916874"/>
                  <a:pt x="5894873" y="1914928"/>
                  <a:pt x="5865399" y="1926966"/>
                </a:cubicBezTo>
                <a:cubicBezTo>
                  <a:pt x="5851644" y="1923038"/>
                  <a:pt x="5839380" y="1922808"/>
                  <a:pt x="5829951" y="1934755"/>
                </a:cubicBezTo>
                <a:cubicBezTo>
                  <a:pt x="5795498" y="1938369"/>
                  <a:pt x="5784532" y="1926246"/>
                  <a:pt x="5765285" y="1941322"/>
                </a:cubicBezTo>
                <a:cubicBezTo>
                  <a:pt x="5741789" y="1922874"/>
                  <a:pt x="5742385" y="1931607"/>
                  <a:pt x="5734750" y="1939793"/>
                </a:cubicBezTo>
                <a:lnTo>
                  <a:pt x="5733569" y="1940505"/>
                </a:lnTo>
                <a:lnTo>
                  <a:pt x="5730329" y="1937845"/>
                </a:lnTo>
                <a:lnTo>
                  <a:pt x="5724661" y="1937455"/>
                </a:lnTo>
                <a:lnTo>
                  <a:pt x="5710186" y="1941370"/>
                </a:lnTo>
                <a:lnTo>
                  <a:pt x="5704910" y="1943663"/>
                </a:lnTo>
                <a:cubicBezTo>
                  <a:pt x="5701213" y="1944937"/>
                  <a:pt x="5698678" y="1945391"/>
                  <a:pt x="5696836" y="1945271"/>
                </a:cubicBezTo>
                <a:lnTo>
                  <a:pt x="5696583" y="1945050"/>
                </a:lnTo>
                <a:lnTo>
                  <a:pt x="5689123" y="1947067"/>
                </a:lnTo>
                <a:cubicBezTo>
                  <a:pt x="5676655" y="1951072"/>
                  <a:pt x="5664639" y="1955533"/>
                  <a:pt x="5653291" y="1960245"/>
                </a:cubicBezTo>
                <a:cubicBezTo>
                  <a:pt x="5640346" y="1947636"/>
                  <a:pt x="5600180" y="1973739"/>
                  <a:pt x="5599385" y="1945198"/>
                </a:cubicBezTo>
                <a:cubicBezTo>
                  <a:pt x="5583913" y="1950736"/>
                  <a:pt x="5576590" y="1964134"/>
                  <a:pt x="5578300" y="1944963"/>
                </a:cubicBezTo>
                <a:cubicBezTo>
                  <a:pt x="5573104" y="1946266"/>
                  <a:pt x="5569560" y="1945382"/>
                  <a:pt x="5566758" y="1943441"/>
                </a:cubicBezTo>
                <a:lnTo>
                  <a:pt x="5565857" y="1942445"/>
                </a:lnTo>
                <a:lnTo>
                  <a:pt x="5531534" y="1955208"/>
                </a:lnTo>
                <a:lnTo>
                  <a:pt x="5526552" y="1954799"/>
                </a:lnTo>
                <a:lnTo>
                  <a:pt x="5504723" y="1965811"/>
                </a:lnTo>
                <a:lnTo>
                  <a:pt x="5493156" y="1970063"/>
                </a:lnTo>
                <a:lnTo>
                  <a:pt x="5490486" y="1974227"/>
                </a:lnTo>
                <a:cubicBezTo>
                  <a:pt x="5487271" y="1977077"/>
                  <a:pt x="5482233" y="1979045"/>
                  <a:pt x="5473107" y="1979001"/>
                </a:cubicBezTo>
                <a:lnTo>
                  <a:pt x="5470885" y="1978432"/>
                </a:lnTo>
                <a:lnTo>
                  <a:pt x="5457393" y="1986525"/>
                </a:lnTo>
                <a:cubicBezTo>
                  <a:pt x="5453194" y="1989853"/>
                  <a:pt x="5449663" y="1993721"/>
                  <a:pt x="5447102" y="1998329"/>
                </a:cubicBezTo>
                <a:cubicBezTo>
                  <a:pt x="5386283" y="2017364"/>
                  <a:pt x="5223545" y="2015483"/>
                  <a:pt x="5159151" y="2029640"/>
                </a:cubicBezTo>
                <a:cubicBezTo>
                  <a:pt x="5141359" y="2036610"/>
                  <a:pt x="5090827" y="2076822"/>
                  <a:pt x="5098838" y="2062961"/>
                </a:cubicBezTo>
                <a:cubicBezTo>
                  <a:pt x="5047883" y="2099457"/>
                  <a:pt x="4922007" y="2111466"/>
                  <a:pt x="4860988" y="2135698"/>
                </a:cubicBezTo>
                <a:cubicBezTo>
                  <a:pt x="4805413" y="2152292"/>
                  <a:pt x="4784714" y="2158665"/>
                  <a:pt x="4765388" y="2162525"/>
                </a:cubicBezTo>
                <a:cubicBezTo>
                  <a:pt x="4758560" y="2161978"/>
                  <a:pt x="4751823" y="2160531"/>
                  <a:pt x="4745033" y="2158859"/>
                </a:cubicBezTo>
                <a:lnTo>
                  <a:pt x="4741475" y="2157998"/>
                </a:lnTo>
                <a:lnTo>
                  <a:pt x="4728247" y="2159526"/>
                </a:lnTo>
                <a:lnTo>
                  <a:pt x="4723263" y="2153742"/>
                </a:lnTo>
                <a:lnTo>
                  <a:pt x="4593061" y="2171597"/>
                </a:lnTo>
                <a:lnTo>
                  <a:pt x="4405765" y="2199902"/>
                </a:lnTo>
                <a:cubicBezTo>
                  <a:pt x="4403942" y="2198353"/>
                  <a:pt x="4402457" y="2196614"/>
                  <a:pt x="4401354" y="2194745"/>
                </a:cubicBezTo>
                <a:lnTo>
                  <a:pt x="4366646" y="2198564"/>
                </a:lnTo>
                <a:lnTo>
                  <a:pt x="4354009" y="2204984"/>
                </a:lnTo>
                <a:lnTo>
                  <a:pt x="4348284" y="2205270"/>
                </a:lnTo>
                <a:lnTo>
                  <a:pt x="4333906" y="2205251"/>
                </a:lnTo>
                <a:cubicBezTo>
                  <a:pt x="4326429" y="2204713"/>
                  <a:pt x="4318024" y="2203940"/>
                  <a:pt x="4308819" y="2203822"/>
                </a:cubicBezTo>
                <a:lnTo>
                  <a:pt x="4301210" y="2204456"/>
                </a:lnTo>
                <a:lnTo>
                  <a:pt x="4283095" y="2198177"/>
                </a:lnTo>
                <a:cubicBezTo>
                  <a:pt x="4269863" y="2193337"/>
                  <a:pt x="4259612" y="2190345"/>
                  <a:pt x="4250119" y="2196342"/>
                </a:cubicBezTo>
                <a:cubicBezTo>
                  <a:pt x="4230702" y="2190559"/>
                  <a:pt x="4213171" y="2166890"/>
                  <a:pt x="4189203" y="2178994"/>
                </a:cubicBezTo>
                <a:cubicBezTo>
                  <a:pt x="4194512" y="2165594"/>
                  <a:pt x="4160734" y="2183257"/>
                  <a:pt x="4154035" y="2171950"/>
                </a:cubicBezTo>
                <a:cubicBezTo>
                  <a:pt x="4150098" y="2162547"/>
                  <a:pt x="4138934" y="2165714"/>
                  <a:pt x="4129569" y="2163850"/>
                </a:cubicBezTo>
                <a:cubicBezTo>
                  <a:pt x="4121391" y="2155090"/>
                  <a:pt x="4076089" y="2154737"/>
                  <a:pt x="4061250" y="2159236"/>
                </a:cubicBezTo>
                <a:cubicBezTo>
                  <a:pt x="4020618" y="2177811"/>
                  <a:pt x="3978175" y="2144465"/>
                  <a:pt x="3945480" y="2158279"/>
                </a:cubicBezTo>
                <a:cubicBezTo>
                  <a:pt x="3936362" y="2159139"/>
                  <a:pt x="3928502" y="2158369"/>
                  <a:pt x="3921468" y="2156588"/>
                </a:cubicBezTo>
                <a:lnTo>
                  <a:pt x="3903348" y="2149220"/>
                </a:lnTo>
                <a:lnTo>
                  <a:pt x="3901342" y="2142355"/>
                </a:lnTo>
                <a:lnTo>
                  <a:pt x="3888539" y="2140476"/>
                </a:lnTo>
                <a:lnTo>
                  <a:pt x="3885662" y="2138740"/>
                </a:lnTo>
                <a:cubicBezTo>
                  <a:pt x="3880178" y="2135398"/>
                  <a:pt x="3874645" y="2132286"/>
                  <a:pt x="3868627" y="2130023"/>
                </a:cubicBezTo>
                <a:cubicBezTo>
                  <a:pt x="3859240" y="2159198"/>
                  <a:pt x="3815892" y="2115590"/>
                  <a:pt x="3819177" y="2142111"/>
                </a:cubicBezTo>
                <a:cubicBezTo>
                  <a:pt x="3784478" y="2134756"/>
                  <a:pt x="3796708" y="2161930"/>
                  <a:pt x="3769100" y="2131731"/>
                </a:cubicBezTo>
                <a:cubicBezTo>
                  <a:pt x="3702423" y="2139704"/>
                  <a:pt x="3625642" y="2109386"/>
                  <a:pt x="3562752" y="2131785"/>
                </a:cubicBezTo>
                <a:cubicBezTo>
                  <a:pt x="3576244" y="2120400"/>
                  <a:pt x="3560801" y="2104591"/>
                  <a:pt x="3541402" y="2106821"/>
                </a:cubicBezTo>
                <a:cubicBezTo>
                  <a:pt x="3592232" y="2061584"/>
                  <a:pt x="3356194" y="2115384"/>
                  <a:pt x="3365341" y="2077638"/>
                </a:cubicBezTo>
                <a:cubicBezTo>
                  <a:pt x="3303594" y="2079161"/>
                  <a:pt x="3221644" y="2111487"/>
                  <a:pt x="3170922" y="2115957"/>
                </a:cubicBezTo>
                <a:cubicBezTo>
                  <a:pt x="3166532" y="2119769"/>
                  <a:pt x="3161579" y="2122617"/>
                  <a:pt x="3156256" y="2124773"/>
                </a:cubicBezTo>
                <a:lnTo>
                  <a:pt x="3140298" y="2129182"/>
                </a:lnTo>
                <a:lnTo>
                  <a:pt x="3138514" y="2128069"/>
                </a:lnTo>
                <a:cubicBezTo>
                  <a:pt x="3130169" y="2125710"/>
                  <a:pt x="3124679" y="2126336"/>
                  <a:pt x="3120467" y="2128281"/>
                </a:cubicBezTo>
                <a:lnTo>
                  <a:pt x="3116175" y="2131633"/>
                </a:lnTo>
                <a:lnTo>
                  <a:pt x="3103685" y="2132814"/>
                </a:lnTo>
                <a:lnTo>
                  <a:pt x="3078794" y="2137935"/>
                </a:lnTo>
                <a:lnTo>
                  <a:pt x="3074407" y="2136274"/>
                </a:lnTo>
                <a:lnTo>
                  <a:pt x="3037285" y="2139919"/>
                </a:lnTo>
                <a:lnTo>
                  <a:pt x="3036901" y="2138726"/>
                </a:lnTo>
                <a:cubicBezTo>
                  <a:pt x="3035193" y="2136135"/>
                  <a:pt x="3032337" y="2134379"/>
                  <a:pt x="3026996" y="2134322"/>
                </a:cubicBezTo>
                <a:cubicBezTo>
                  <a:pt x="3037063" y="2116196"/>
                  <a:pt x="3024412" y="2127308"/>
                  <a:pt x="3007772" y="2128742"/>
                </a:cubicBezTo>
                <a:cubicBezTo>
                  <a:pt x="3019697" y="2100910"/>
                  <a:pt x="2971305" y="2115987"/>
                  <a:pt x="2965030" y="2100494"/>
                </a:cubicBezTo>
                <a:cubicBezTo>
                  <a:pt x="2952539" y="2102174"/>
                  <a:pt x="2939545" y="2103445"/>
                  <a:pt x="2926342" y="2104155"/>
                </a:cubicBezTo>
                <a:lnTo>
                  <a:pt x="2918608" y="2104215"/>
                </a:lnTo>
                <a:cubicBezTo>
                  <a:pt x="2918564" y="2104122"/>
                  <a:pt x="2918519" y="2104030"/>
                  <a:pt x="2918475" y="2103937"/>
                </a:cubicBezTo>
                <a:cubicBezTo>
                  <a:pt x="2916840" y="2103354"/>
                  <a:pt x="2914314" y="2103149"/>
                  <a:pt x="2910360" y="2103444"/>
                </a:cubicBezTo>
                <a:lnTo>
                  <a:pt x="2904507" y="2104326"/>
                </a:lnTo>
                <a:lnTo>
                  <a:pt x="2889503" y="2104443"/>
                </a:lnTo>
                <a:lnTo>
                  <a:pt x="2884480" y="2102626"/>
                </a:lnTo>
                <a:lnTo>
                  <a:pt x="2882689" y="2099228"/>
                </a:lnTo>
                <a:lnTo>
                  <a:pt x="2881291" y="2099618"/>
                </a:lnTo>
                <a:cubicBezTo>
                  <a:pt x="2870663" y="2105606"/>
                  <a:pt x="2867338" y="2114210"/>
                  <a:pt x="2853979" y="2090388"/>
                </a:cubicBezTo>
                <a:cubicBezTo>
                  <a:pt x="2829652" y="2100099"/>
                  <a:pt x="2824975" y="2085577"/>
                  <a:pt x="2791790" y="2080332"/>
                </a:cubicBezTo>
                <a:cubicBezTo>
                  <a:pt x="2777850" y="2089504"/>
                  <a:pt x="2766709" y="2086170"/>
                  <a:pt x="2755844" y="2078874"/>
                </a:cubicBezTo>
                <a:cubicBezTo>
                  <a:pt x="2723488" y="2083049"/>
                  <a:pt x="2694065" y="2072780"/>
                  <a:pt x="2657742" y="2070179"/>
                </a:cubicBezTo>
                <a:cubicBezTo>
                  <a:pt x="2618372" y="2082020"/>
                  <a:pt x="2598368" y="2060559"/>
                  <a:pt x="2559549" y="2057873"/>
                </a:cubicBezTo>
                <a:cubicBezTo>
                  <a:pt x="2525789" y="2078403"/>
                  <a:pt x="2531908" y="2039838"/>
                  <a:pt x="2512054" y="2031671"/>
                </a:cubicBezTo>
                <a:lnTo>
                  <a:pt x="2506437" y="2030918"/>
                </a:lnTo>
                <a:lnTo>
                  <a:pt x="2491752" y="2033906"/>
                </a:lnTo>
                <a:lnTo>
                  <a:pt x="2486338" y="2035862"/>
                </a:lnTo>
                <a:cubicBezTo>
                  <a:pt x="2482568" y="2036899"/>
                  <a:pt x="2480011" y="2037191"/>
                  <a:pt x="2478186" y="2036953"/>
                </a:cubicBezTo>
                <a:lnTo>
                  <a:pt x="2477950" y="2036715"/>
                </a:lnTo>
                <a:lnTo>
                  <a:pt x="2470381" y="2038256"/>
                </a:lnTo>
                <a:cubicBezTo>
                  <a:pt x="2457686" y="2041461"/>
                  <a:pt x="2445410" y="2045155"/>
                  <a:pt x="2433781" y="2049140"/>
                </a:cubicBezTo>
                <a:cubicBezTo>
                  <a:pt x="2421781" y="2035703"/>
                  <a:pt x="2379959" y="2059234"/>
                  <a:pt x="2381172" y="2030645"/>
                </a:cubicBezTo>
                <a:cubicBezTo>
                  <a:pt x="2365380" y="2035192"/>
                  <a:pt x="2357148" y="2048120"/>
                  <a:pt x="2360198" y="2029059"/>
                </a:cubicBezTo>
                <a:cubicBezTo>
                  <a:pt x="2354933" y="2030031"/>
                  <a:pt x="2351467" y="2028919"/>
                  <a:pt x="2348815" y="2026798"/>
                </a:cubicBezTo>
                <a:lnTo>
                  <a:pt x="2347988" y="2025745"/>
                </a:lnTo>
                <a:lnTo>
                  <a:pt x="2312920" y="2036311"/>
                </a:lnTo>
                <a:lnTo>
                  <a:pt x="2307986" y="2035583"/>
                </a:lnTo>
                <a:lnTo>
                  <a:pt x="2285481" y="2045197"/>
                </a:lnTo>
                <a:lnTo>
                  <a:pt x="2273666" y="2048710"/>
                </a:lnTo>
                <a:lnTo>
                  <a:pt x="2270719" y="2052702"/>
                </a:lnTo>
                <a:cubicBezTo>
                  <a:pt x="2267315" y="2055347"/>
                  <a:pt x="2262161" y="2056992"/>
                  <a:pt x="2253080" y="2056363"/>
                </a:cubicBezTo>
                <a:lnTo>
                  <a:pt x="2250906" y="2055654"/>
                </a:lnTo>
                <a:lnTo>
                  <a:pt x="2236905" y="2062882"/>
                </a:lnTo>
                <a:cubicBezTo>
                  <a:pt x="2232493" y="2065942"/>
                  <a:pt x="2228705" y="2069583"/>
                  <a:pt x="2225830" y="2074027"/>
                </a:cubicBezTo>
                <a:cubicBezTo>
                  <a:pt x="2173117" y="2059597"/>
                  <a:pt x="2128486" y="2085502"/>
                  <a:pt x="2073776" y="2089244"/>
                </a:cubicBezTo>
                <a:cubicBezTo>
                  <a:pt x="2046050" y="2059365"/>
                  <a:pt x="1957570" y="2112693"/>
                  <a:pt x="1948256" y="2146616"/>
                </a:cubicBezTo>
                <a:cubicBezTo>
                  <a:pt x="1943005" y="2109192"/>
                  <a:pt x="1832736" y="2206239"/>
                  <a:pt x="1865582" y="2153738"/>
                </a:cubicBezTo>
                <a:cubicBezTo>
                  <a:pt x="1847376" y="2159567"/>
                  <a:pt x="1826258" y="2147592"/>
                  <a:pt x="1835210" y="2134244"/>
                </a:cubicBezTo>
                <a:cubicBezTo>
                  <a:pt x="1781916" y="2167476"/>
                  <a:pt x="1695112" y="2153556"/>
                  <a:pt x="1632661" y="2173882"/>
                </a:cubicBezTo>
                <a:cubicBezTo>
                  <a:pt x="1594177" y="2150642"/>
                  <a:pt x="1616426" y="2173975"/>
                  <a:pt x="1579590" y="2173680"/>
                </a:cubicBezTo>
                <a:cubicBezTo>
                  <a:pt x="1592812" y="2198112"/>
                  <a:pt x="1533818" y="2165220"/>
                  <a:pt x="1535601" y="2194590"/>
                </a:cubicBezTo>
                <a:cubicBezTo>
                  <a:pt x="1528840" y="2193608"/>
                  <a:pt x="1522236" y="2191728"/>
                  <a:pt x="1515594" y="2189622"/>
                </a:cubicBezTo>
                <a:lnTo>
                  <a:pt x="1512113" y="2188534"/>
                </a:lnTo>
                <a:lnTo>
                  <a:pt x="1498838" y="2189213"/>
                </a:lnTo>
                <a:lnTo>
                  <a:pt x="1494279" y="2183112"/>
                </a:lnTo>
                <a:lnTo>
                  <a:pt x="1473714" y="2179625"/>
                </a:lnTo>
                <a:cubicBezTo>
                  <a:pt x="1466138" y="2179292"/>
                  <a:pt x="1458132" y="2180071"/>
                  <a:pt x="1449503" y="2182633"/>
                </a:cubicBezTo>
                <a:lnTo>
                  <a:pt x="1266687" y="2212688"/>
                </a:lnTo>
                <a:cubicBezTo>
                  <a:pt x="1256792" y="2212722"/>
                  <a:pt x="1247024" y="2217857"/>
                  <a:pt x="1239614" y="2209727"/>
                </a:cubicBezTo>
                <a:cubicBezTo>
                  <a:pt x="1228778" y="2200326"/>
                  <a:pt x="1202276" y="2223497"/>
                  <a:pt x="1202436" y="2209817"/>
                </a:cubicBezTo>
                <a:cubicBezTo>
                  <a:pt x="1183471" y="2225854"/>
                  <a:pt x="1157340" y="2206849"/>
                  <a:pt x="1136097" y="2205112"/>
                </a:cubicBezTo>
                <a:cubicBezTo>
                  <a:pt x="1100396" y="2209415"/>
                  <a:pt x="1013922" y="2231219"/>
                  <a:pt x="988232" y="2235635"/>
                </a:cubicBezTo>
                <a:cubicBezTo>
                  <a:pt x="986445" y="2234079"/>
                  <a:pt x="984332" y="2232722"/>
                  <a:pt x="981959" y="2231607"/>
                </a:cubicBezTo>
                <a:cubicBezTo>
                  <a:pt x="968170" y="2225130"/>
                  <a:pt x="948759" y="2228043"/>
                  <a:pt x="938600" y="2238113"/>
                </a:cubicBezTo>
                <a:cubicBezTo>
                  <a:pt x="888371" y="2272824"/>
                  <a:pt x="837950" y="2280135"/>
                  <a:pt x="791788" y="2293224"/>
                </a:cubicBezTo>
                <a:cubicBezTo>
                  <a:pt x="739035" y="2305159"/>
                  <a:pt x="769009" y="2269676"/>
                  <a:pt x="706914" y="2305046"/>
                </a:cubicBezTo>
                <a:cubicBezTo>
                  <a:pt x="697882" y="2295919"/>
                  <a:pt x="689339" y="2296797"/>
                  <a:pt x="675971" y="2304030"/>
                </a:cubicBezTo>
                <a:cubicBezTo>
                  <a:pt x="650201" y="2309060"/>
                  <a:pt x="647591" y="2282853"/>
                  <a:pt x="624180" y="2302650"/>
                </a:cubicBezTo>
                <a:cubicBezTo>
                  <a:pt x="626400" y="2287987"/>
                  <a:pt x="574045" y="2305175"/>
                  <a:pt x="583453" y="2288788"/>
                </a:cubicBezTo>
                <a:cubicBezTo>
                  <a:pt x="564313" y="2278832"/>
                  <a:pt x="559671" y="2301039"/>
                  <a:pt x="540946" y="2292721"/>
                </a:cubicBezTo>
                <a:cubicBezTo>
                  <a:pt x="521576" y="2293191"/>
                  <a:pt x="554439" y="2305843"/>
                  <a:pt x="533680" y="2310233"/>
                </a:cubicBezTo>
                <a:cubicBezTo>
                  <a:pt x="508069" y="2313043"/>
                  <a:pt x="512638" y="2338541"/>
                  <a:pt x="487366" y="2309053"/>
                </a:cubicBezTo>
                <a:cubicBezTo>
                  <a:pt x="462164" y="2321083"/>
                  <a:pt x="454441" y="2307251"/>
                  <a:pt x="416820" y="2305443"/>
                </a:cubicBezTo>
                <a:cubicBezTo>
                  <a:pt x="403012" y="2315890"/>
                  <a:pt x="390105" y="2313733"/>
                  <a:pt x="376805" y="2307647"/>
                </a:cubicBezTo>
                <a:cubicBezTo>
                  <a:pt x="341751" y="2315035"/>
                  <a:pt x="307408" y="2307897"/>
                  <a:pt x="266777" y="2309012"/>
                </a:cubicBezTo>
                <a:cubicBezTo>
                  <a:pt x="225310" y="2324664"/>
                  <a:pt x="199419" y="2305548"/>
                  <a:pt x="156013" y="2306832"/>
                </a:cubicBezTo>
                <a:cubicBezTo>
                  <a:pt x="117457" y="2333851"/>
                  <a:pt x="122965" y="2279562"/>
                  <a:pt x="87258" y="2285511"/>
                </a:cubicBezTo>
                <a:cubicBezTo>
                  <a:pt x="38977" y="2309189"/>
                  <a:pt x="74043" y="2277969"/>
                  <a:pt x="23798" y="2281822"/>
                </a:cubicBezTo>
                <a:lnTo>
                  <a:pt x="0" y="2285369"/>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bg2"/>
              </a:solidFill>
            </a:endParaRPr>
          </a:p>
        </p:txBody>
      </p:sp>
      <p:sp>
        <p:nvSpPr>
          <p:cNvPr id="2" name="タイトル 1">
            <a:extLst>
              <a:ext uri="{FF2B5EF4-FFF2-40B4-BE49-F238E27FC236}">
                <a16:creationId xmlns:a16="http://schemas.microsoft.com/office/drawing/2014/main" id="{609089C7-A03F-344F-D774-091200267214}"/>
              </a:ext>
            </a:extLst>
          </p:cNvPr>
          <p:cNvSpPr>
            <a:spLocks noGrp="1"/>
          </p:cNvSpPr>
          <p:nvPr>
            <p:ph type="title"/>
          </p:nvPr>
        </p:nvSpPr>
        <p:spPr>
          <a:xfrm>
            <a:off x="497973" y="393380"/>
            <a:ext cx="7655427" cy="739881"/>
          </a:xfrm>
        </p:spPr>
        <p:txBody>
          <a:bodyPr vert="horz" lIns="91440" tIns="45720" rIns="91440" bIns="45720" rtlCol="0" anchor="b">
            <a:normAutofit/>
          </a:bodyPr>
          <a:lstStyle/>
          <a:p>
            <a:r>
              <a:rPr kumimoji="1" lang="ja-JP" altLang="en-US" sz="3600"/>
              <a:t>回路をレイアウトにする工程</a:t>
            </a:r>
          </a:p>
        </p:txBody>
      </p:sp>
      <p:pic>
        <p:nvPicPr>
          <p:cNvPr id="6" name="図 5">
            <a:extLst>
              <a:ext uri="{FF2B5EF4-FFF2-40B4-BE49-F238E27FC236}">
                <a16:creationId xmlns:a16="http://schemas.microsoft.com/office/drawing/2014/main" id="{E3D7ADCC-F384-8FE3-F6FA-F9A23D1216CE}"/>
              </a:ext>
            </a:extLst>
          </p:cNvPr>
          <p:cNvPicPr>
            <a:picLocks noChangeAspect="1"/>
          </p:cNvPicPr>
          <p:nvPr/>
        </p:nvPicPr>
        <p:blipFill>
          <a:blip r:embed="rId2"/>
          <a:stretch>
            <a:fillRect/>
          </a:stretch>
        </p:blipFill>
        <p:spPr>
          <a:xfrm>
            <a:off x="671179" y="1866262"/>
            <a:ext cx="11035319" cy="1876005"/>
          </a:xfrm>
          <a:prstGeom prst="rect">
            <a:avLst/>
          </a:prstGeom>
        </p:spPr>
      </p:pic>
      <p:pic>
        <p:nvPicPr>
          <p:cNvPr id="4" name="図 3">
            <a:extLst>
              <a:ext uri="{FF2B5EF4-FFF2-40B4-BE49-F238E27FC236}">
                <a16:creationId xmlns:a16="http://schemas.microsoft.com/office/drawing/2014/main" id="{7D242E66-1E31-5ABF-0CA6-C31A9770F0D8}"/>
              </a:ext>
            </a:extLst>
          </p:cNvPr>
          <p:cNvPicPr>
            <a:picLocks noChangeAspect="1"/>
          </p:cNvPicPr>
          <p:nvPr/>
        </p:nvPicPr>
        <p:blipFill>
          <a:blip r:embed="rId3"/>
          <a:stretch>
            <a:fillRect/>
          </a:stretch>
        </p:blipFill>
        <p:spPr>
          <a:xfrm>
            <a:off x="671180" y="4459571"/>
            <a:ext cx="11035318" cy="1793241"/>
          </a:xfrm>
          <a:prstGeom prst="rect">
            <a:avLst/>
          </a:prstGeom>
        </p:spPr>
      </p:pic>
      <p:sp>
        <p:nvSpPr>
          <p:cNvPr id="15" name="Freeform: Shape 14">
            <a:extLst>
              <a:ext uri="{FF2B5EF4-FFF2-40B4-BE49-F238E27FC236}">
                <a16:creationId xmlns:a16="http://schemas.microsoft.com/office/drawing/2014/main" id="{CFDF195F-784B-4D00-8C92-6FC1B0499EA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307088" y="6277971"/>
            <a:ext cx="6884912" cy="580030"/>
          </a:xfrm>
          <a:custGeom>
            <a:avLst/>
            <a:gdLst>
              <a:gd name="connsiteX0" fmla="*/ 6884912 w 6884912"/>
              <a:gd name="connsiteY0" fmla="*/ 0 h 1161397"/>
              <a:gd name="connsiteX1" fmla="*/ 6884912 w 6884912"/>
              <a:gd name="connsiteY1" fmla="*/ 1161397 h 1161397"/>
              <a:gd name="connsiteX2" fmla="*/ 0 w 6884912"/>
              <a:gd name="connsiteY2" fmla="*/ 1161397 h 1161397"/>
              <a:gd name="connsiteX3" fmla="*/ 27135 w 6884912"/>
              <a:gd name="connsiteY3" fmla="*/ 1147460 h 1161397"/>
              <a:gd name="connsiteX4" fmla="*/ 115388 w 6884912"/>
              <a:gd name="connsiteY4" fmla="*/ 1159043 h 1161397"/>
              <a:gd name="connsiteX5" fmla="*/ 119094 w 6884912"/>
              <a:gd name="connsiteY5" fmla="*/ 1148463 h 1161397"/>
              <a:gd name="connsiteX6" fmla="*/ 171824 w 6884912"/>
              <a:gd name="connsiteY6" fmla="*/ 1133224 h 1161397"/>
              <a:gd name="connsiteX7" fmla="*/ 376455 w 6884912"/>
              <a:gd name="connsiteY7" fmla="*/ 1137381 h 1161397"/>
              <a:gd name="connsiteX8" fmla="*/ 478946 w 6884912"/>
              <a:gd name="connsiteY8" fmla="*/ 1106011 h 1161397"/>
              <a:gd name="connsiteX9" fmla="*/ 512111 w 6884912"/>
              <a:gd name="connsiteY9" fmla="*/ 1085599 h 1161397"/>
              <a:gd name="connsiteX10" fmla="*/ 567875 w 6884912"/>
              <a:gd name="connsiteY10" fmla="*/ 1051976 h 1161397"/>
              <a:gd name="connsiteX11" fmla="*/ 601644 w 6884912"/>
              <a:gd name="connsiteY11" fmla="*/ 1003997 h 1161397"/>
              <a:gd name="connsiteX12" fmla="*/ 651408 w 6884912"/>
              <a:gd name="connsiteY12" fmla="*/ 984938 h 1161397"/>
              <a:gd name="connsiteX13" fmla="*/ 673197 w 6884912"/>
              <a:gd name="connsiteY13" fmla="*/ 1010060 h 1161397"/>
              <a:gd name="connsiteX14" fmla="*/ 723108 w 6884912"/>
              <a:gd name="connsiteY14" fmla="*/ 980081 h 1161397"/>
              <a:gd name="connsiteX15" fmla="*/ 797699 w 6884912"/>
              <a:gd name="connsiteY15" fmla="*/ 931362 h 1161397"/>
              <a:gd name="connsiteX16" fmla="*/ 843359 w 6884912"/>
              <a:gd name="connsiteY16" fmla="*/ 910894 h 1161397"/>
              <a:gd name="connsiteX17" fmla="*/ 965215 w 6884912"/>
              <a:gd name="connsiteY17" fmla="*/ 846701 h 1161397"/>
              <a:gd name="connsiteX18" fmla="*/ 1085080 w 6884912"/>
              <a:gd name="connsiteY18" fmla="*/ 776086 h 1161397"/>
              <a:gd name="connsiteX19" fmla="*/ 1131224 w 6884912"/>
              <a:gd name="connsiteY19" fmla="*/ 706160 h 1161397"/>
              <a:gd name="connsiteX20" fmla="*/ 1138051 w 6884912"/>
              <a:gd name="connsiteY20" fmla="*/ 702034 h 1161397"/>
              <a:gd name="connsiteX21" fmla="*/ 1158800 w 6884912"/>
              <a:gd name="connsiteY21" fmla="*/ 700004 h 1161397"/>
              <a:gd name="connsiteX22" fmla="*/ 1166947 w 6884912"/>
              <a:gd name="connsiteY22" fmla="*/ 700762 h 1161397"/>
              <a:gd name="connsiteX23" fmla="*/ 1178135 w 6884912"/>
              <a:gd name="connsiteY23" fmla="*/ 698631 h 1161397"/>
              <a:gd name="connsiteX24" fmla="*/ 1178301 w 6884912"/>
              <a:gd name="connsiteY24" fmla="*/ 698094 h 1161397"/>
              <a:gd name="connsiteX25" fmla="*/ 1188995 w 6884912"/>
              <a:gd name="connsiteY25" fmla="*/ 697048 h 1161397"/>
              <a:gd name="connsiteX26" fmla="*/ 1242716 w 6884912"/>
              <a:gd name="connsiteY26" fmla="*/ 698052 h 1161397"/>
              <a:gd name="connsiteX27" fmla="*/ 1299977 w 6884912"/>
              <a:gd name="connsiteY27" fmla="*/ 639196 h 1161397"/>
              <a:gd name="connsiteX28" fmla="*/ 1326190 w 6884912"/>
              <a:gd name="connsiteY28" fmla="*/ 625955 h 1161397"/>
              <a:gd name="connsiteX29" fmla="*/ 1339600 w 6884912"/>
              <a:gd name="connsiteY29" fmla="*/ 616295 h 1161397"/>
              <a:gd name="connsiteX30" fmla="*/ 1340054 w 6884912"/>
              <a:gd name="connsiteY30" fmla="*/ 614022 h 1161397"/>
              <a:gd name="connsiteX31" fmla="*/ 1391606 w 6884912"/>
              <a:gd name="connsiteY31" fmla="*/ 615229 h 1161397"/>
              <a:gd name="connsiteX32" fmla="*/ 1397565 w 6884912"/>
              <a:gd name="connsiteY32" fmla="*/ 611490 h 1161397"/>
              <a:gd name="connsiteX33" fmla="*/ 1432302 w 6884912"/>
              <a:gd name="connsiteY33" fmla="*/ 617267 h 1161397"/>
              <a:gd name="connsiteX34" fmla="*/ 1449644 w 6884912"/>
              <a:gd name="connsiteY34" fmla="*/ 617591 h 1161397"/>
              <a:gd name="connsiteX35" fmla="*/ 1455793 w 6884912"/>
              <a:gd name="connsiteY35" fmla="*/ 623174 h 1161397"/>
              <a:gd name="connsiteX36" fmla="*/ 1480758 w 6884912"/>
              <a:gd name="connsiteY36" fmla="*/ 620863 h 1161397"/>
              <a:gd name="connsiteX37" fmla="*/ 1483154 w 6884912"/>
              <a:gd name="connsiteY37" fmla="*/ 618527 h 1161397"/>
              <a:gd name="connsiteX38" fmla="*/ 1505495 w 6884912"/>
              <a:gd name="connsiteY38" fmla="*/ 624325 h 1161397"/>
              <a:gd name="connsiteX39" fmla="*/ 1526340 w 6884912"/>
              <a:gd name="connsiteY39" fmla="*/ 638496 h 1161397"/>
              <a:gd name="connsiteX40" fmla="*/ 1731986 w 6884912"/>
              <a:gd name="connsiteY40" fmla="*/ 589682 h 1161397"/>
              <a:gd name="connsiteX41" fmla="*/ 1927935 w 6884912"/>
              <a:gd name="connsiteY41" fmla="*/ 628540 h 1161397"/>
              <a:gd name="connsiteX42" fmla="*/ 2039075 w 6884912"/>
              <a:gd name="connsiteY42" fmla="*/ 599964 h 1161397"/>
              <a:gd name="connsiteX43" fmla="*/ 2066980 w 6884912"/>
              <a:gd name="connsiteY43" fmla="*/ 550413 h 1161397"/>
              <a:gd name="connsiteX44" fmla="*/ 2352236 w 6884912"/>
              <a:gd name="connsiteY44" fmla="*/ 519602 h 1161397"/>
              <a:gd name="connsiteX45" fmla="*/ 2420791 w 6884912"/>
              <a:gd name="connsiteY45" fmla="*/ 492826 h 1161397"/>
              <a:gd name="connsiteX46" fmla="*/ 2489932 w 6884912"/>
              <a:gd name="connsiteY46" fmla="*/ 507864 h 1161397"/>
              <a:gd name="connsiteX47" fmla="*/ 2512917 w 6884912"/>
              <a:gd name="connsiteY47" fmla="*/ 489127 h 1161397"/>
              <a:gd name="connsiteX48" fmla="*/ 2516783 w 6884912"/>
              <a:gd name="connsiteY48" fmla="*/ 485473 h 1161397"/>
              <a:gd name="connsiteX49" fmla="*/ 2534360 w 6884912"/>
              <a:gd name="connsiteY49" fmla="*/ 480064 h 1161397"/>
              <a:gd name="connsiteX50" fmla="*/ 2536691 w 6884912"/>
              <a:gd name="connsiteY50" fmla="*/ 467018 h 1161397"/>
              <a:gd name="connsiteX51" fmla="*/ 2561265 w 6884912"/>
              <a:gd name="connsiteY51" fmla="*/ 450623 h 1161397"/>
              <a:gd name="connsiteX52" fmla="*/ 2594349 w 6884912"/>
              <a:gd name="connsiteY52" fmla="*/ 443884 h 1161397"/>
              <a:gd name="connsiteX53" fmla="*/ 2754324 w 6884912"/>
              <a:gd name="connsiteY53" fmla="*/ 424766 h 1161397"/>
              <a:gd name="connsiteX54" fmla="*/ 2848470 w 6884912"/>
              <a:gd name="connsiteY54" fmla="*/ 405966 h 1161397"/>
              <a:gd name="connsiteX55" fmla="*/ 2881772 w 6884912"/>
              <a:gd name="connsiteY55" fmla="*/ 387260 h 1161397"/>
              <a:gd name="connsiteX56" fmla="*/ 2929932 w 6884912"/>
              <a:gd name="connsiteY56" fmla="*/ 368912 h 1161397"/>
              <a:gd name="connsiteX57" fmla="*/ 3013020 w 6884912"/>
              <a:gd name="connsiteY57" fmla="*/ 327578 h 1161397"/>
              <a:gd name="connsiteX58" fmla="*/ 3127968 w 6884912"/>
              <a:gd name="connsiteY58" fmla="*/ 287613 h 1161397"/>
              <a:gd name="connsiteX59" fmla="*/ 3222191 w 6884912"/>
              <a:gd name="connsiteY59" fmla="*/ 307887 h 1161397"/>
              <a:gd name="connsiteX60" fmla="*/ 3227953 w 6884912"/>
              <a:gd name="connsiteY60" fmla="*/ 297650 h 1161397"/>
              <a:gd name="connsiteX61" fmla="*/ 3287859 w 6884912"/>
              <a:gd name="connsiteY61" fmla="*/ 287558 h 1161397"/>
              <a:gd name="connsiteX62" fmla="*/ 3510042 w 6884912"/>
              <a:gd name="connsiteY62" fmla="*/ 311820 h 1161397"/>
              <a:gd name="connsiteX63" fmla="*/ 3626773 w 6884912"/>
              <a:gd name="connsiteY63" fmla="*/ 290452 h 1161397"/>
              <a:gd name="connsiteX64" fmla="*/ 3666217 w 6884912"/>
              <a:gd name="connsiteY64" fmla="*/ 273255 h 1161397"/>
              <a:gd name="connsiteX65" fmla="*/ 3732427 w 6884912"/>
              <a:gd name="connsiteY65" fmla="*/ 245039 h 1161397"/>
              <a:gd name="connsiteX66" fmla="*/ 3777022 w 6884912"/>
              <a:gd name="connsiteY66" fmla="*/ 200276 h 1161397"/>
              <a:gd name="connsiteX67" fmla="*/ 3791246 w 6884912"/>
              <a:gd name="connsiteY67" fmla="*/ 189996 h 1161397"/>
              <a:gd name="connsiteX68" fmla="*/ 3819864 w 6884912"/>
              <a:gd name="connsiteY68" fmla="*/ 194605 h 1161397"/>
              <a:gd name="connsiteX69" fmla="*/ 3830398 w 6884912"/>
              <a:gd name="connsiteY69" fmla="*/ 188383 h 1161397"/>
              <a:gd name="connsiteX70" fmla="*/ 3834360 w 6884912"/>
              <a:gd name="connsiteY70" fmla="*/ 188992 h 1161397"/>
              <a:gd name="connsiteX71" fmla="*/ 3843715 w 6884912"/>
              <a:gd name="connsiteY71" fmla="*/ 188752 h 1161397"/>
              <a:gd name="connsiteX72" fmla="*/ 3842609 w 6884912"/>
              <a:gd name="connsiteY72" fmla="*/ 197386 h 1161397"/>
              <a:gd name="connsiteX73" fmla="*/ 3853961 w 6884912"/>
              <a:gd name="connsiteY73" fmla="*/ 213380 h 1161397"/>
              <a:gd name="connsiteX74" fmla="*/ 3907640 w 6884912"/>
              <a:gd name="connsiteY74" fmla="*/ 207568 h 1161397"/>
              <a:gd name="connsiteX75" fmla="*/ 3910449 w 6884912"/>
              <a:gd name="connsiteY75" fmla="*/ 197808 h 1161397"/>
              <a:gd name="connsiteX76" fmla="*/ 3917197 w 6884912"/>
              <a:gd name="connsiteY76" fmla="*/ 196121 h 1161397"/>
              <a:gd name="connsiteX77" fmla="*/ 3922400 w 6884912"/>
              <a:gd name="connsiteY77" fmla="*/ 205056 h 1161397"/>
              <a:gd name="connsiteX78" fmla="*/ 4013061 w 6884912"/>
              <a:gd name="connsiteY78" fmla="*/ 224874 h 1161397"/>
              <a:gd name="connsiteX79" fmla="*/ 4134285 w 6884912"/>
              <a:gd name="connsiteY79" fmla="*/ 235592 h 1161397"/>
              <a:gd name="connsiteX80" fmla="*/ 4220717 w 6884912"/>
              <a:gd name="connsiteY80" fmla="*/ 192946 h 1161397"/>
              <a:gd name="connsiteX81" fmla="*/ 4228802 w 6884912"/>
              <a:gd name="connsiteY81" fmla="*/ 201468 h 1161397"/>
              <a:gd name="connsiteX82" fmla="*/ 4289361 w 6884912"/>
              <a:gd name="connsiteY82" fmla="*/ 196642 h 1161397"/>
              <a:gd name="connsiteX83" fmla="*/ 4498913 w 6884912"/>
              <a:gd name="connsiteY83" fmla="*/ 118915 h 1161397"/>
              <a:gd name="connsiteX84" fmla="*/ 4617330 w 6884912"/>
              <a:gd name="connsiteY84" fmla="*/ 111163 h 1161397"/>
              <a:gd name="connsiteX85" fmla="*/ 4659778 w 6884912"/>
              <a:gd name="connsiteY85" fmla="*/ 118219 h 1161397"/>
              <a:gd name="connsiteX86" fmla="*/ 4730870 w 6884912"/>
              <a:gd name="connsiteY86" fmla="*/ 129432 h 1161397"/>
              <a:gd name="connsiteX87" fmla="*/ 4785037 w 6884912"/>
              <a:gd name="connsiteY87" fmla="*/ 161964 h 1161397"/>
              <a:gd name="connsiteX88" fmla="*/ 4844073 w 6884912"/>
              <a:gd name="connsiteY88" fmla="*/ 161768 h 1161397"/>
              <a:gd name="connsiteX89" fmla="*/ 4856454 w 6884912"/>
              <a:gd name="connsiteY89" fmla="*/ 130488 h 1161397"/>
              <a:gd name="connsiteX90" fmla="*/ 4920038 w 6884912"/>
              <a:gd name="connsiteY90" fmla="*/ 140418 h 1161397"/>
              <a:gd name="connsiteX91" fmla="*/ 5016639 w 6884912"/>
              <a:gd name="connsiteY91" fmla="*/ 158905 h 1161397"/>
              <a:gd name="connsiteX92" fmla="*/ 5072009 w 6884912"/>
              <a:gd name="connsiteY92" fmla="*/ 161502 h 1161397"/>
              <a:gd name="connsiteX93" fmla="*/ 5223626 w 6884912"/>
              <a:gd name="connsiteY93" fmla="*/ 177356 h 1161397"/>
              <a:gd name="connsiteX94" fmla="*/ 5375773 w 6884912"/>
              <a:gd name="connsiteY94" fmla="*/ 199913 h 1161397"/>
              <a:gd name="connsiteX95" fmla="*/ 5467502 w 6884912"/>
              <a:gd name="connsiteY95" fmla="*/ 250963 h 1161397"/>
              <a:gd name="connsiteX96" fmla="*/ 5592395 w 6884912"/>
              <a:gd name="connsiteY96" fmla="*/ 265434 h 1161397"/>
              <a:gd name="connsiteX97" fmla="*/ 5613532 w 6884912"/>
              <a:gd name="connsiteY97" fmla="*/ 273379 h 1161397"/>
              <a:gd name="connsiteX98" fmla="*/ 5642173 w 6884912"/>
              <a:gd name="connsiteY98" fmla="*/ 266904 h 1161397"/>
              <a:gd name="connsiteX99" fmla="*/ 5756910 w 6884912"/>
              <a:gd name="connsiteY99" fmla="*/ 239211 h 1161397"/>
              <a:gd name="connsiteX100" fmla="*/ 5846667 w 6884912"/>
              <a:gd name="connsiteY100" fmla="*/ 201786 h 1161397"/>
              <a:gd name="connsiteX101" fmla="*/ 5960732 w 6884912"/>
              <a:gd name="connsiteY101" fmla="*/ 220708 h 1161397"/>
              <a:gd name="connsiteX102" fmla="*/ 6029542 w 6884912"/>
              <a:gd name="connsiteY102" fmla="*/ 210339 h 1161397"/>
              <a:gd name="connsiteX103" fmla="*/ 6141123 w 6884912"/>
              <a:gd name="connsiteY103" fmla="*/ 159923 h 1161397"/>
              <a:gd name="connsiteX104" fmla="*/ 6290640 w 6884912"/>
              <a:gd name="connsiteY104" fmla="*/ 167441 h 1161397"/>
              <a:gd name="connsiteX105" fmla="*/ 6322806 w 6884912"/>
              <a:gd name="connsiteY105" fmla="*/ 213293 h 1161397"/>
              <a:gd name="connsiteX106" fmla="*/ 6364914 w 6884912"/>
              <a:gd name="connsiteY106" fmla="*/ 240140 h 1161397"/>
              <a:gd name="connsiteX107" fmla="*/ 6380420 w 6884912"/>
              <a:gd name="connsiteY107" fmla="*/ 173195 h 1161397"/>
              <a:gd name="connsiteX108" fmla="*/ 6507891 w 6884912"/>
              <a:gd name="connsiteY108" fmla="*/ 118474 h 1161397"/>
              <a:gd name="connsiteX109" fmla="*/ 6571807 w 6884912"/>
              <a:gd name="connsiteY109" fmla="*/ 98636 h 1161397"/>
              <a:gd name="connsiteX110" fmla="*/ 6671880 w 6884912"/>
              <a:gd name="connsiteY110" fmla="*/ 82931 h 1161397"/>
              <a:gd name="connsiteX111" fmla="*/ 6702266 w 6884912"/>
              <a:gd name="connsiteY111" fmla="*/ 75470 h 1161397"/>
              <a:gd name="connsiteX112" fmla="*/ 6845802 w 6884912"/>
              <a:gd name="connsiteY112" fmla="*/ 24496 h 116139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Lst>
            <a:rect l="l" t="t" r="r" b="b"/>
            <a:pathLst>
              <a:path w="6884912" h="1161397">
                <a:moveTo>
                  <a:pt x="6884912" y="0"/>
                </a:moveTo>
                <a:lnTo>
                  <a:pt x="6884912" y="1161397"/>
                </a:lnTo>
                <a:lnTo>
                  <a:pt x="0" y="1161397"/>
                </a:lnTo>
                <a:lnTo>
                  <a:pt x="27135" y="1147460"/>
                </a:lnTo>
                <a:cubicBezTo>
                  <a:pt x="57431" y="1167048"/>
                  <a:pt x="61886" y="1135904"/>
                  <a:pt x="115388" y="1159043"/>
                </a:cubicBezTo>
                <a:cubicBezTo>
                  <a:pt x="116121" y="1155340"/>
                  <a:pt x="117370" y="1151777"/>
                  <a:pt x="119094" y="1148463"/>
                </a:cubicBezTo>
                <a:cubicBezTo>
                  <a:pt x="129121" y="1129214"/>
                  <a:pt x="152727" y="1122391"/>
                  <a:pt x="171824" y="1133224"/>
                </a:cubicBezTo>
                <a:cubicBezTo>
                  <a:pt x="254344" y="1161369"/>
                  <a:pt x="315458" y="1143220"/>
                  <a:pt x="376455" y="1137381"/>
                </a:cubicBezTo>
                <a:cubicBezTo>
                  <a:pt x="443775" y="1125614"/>
                  <a:pt x="382885" y="1083927"/>
                  <a:pt x="478946" y="1106011"/>
                </a:cubicBezTo>
                <a:cubicBezTo>
                  <a:pt x="481662" y="1085172"/>
                  <a:pt x="491731" y="1081489"/>
                  <a:pt x="512111" y="1085599"/>
                </a:cubicBezTo>
                <a:cubicBezTo>
                  <a:pt x="544368" y="1078502"/>
                  <a:pt x="526559" y="1032754"/>
                  <a:pt x="567875" y="1051976"/>
                </a:cubicBezTo>
                <a:cubicBezTo>
                  <a:pt x="553871" y="1028602"/>
                  <a:pt x="624901" y="1025930"/>
                  <a:pt x="601644" y="1003997"/>
                </a:cubicBezTo>
                <a:cubicBezTo>
                  <a:pt x="614803" y="975652"/>
                  <a:pt x="637415" y="1010272"/>
                  <a:pt x="651408" y="984938"/>
                </a:cubicBezTo>
                <a:cubicBezTo>
                  <a:pt x="673042" y="974024"/>
                  <a:pt x="646948" y="1015207"/>
                  <a:pt x="673197" y="1010060"/>
                </a:cubicBezTo>
                <a:cubicBezTo>
                  <a:pt x="703527" y="999318"/>
                  <a:pt x="718626" y="1045053"/>
                  <a:pt x="723108" y="980081"/>
                </a:cubicBezTo>
                <a:cubicBezTo>
                  <a:pt x="760262" y="985126"/>
                  <a:pt x="757827" y="957145"/>
                  <a:pt x="797699" y="931362"/>
                </a:cubicBezTo>
                <a:cubicBezTo>
                  <a:pt x="821097" y="940623"/>
                  <a:pt x="833565" y="929189"/>
                  <a:pt x="843359" y="910894"/>
                </a:cubicBezTo>
                <a:cubicBezTo>
                  <a:pt x="887668" y="902160"/>
                  <a:pt x="919738" y="869376"/>
                  <a:pt x="965215" y="846701"/>
                </a:cubicBezTo>
                <a:cubicBezTo>
                  <a:pt x="1023081" y="848019"/>
                  <a:pt x="1036422" y="800154"/>
                  <a:pt x="1085080" y="776086"/>
                </a:cubicBezTo>
                <a:cubicBezTo>
                  <a:pt x="1140763" y="795544"/>
                  <a:pt x="1110309" y="730471"/>
                  <a:pt x="1131224" y="706160"/>
                </a:cubicBezTo>
                <a:lnTo>
                  <a:pt x="1138051" y="702034"/>
                </a:lnTo>
                <a:lnTo>
                  <a:pt x="1158800" y="700004"/>
                </a:lnTo>
                <a:lnTo>
                  <a:pt x="1166947" y="700762"/>
                </a:lnTo>
                <a:cubicBezTo>
                  <a:pt x="1172432" y="700717"/>
                  <a:pt x="1175913" y="699961"/>
                  <a:pt x="1178135" y="698631"/>
                </a:cubicBezTo>
                <a:lnTo>
                  <a:pt x="1178301" y="698094"/>
                </a:lnTo>
                <a:lnTo>
                  <a:pt x="1188995" y="697048"/>
                </a:lnTo>
                <a:cubicBezTo>
                  <a:pt x="1207294" y="696390"/>
                  <a:pt x="1225337" y="696802"/>
                  <a:pt x="1242716" y="698052"/>
                </a:cubicBezTo>
                <a:cubicBezTo>
                  <a:pt x="1250387" y="668345"/>
                  <a:pt x="1318259" y="689091"/>
                  <a:pt x="1299977" y="639196"/>
                </a:cubicBezTo>
                <a:cubicBezTo>
                  <a:pt x="1323072" y="639367"/>
                  <a:pt x="1341279" y="658105"/>
                  <a:pt x="1326190" y="625955"/>
                </a:cubicBezTo>
                <a:cubicBezTo>
                  <a:pt x="1333572" y="625050"/>
                  <a:pt x="1337406" y="621362"/>
                  <a:pt x="1339600" y="616295"/>
                </a:cubicBezTo>
                <a:lnTo>
                  <a:pt x="1340054" y="614022"/>
                </a:lnTo>
                <a:lnTo>
                  <a:pt x="1391606" y="615229"/>
                </a:lnTo>
                <a:lnTo>
                  <a:pt x="1397565" y="611490"/>
                </a:lnTo>
                <a:lnTo>
                  <a:pt x="1432302" y="617267"/>
                </a:lnTo>
                <a:lnTo>
                  <a:pt x="1449644" y="617591"/>
                </a:lnTo>
                <a:lnTo>
                  <a:pt x="1455793" y="623174"/>
                </a:lnTo>
                <a:cubicBezTo>
                  <a:pt x="1461744" y="626151"/>
                  <a:pt x="1469373" y="626493"/>
                  <a:pt x="1480758" y="620863"/>
                </a:cubicBezTo>
                <a:lnTo>
                  <a:pt x="1483154" y="618527"/>
                </a:lnTo>
                <a:lnTo>
                  <a:pt x="1505495" y="624325"/>
                </a:lnTo>
                <a:cubicBezTo>
                  <a:pt x="1512992" y="627532"/>
                  <a:pt x="1520025" y="632078"/>
                  <a:pt x="1526340" y="638496"/>
                </a:cubicBezTo>
                <a:cubicBezTo>
                  <a:pt x="1586113" y="586768"/>
                  <a:pt x="1659006" y="610309"/>
                  <a:pt x="1731986" y="589682"/>
                </a:cubicBezTo>
                <a:cubicBezTo>
                  <a:pt x="1750397" y="523106"/>
                  <a:pt x="1896056" y="573257"/>
                  <a:pt x="1927935" y="628540"/>
                </a:cubicBezTo>
                <a:cubicBezTo>
                  <a:pt x="1912854" y="559823"/>
                  <a:pt x="2112261" y="676347"/>
                  <a:pt x="2039075" y="599964"/>
                </a:cubicBezTo>
                <a:cubicBezTo>
                  <a:pt x="2066036" y="601198"/>
                  <a:pt x="2086366" y="569532"/>
                  <a:pt x="2066980" y="550413"/>
                </a:cubicBezTo>
                <a:cubicBezTo>
                  <a:pt x="2155364" y="582582"/>
                  <a:pt x="2259548" y="514786"/>
                  <a:pt x="2352236" y="519602"/>
                </a:cubicBezTo>
                <a:cubicBezTo>
                  <a:pt x="2388450" y="459394"/>
                  <a:pt x="2373298" y="511682"/>
                  <a:pt x="2420791" y="492826"/>
                </a:cubicBezTo>
                <a:cubicBezTo>
                  <a:pt x="2417962" y="542563"/>
                  <a:pt x="2475071" y="455098"/>
                  <a:pt x="2489932" y="507864"/>
                </a:cubicBezTo>
                <a:cubicBezTo>
                  <a:pt x="2498105" y="502761"/>
                  <a:pt x="2505553" y="496153"/>
                  <a:pt x="2512917" y="489127"/>
                </a:cubicBezTo>
                <a:lnTo>
                  <a:pt x="2516783" y="485473"/>
                </a:lnTo>
                <a:lnTo>
                  <a:pt x="2534360" y="480064"/>
                </a:lnTo>
                <a:lnTo>
                  <a:pt x="2536691" y="467018"/>
                </a:lnTo>
                <a:lnTo>
                  <a:pt x="2561265" y="450623"/>
                </a:lnTo>
                <a:cubicBezTo>
                  <a:pt x="2570872" y="446262"/>
                  <a:pt x="2581686" y="443655"/>
                  <a:pt x="2594349" y="443884"/>
                </a:cubicBezTo>
                <a:cubicBezTo>
                  <a:pt x="2640435" y="464638"/>
                  <a:pt x="2696955" y="396361"/>
                  <a:pt x="2754324" y="424766"/>
                </a:cubicBezTo>
                <a:cubicBezTo>
                  <a:pt x="2775130" y="430896"/>
                  <a:pt x="2837731" y="423458"/>
                  <a:pt x="2848470" y="405966"/>
                </a:cubicBezTo>
                <a:cubicBezTo>
                  <a:pt x="2861295" y="401100"/>
                  <a:pt x="2876936" y="405309"/>
                  <a:pt x="2881772" y="387260"/>
                </a:cubicBezTo>
                <a:cubicBezTo>
                  <a:pt x="2890299" y="365261"/>
                  <a:pt x="2938134" y="392997"/>
                  <a:pt x="2929932" y="368912"/>
                </a:cubicBezTo>
                <a:cubicBezTo>
                  <a:pt x="2963844" y="387799"/>
                  <a:pt x="2986550" y="341223"/>
                  <a:pt x="3013020" y="327578"/>
                </a:cubicBezTo>
                <a:cubicBezTo>
                  <a:pt x="3040041" y="346996"/>
                  <a:pt x="3068934" y="299222"/>
                  <a:pt x="3127968" y="287613"/>
                </a:cubicBezTo>
                <a:cubicBezTo>
                  <a:pt x="3157770" y="310215"/>
                  <a:pt x="3167695" y="279445"/>
                  <a:pt x="3222191" y="307887"/>
                </a:cubicBezTo>
                <a:cubicBezTo>
                  <a:pt x="3223593" y="304249"/>
                  <a:pt x="3225533" y="300801"/>
                  <a:pt x="3227953" y="297650"/>
                </a:cubicBezTo>
                <a:cubicBezTo>
                  <a:pt x="3242008" y="279345"/>
                  <a:pt x="3268831" y="274825"/>
                  <a:pt x="3287859" y="287558"/>
                </a:cubicBezTo>
                <a:cubicBezTo>
                  <a:pt x="3373144" y="323866"/>
                  <a:pt x="3442657" y="311681"/>
                  <a:pt x="3510042" y="311820"/>
                </a:cubicBezTo>
                <a:cubicBezTo>
                  <a:pt x="3585274" y="306641"/>
                  <a:pt x="3525753" y="258887"/>
                  <a:pt x="3626773" y="290452"/>
                </a:cubicBezTo>
                <a:cubicBezTo>
                  <a:pt x="3633124" y="269835"/>
                  <a:pt x="3644693" y="267134"/>
                  <a:pt x="3666217" y="273255"/>
                </a:cubicBezTo>
                <a:cubicBezTo>
                  <a:pt x="3702502" y="269310"/>
                  <a:pt x="3690563" y="221720"/>
                  <a:pt x="3732427" y="245039"/>
                </a:cubicBezTo>
                <a:cubicBezTo>
                  <a:pt x="3720985" y="220241"/>
                  <a:pt x="3798776" y="224539"/>
                  <a:pt x="3777022" y="200276"/>
                </a:cubicBezTo>
                <a:cubicBezTo>
                  <a:pt x="3781759" y="193499"/>
                  <a:pt x="3786499" y="190723"/>
                  <a:pt x="3791246" y="189996"/>
                </a:cubicBezTo>
                <a:cubicBezTo>
                  <a:pt x="3800740" y="188542"/>
                  <a:pt x="3810265" y="195284"/>
                  <a:pt x="3819864" y="194605"/>
                </a:cubicBezTo>
                <a:lnTo>
                  <a:pt x="3830398" y="188383"/>
                </a:lnTo>
                <a:lnTo>
                  <a:pt x="3834360" y="188992"/>
                </a:lnTo>
                <a:lnTo>
                  <a:pt x="3843715" y="188752"/>
                </a:lnTo>
                <a:lnTo>
                  <a:pt x="3842609" y="197386"/>
                </a:lnTo>
                <a:cubicBezTo>
                  <a:pt x="3840673" y="205638"/>
                  <a:pt x="3839248" y="214671"/>
                  <a:pt x="3853961" y="213380"/>
                </a:cubicBezTo>
                <a:cubicBezTo>
                  <a:pt x="3884396" y="206569"/>
                  <a:pt x="3895082" y="241941"/>
                  <a:pt x="3907640" y="207568"/>
                </a:cubicBezTo>
                <a:lnTo>
                  <a:pt x="3910449" y="197808"/>
                </a:lnTo>
                <a:lnTo>
                  <a:pt x="3917197" y="196121"/>
                </a:lnTo>
                <a:cubicBezTo>
                  <a:pt x="3920833" y="196372"/>
                  <a:pt x="3922919" y="198717"/>
                  <a:pt x="3922400" y="205056"/>
                </a:cubicBezTo>
                <a:cubicBezTo>
                  <a:pt x="3950680" y="178467"/>
                  <a:pt x="3984062" y="218098"/>
                  <a:pt x="4013061" y="224874"/>
                </a:cubicBezTo>
                <a:cubicBezTo>
                  <a:pt x="4034530" y="199451"/>
                  <a:pt x="4074202" y="238734"/>
                  <a:pt x="4134285" y="235592"/>
                </a:cubicBezTo>
                <a:cubicBezTo>
                  <a:pt x="4157674" y="206403"/>
                  <a:pt x="4174806" y="233822"/>
                  <a:pt x="4220717" y="192946"/>
                </a:cubicBezTo>
                <a:cubicBezTo>
                  <a:pt x="4222964" y="196132"/>
                  <a:pt x="4225687" y="199002"/>
                  <a:pt x="4228802" y="201468"/>
                </a:cubicBezTo>
                <a:cubicBezTo>
                  <a:pt x="4246898" y="215792"/>
                  <a:pt x="4274013" y="213632"/>
                  <a:pt x="4289361" y="196642"/>
                </a:cubicBezTo>
                <a:cubicBezTo>
                  <a:pt x="4363212" y="140627"/>
                  <a:pt x="4433598" y="135488"/>
                  <a:pt x="4498913" y="118915"/>
                </a:cubicBezTo>
                <a:cubicBezTo>
                  <a:pt x="4573135" y="105586"/>
                  <a:pt x="4527062" y="166416"/>
                  <a:pt x="4617330" y="111163"/>
                </a:cubicBezTo>
                <a:cubicBezTo>
                  <a:pt x="4628518" y="129608"/>
                  <a:pt x="4640397" y="129405"/>
                  <a:pt x="4659778" y="118219"/>
                </a:cubicBezTo>
                <a:cubicBezTo>
                  <a:pt x="4695929" y="113193"/>
                  <a:pt x="4695958" y="162259"/>
                  <a:pt x="4730870" y="129432"/>
                </a:cubicBezTo>
                <a:cubicBezTo>
                  <a:pt x="4725822" y="156271"/>
                  <a:pt x="4800214" y="133127"/>
                  <a:pt x="4785037" y="161964"/>
                </a:cubicBezTo>
                <a:cubicBezTo>
                  <a:pt x="4810025" y="183633"/>
                  <a:pt x="4819434" y="143205"/>
                  <a:pt x="4844073" y="161768"/>
                </a:cubicBezTo>
                <a:cubicBezTo>
                  <a:pt x="4870797" y="164132"/>
                  <a:pt x="4827288" y="135164"/>
                  <a:pt x="4856454" y="130488"/>
                </a:cubicBezTo>
                <a:cubicBezTo>
                  <a:pt x="4892086" y="129553"/>
                  <a:pt x="4889263" y="81477"/>
                  <a:pt x="4920038" y="140418"/>
                </a:cubicBezTo>
                <a:cubicBezTo>
                  <a:pt x="4956358" y="122308"/>
                  <a:pt x="4965108" y="149263"/>
                  <a:pt x="5016639" y="158905"/>
                </a:cubicBezTo>
                <a:cubicBezTo>
                  <a:pt x="5037063" y="141828"/>
                  <a:pt x="5054534" y="147986"/>
                  <a:pt x="5072009" y="161502"/>
                </a:cubicBezTo>
                <a:cubicBezTo>
                  <a:pt x="5121260" y="153653"/>
                  <a:pt x="5167555" y="172635"/>
                  <a:pt x="5223626" y="177356"/>
                </a:cubicBezTo>
                <a:cubicBezTo>
                  <a:pt x="5282824" y="155243"/>
                  <a:pt x="5315859" y="195041"/>
                  <a:pt x="5375773" y="199913"/>
                </a:cubicBezTo>
                <a:cubicBezTo>
                  <a:pt x="5432511" y="156218"/>
                  <a:pt x="5417550" y="256036"/>
                  <a:pt x="5467502" y="250963"/>
                </a:cubicBezTo>
                <a:cubicBezTo>
                  <a:pt x="5547124" y="209975"/>
                  <a:pt x="5467171" y="283839"/>
                  <a:pt x="5592395" y="265434"/>
                </a:cubicBezTo>
                <a:cubicBezTo>
                  <a:pt x="5599201" y="258867"/>
                  <a:pt x="5614752" y="264706"/>
                  <a:pt x="5613532" y="273379"/>
                </a:cubicBezTo>
                <a:cubicBezTo>
                  <a:pt x="5621390" y="270408"/>
                  <a:pt x="5639720" y="253173"/>
                  <a:pt x="5642173" y="266904"/>
                </a:cubicBezTo>
                <a:cubicBezTo>
                  <a:pt x="5682296" y="267049"/>
                  <a:pt x="5721812" y="257513"/>
                  <a:pt x="5756910" y="239211"/>
                </a:cubicBezTo>
                <a:cubicBezTo>
                  <a:pt x="5834998" y="260050"/>
                  <a:pt x="5790596" y="197229"/>
                  <a:pt x="5846667" y="201786"/>
                </a:cubicBezTo>
                <a:cubicBezTo>
                  <a:pt x="5892444" y="227312"/>
                  <a:pt x="5908324" y="204527"/>
                  <a:pt x="5960732" y="220708"/>
                </a:cubicBezTo>
                <a:cubicBezTo>
                  <a:pt x="5977124" y="175349"/>
                  <a:pt x="6009640" y="223654"/>
                  <a:pt x="6029542" y="210339"/>
                </a:cubicBezTo>
                <a:cubicBezTo>
                  <a:pt x="6063108" y="261420"/>
                  <a:pt x="6107411" y="160034"/>
                  <a:pt x="6141123" y="159923"/>
                </a:cubicBezTo>
                <a:cubicBezTo>
                  <a:pt x="6198068" y="167749"/>
                  <a:pt x="6260628" y="219715"/>
                  <a:pt x="6290640" y="167441"/>
                </a:cubicBezTo>
                <a:cubicBezTo>
                  <a:pt x="6295193" y="188689"/>
                  <a:pt x="6290494" y="217816"/>
                  <a:pt x="6322806" y="213293"/>
                </a:cubicBezTo>
                <a:cubicBezTo>
                  <a:pt x="6335911" y="223881"/>
                  <a:pt x="6338726" y="256581"/>
                  <a:pt x="6364914" y="240140"/>
                </a:cubicBezTo>
                <a:cubicBezTo>
                  <a:pt x="6331888" y="211628"/>
                  <a:pt x="6385856" y="207033"/>
                  <a:pt x="6380420" y="173195"/>
                </a:cubicBezTo>
                <a:cubicBezTo>
                  <a:pt x="6420580" y="151473"/>
                  <a:pt x="6513519" y="179296"/>
                  <a:pt x="6507891" y="118474"/>
                </a:cubicBezTo>
                <a:cubicBezTo>
                  <a:pt x="6519398" y="82452"/>
                  <a:pt x="6571830" y="137398"/>
                  <a:pt x="6571807" y="98636"/>
                </a:cubicBezTo>
                <a:cubicBezTo>
                  <a:pt x="6594702" y="123421"/>
                  <a:pt x="6634676" y="82071"/>
                  <a:pt x="6671880" y="82931"/>
                </a:cubicBezTo>
                <a:cubicBezTo>
                  <a:pt x="6678855" y="65407"/>
                  <a:pt x="6687415" y="66196"/>
                  <a:pt x="6702266" y="75470"/>
                </a:cubicBezTo>
                <a:cubicBezTo>
                  <a:pt x="6747004" y="78450"/>
                  <a:pt x="6798307" y="53072"/>
                  <a:pt x="6845802" y="24496"/>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下矢印 6">
            <a:extLst>
              <a:ext uri="{FF2B5EF4-FFF2-40B4-BE49-F238E27FC236}">
                <a16:creationId xmlns:a16="http://schemas.microsoft.com/office/drawing/2014/main" id="{A955F918-76C9-537A-FFBD-F52E22606F8D}"/>
              </a:ext>
            </a:extLst>
          </p:cNvPr>
          <p:cNvSpPr/>
          <p:nvPr/>
        </p:nvSpPr>
        <p:spPr>
          <a:xfrm>
            <a:off x="5858933" y="3854383"/>
            <a:ext cx="474133" cy="556679"/>
          </a:xfrm>
          <a:prstGeom prst="downArrow">
            <a:avLst/>
          </a:prstGeom>
        </p:spPr>
        <p:style>
          <a:lnRef idx="1">
            <a:schemeClr val="accent5"/>
          </a:lnRef>
          <a:fillRef idx="2">
            <a:schemeClr val="accent5"/>
          </a:fillRef>
          <a:effectRef idx="1">
            <a:schemeClr val="accent5"/>
          </a:effectRef>
          <a:fontRef idx="minor">
            <a:schemeClr val="dk1"/>
          </a:fontRef>
        </p:style>
        <p:txBody>
          <a:bodyPr rtlCol="0" anchor="ctr"/>
          <a:lstStyle/>
          <a:p>
            <a:pPr algn="ctr"/>
            <a:endParaRPr kumimoji="1" lang="ja-JP" altLang="en-US"/>
          </a:p>
        </p:txBody>
      </p:sp>
    </p:spTree>
    <p:extLst>
      <p:ext uri="{BB962C8B-B14F-4D97-AF65-F5344CB8AC3E}">
        <p14:creationId xmlns:p14="http://schemas.microsoft.com/office/powerpoint/2010/main" val="2063025478"/>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E395776-2CC9-C57D-10E9-B4F1E47325B4}"/>
              </a:ext>
            </a:extLst>
          </p:cNvPr>
          <p:cNvSpPr>
            <a:spLocks noGrp="1"/>
          </p:cNvSpPr>
          <p:nvPr>
            <p:ph type="title"/>
          </p:nvPr>
        </p:nvSpPr>
        <p:spPr/>
        <p:txBody>
          <a:bodyPr/>
          <a:lstStyle/>
          <a:p>
            <a:r>
              <a:rPr lang="ja-JP" altLang="en-US" dirty="0"/>
              <a:t>アナログ</a:t>
            </a:r>
            <a:r>
              <a:rPr lang="en-US" altLang="ja-JP" dirty="0"/>
              <a:t>LSI</a:t>
            </a:r>
            <a:r>
              <a:rPr lang="ja-JP" altLang="en-US" dirty="0"/>
              <a:t>の設計フロー</a:t>
            </a:r>
            <a:endParaRPr kumimoji="1" lang="ja-JP" altLang="en-US" dirty="0"/>
          </a:p>
        </p:txBody>
      </p:sp>
      <p:sp>
        <p:nvSpPr>
          <p:cNvPr id="3" name="日付プレースホルダー 2">
            <a:extLst>
              <a:ext uri="{FF2B5EF4-FFF2-40B4-BE49-F238E27FC236}">
                <a16:creationId xmlns:a16="http://schemas.microsoft.com/office/drawing/2014/main" id="{102C7370-4158-5F3A-B29E-8AB24B8878EA}"/>
              </a:ext>
            </a:extLst>
          </p:cNvPr>
          <p:cNvSpPr>
            <a:spLocks noGrp="1"/>
          </p:cNvSpPr>
          <p:nvPr>
            <p:ph type="dt" sz="half" idx="10"/>
          </p:nvPr>
        </p:nvSpPr>
        <p:spPr/>
        <p:txBody>
          <a:bodyPr/>
          <a:lstStyle/>
          <a:p>
            <a:pPr rtl="0"/>
            <a:fld id="{E799E38D-0A82-4095-BE6B-85157473E4AE}"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40E7729A-7159-13DA-B80A-5CF547A86157}"/>
              </a:ext>
            </a:extLst>
          </p:cNvPr>
          <p:cNvSpPr>
            <a:spLocks noGrp="1"/>
          </p:cNvSpPr>
          <p:nvPr>
            <p:ph type="sldNum" sz="quarter" idx="12"/>
          </p:nvPr>
        </p:nvSpPr>
        <p:spPr/>
        <p:txBody>
          <a:bodyPr/>
          <a:lstStyle/>
          <a:p>
            <a:pPr rtl="0"/>
            <a:fld id="{9860EDB8-5305-433F-BE41-D7A86D811DB3}" type="slidenum">
              <a:rPr lang="en-US" altLang="ja-JP" noProof="0" smtClean="0"/>
              <a:pPr rtl="0"/>
              <a:t>148</a:t>
            </a:fld>
            <a:endParaRPr lang="ja-JP" altLang="en-US" noProof="0"/>
          </a:p>
        </p:txBody>
      </p:sp>
      <p:sp>
        <p:nvSpPr>
          <p:cNvPr id="5" name="コンテンツ プレースホルダー 4">
            <a:extLst>
              <a:ext uri="{FF2B5EF4-FFF2-40B4-BE49-F238E27FC236}">
                <a16:creationId xmlns:a16="http://schemas.microsoft.com/office/drawing/2014/main" id="{218D7D6A-C682-EF52-E287-45B2D617822C}"/>
              </a:ext>
            </a:extLst>
          </p:cNvPr>
          <p:cNvSpPr>
            <a:spLocks noGrp="1"/>
          </p:cNvSpPr>
          <p:nvPr>
            <p:ph sz="quarter" idx="13"/>
          </p:nvPr>
        </p:nvSpPr>
        <p:spPr/>
        <p:txBody>
          <a:bodyPr>
            <a:normAutofit/>
          </a:bodyPr>
          <a:lstStyle/>
          <a:p>
            <a:pPr marL="457200" indent="-457200">
              <a:buFont typeface="+mj-lt"/>
              <a:buAutoNum type="arabicPeriod"/>
            </a:pPr>
            <a:r>
              <a:rPr kumimoji="1" lang="ja-JP" altLang="en-US" sz="2000" dirty="0"/>
              <a:t>回路図（ベンチマーク）を描く</a:t>
            </a:r>
            <a:endParaRPr kumimoji="1" lang="en-US" altLang="ja-JP" sz="2000" dirty="0"/>
          </a:p>
          <a:p>
            <a:pPr marL="457200" indent="-457200">
              <a:buFont typeface="+mj-lt"/>
              <a:buAutoNum type="arabicPeriod"/>
            </a:pPr>
            <a:r>
              <a:rPr lang="ja-JP" altLang="en-US" sz="2000" dirty="0"/>
              <a:t>シミュレーションをする</a:t>
            </a:r>
            <a:endParaRPr lang="en-US" altLang="ja-JP" sz="2000" dirty="0"/>
          </a:p>
          <a:p>
            <a:pPr marL="457200" indent="-457200">
              <a:buFont typeface="+mj-lt"/>
              <a:buAutoNum type="arabicPeriod"/>
            </a:pPr>
            <a:r>
              <a:rPr kumimoji="1" lang="ja-JP" altLang="en-US" sz="2000" b="1" dirty="0">
                <a:solidFill>
                  <a:schemeClr val="accent2"/>
                </a:solidFill>
              </a:rPr>
              <a:t>回路図を基にレイアウトを描く</a:t>
            </a:r>
            <a:endParaRPr kumimoji="1" lang="en-US" altLang="ja-JP" sz="2000" b="1" dirty="0">
              <a:solidFill>
                <a:schemeClr val="accent2"/>
              </a:solidFill>
            </a:endParaRPr>
          </a:p>
          <a:p>
            <a:pPr marL="457200" indent="-457200">
              <a:buFont typeface="+mj-lt"/>
              <a:buAutoNum type="arabicPeriod"/>
            </a:pPr>
            <a:r>
              <a:rPr lang="ja-JP" altLang="en-US" sz="2000" dirty="0"/>
              <a:t>レイアウトを検証する</a:t>
            </a:r>
            <a:endParaRPr lang="en-US" altLang="ja-JP" sz="2000" dirty="0"/>
          </a:p>
          <a:p>
            <a:pPr marL="457200" indent="-457200">
              <a:buFont typeface="+mj-lt"/>
              <a:buAutoNum type="arabicPeriod"/>
            </a:pPr>
            <a:r>
              <a:rPr kumimoji="1" lang="ja-JP" altLang="en-US" sz="2000" dirty="0"/>
              <a:t>レイアウトを基に寄生成分を考慮したシミュレーションをする</a:t>
            </a:r>
            <a:br>
              <a:rPr kumimoji="1" lang="en-US" altLang="ja-JP" sz="2000" dirty="0"/>
            </a:br>
            <a:endParaRPr kumimoji="1" lang="en-US" altLang="ja-JP" sz="2000" dirty="0"/>
          </a:p>
          <a:p>
            <a:pPr marL="457200" indent="-457200">
              <a:buFont typeface="+mj-lt"/>
              <a:buAutoNum type="arabicPeriod"/>
            </a:pPr>
            <a:endParaRPr kumimoji="1" lang="en-US" altLang="ja-JP" sz="2000" dirty="0"/>
          </a:p>
          <a:p>
            <a:pPr marL="457200" indent="-457200">
              <a:buFont typeface="+mj-lt"/>
              <a:buAutoNum type="arabicPeriod"/>
            </a:pPr>
            <a:r>
              <a:rPr lang="ja-JP" altLang="en-US" sz="2000" dirty="0"/>
              <a:t>（フレームに載せる）</a:t>
            </a:r>
            <a:endParaRPr kumimoji="1" lang="en-US" altLang="ja-JP" sz="2000" dirty="0"/>
          </a:p>
        </p:txBody>
      </p:sp>
    </p:spTree>
    <p:extLst>
      <p:ext uri="{BB962C8B-B14F-4D97-AF65-F5344CB8AC3E}">
        <p14:creationId xmlns:p14="http://schemas.microsoft.com/office/powerpoint/2010/main" val="2293572189"/>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5988FA0-A593-9EBD-B783-858593BF3475}"/>
              </a:ext>
            </a:extLst>
          </p:cNvPr>
          <p:cNvSpPr>
            <a:spLocks noGrp="1"/>
          </p:cNvSpPr>
          <p:nvPr>
            <p:ph type="title"/>
          </p:nvPr>
        </p:nvSpPr>
        <p:spPr/>
        <p:txBody>
          <a:bodyPr/>
          <a:lstStyle/>
          <a:p>
            <a:r>
              <a:rPr kumimoji="1" lang="ja-JP" altLang="en-US" dirty="0"/>
              <a:t>公式</a:t>
            </a:r>
            <a:r>
              <a:rPr kumimoji="1" lang="en-US" altLang="ja-JP" dirty="0"/>
              <a:t>PDK</a:t>
            </a:r>
            <a:r>
              <a:rPr kumimoji="1" lang="ja-JP" altLang="en-US" dirty="0"/>
              <a:t>のレイアウト画面</a:t>
            </a:r>
          </a:p>
        </p:txBody>
      </p:sp>
      <p:sp>
        <p:nvSpPr>
          <p:cNvPr id="3" name="日付プレースホルダー 2">
            <a:extLst>
              <a:ext uri="{FF2B5EF4-FFF2-40B4-BE49-F238E27FC236}">
                <a16:creationId xmlns:a16="http://schemas.microsoft.com/office/drawing/2014/main" id="{81E33F6F-5967-37AE-9E69-0EDBE930B94C}"/>
              </a:ext>
            </a:extLst>
          </p:cNvPr>
          <p:cNvSpPr>
            <a:spLocks noGrp="1"/>
          </p:cNvSpPr>
          <p:nvPr>
            <p:ph type="dt" sz="half" idx="10"/>
          </p:nvPr>
        </p:nvSpPr>
        <p:spPr/>
        <p:txBody>
          <a:bodyPr/>
          <a:lstStyle/>
          <a:p>
            <a:pPr rtl="0"/>
            <a:fld id="{AE4924DA-8DD3-4A81-8E7F-C675E22BB926}"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790DCDC7-514B-AACB-B346-CA976B2F9558}"/>
              </a:ext>
            </a:extLst>
          </p:cNvPr>
          <p:cNvSpPr>
            <a:spLocks noGrp="1"/>
          </p:cNvSpPr>
          <p:nvPr>
            <p:ph type="sldNum" sz="quarter" idx="12"/>
          </p:nvPr>
        </p:nvSpPr>
        <p:spPr/>
        <p:txBody>
          <a:bodyPr/>
          <a:lstStyle/>
          <a:p>
            <a:pPr rtl="0"/>
            <a:fld id="{9860EDB8-5305-433F-BE41-D7A86D811DB3}" type="slidenum">
              <a:rPr lang="en-US" altLang="ja-JP" noProof="0" smtClean="0"/>
              <a:pPr rtl="0"/>
              <a:t>149</a:t>
            </a:fld>
            <a:endParaRPr lang="ja-JP" altLang="en-US" noProof="0"/>
          </a:p>
        </p:txBody>
      </p:sp>
      <p:pic>
        <p:nvPicPr>
          <p:cNvPr id="7" name="コンテンツ プレースホルダー 6">
            <a:extLst>
              <a:ext uri="{FF2B5EF4-FFF2-40B4-BE49-F238E27FC236}">
                <a16:creationId xmlns:a16="http://schemas.microsoft.com/office/drawing/2014/main" id="{7A36D74A-13D5-3490-61F1-8555E5306246}"/>
              </a:ext>
            </a:extLst>
          </p:cNvPr>
          <p:cNvPicPr>
            <a:picLocks noGrp="1" noChangeAspect="1"/>
          </p:cNvPicPr>
          <p:nvPr>
            <p:ph sz="quarter" idx="13"/>
          </p:nvPr>
        </p:nvPicPr>
        <p:blipFill>
          <a:blip r:embed="rId2"/>
          <a:srcRect/>
          <a:stretch/>
        </p:blipFill>
        <p:spPr>
          <a:xfrm>
            <a:off x="1080644" y="1179109"/>
            <a:ext cx="10030712" cy="5386283"/>
          </a:xfrm>
        </p:spPr>
      </p:pic>
    </p:spTree>
    <p:extLst>
      <p:ext uri="{BB962C8B-B14F-4D97-AF65-F5344CB8AC3E}">
        <p14:creationId xmlns:p14="http://schemas.microsoft.com/office/powerpoint/2010/main" val="3511692681"/>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5988FA0-A593-9EBD-B783-858593BF3475}"/>
              </a:ext>
            </a:extLst>
          </p:cNvPr>
          <p:cNvSpPr>
            <a:spLocks noGrp="1"/>
          </p:cNvSpPr>
          <p:nvPr>
            <p:ph type="title"/>
          </p:nvPr>
        </p:nvSpPr>
        <p:spPr/>
        <p:txBody>
          <a:bodyPr/>
          <a:lstStyle/>
          <a:p>
            <a:r>
              <a:rPr kumimoji="1" lang="en-US" altLang="ja-JP" dirty="0"/>
              <a:t>3zki / wsl_gf180mcu </a:t>
            </a:r>
            <a:r>
              <a:rPr kumimoji="1" lang="ja-JP" altLang="en-US" dirty="0"/>
              <a:t>のレイアウト画面</a:t>
            </a:r>
          </a:p>
        </p:txBody>
      </p:sp>
      <p:sp>
        <p:nvSpPr>
          <p:cNvPr id="3" name="日付プレースホルダー 2">
            <a:extLst>
              <a:ext uri="{FF2B5EF4-FFF2-40B4-BE49-F238E27FC236}">
                <a16:creationId xmlns:a16="http://schemas.microsoft.com/office/drawing/2014/main" id="{81E33F6F-5967-37AE-9E69-0EDBE930B94C}"/>
              </a:ext>
            </a:extLst>
          </p:cNvPr>
          <p:cNvSpPr>
            <a:spLocks noGrp="1"/>
          </p:cNvSpPr>
          <p:nvPr>
            <p:ph type="dt" sz="half" idx="10"/>
          </p:nvPr>
        </p:nvSpPr>
        <p:spPr/>
        <p:txBody>
          <a:bodyPr/>
          <a:lstStyle/>
          <a:p>
            <a:pPr rtl="0"/>
            <a:fld id="{08955E9F-0CD8-420D-9776-FE8768DFF11B}"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790DCDC7-514B-AACB-B346-CA976B2F9558}"/>
              </a:ext>
            </a:extLst>
          </p:cNvPr>
          <p:cNvSpPr>
            <a:spLocks noGrp="1"/>
          </p:cNvSpPr>
          <p:nvPr>
            <p:ph type="sldNum" sz="quarter" idx="12"/>
          </p:nvPr>
        </p:nvSpPr>
        <p:spPr/>
        <p:txBody>
          <a:bodyPr/>
          <a:lstStyle/>
          <a:p>
            <a:pPr rtl="0"/>
            <a:fld id="{9860EDB8-5305-433F-BE41-D7A86D811DB3}" type="slidenum">
              <a:rPr lang="en-US" altLang="ja-JP" noProof="0" smtClean="0"/>
              <a:pPr rtl="0"/>
              <a:t>150</a:t>
            </a:fld>
            <a:endParaRPr lang="ja-JP" altLang="en-US" noProof="0"/>
          </a:p>
        </p:txBody>
      </p:sp>
      <p:pic>
        <p:nvPicPr>
          <p:cNvPr id="7" name="コンテンツ プレースホルダー 6">
            <a:extLst>
              <a:ext uri="{FF2B5EF4-FFF2-40B4-BE49-F238E27FC236}">
                <a16:creationId xmlns:a16="http://schemas.microsoft.com/office/drawing/2014/main" id="{7A36D74A-13D5-3490-61F1-8555E5306246}"/>
              </a:ext>
            </a:extLst>
          </p:cNvPr>
          <p:cNvPicPr>
            <a:picLocks noGrp="1" noChangeAspect="1"/>
          </p:cNvPicPr>
          <p:nvPr>
            <p:ph sz="quarter" idx="13"/>
          </p:nvPr>
        </p:nvPicPr>
        <p:blipFill>
          <a:blip r:embed="rId2"/>
          <a:srcRect/>
          <a:stretch/>
        </p:blipFill>
        <p:spPr>
          <a:xfrm>
            <a:off x="1080644" y="1179109"/>
            <a:ext cx="10030712" cy="5386283"/>
          </a:xfrm>
        </p:spPr>
      </p:pic>
    </p:spTree>
    <p:extLst>
      <p:ext uri="{BB962C8B-B14F-4D97-AF65-F5344CB8AC3E}">
        <p14:creationId xmlns:p14="http://schemas.microsoft.com/office/powerpoint/2010/main" val="3924676078"/>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8B8E3A5-518A-F74F-0B42-0CBB4FD86534}"/>
              </a:ext>
            </a:extLst>
          </p:cNvPr>
          <p:cNvSpPr>
            <a:spLocks noGrp="1"/>
          </p:cNvSpPr>
          <p:nvPr>
            <p:ph type="title"/>
          </p:nvPr>
        </p:nvSpPr>
        <p:spPr/>
        <p:txBody>
          <a:bodyPr/>
          <a:lstStyle/>
          <a:p>
            <a:r>
              <a:rPr kumimoji="1" lang="ja-JP" altLang="en-US" dirty="0"/>
              <a:t>レイアウトを描く上での注意</a:t>
            </a:r>
          </a:p>
        </p:txBody>
      </p:sp>
      <p:sp>
        <p:nvSpPr>
          <p:cNvPr id="3" name="日付プレースホルダー 2">
            <a:extLst>
              <a:ext uri="{FF2B5EF4-FFF2-40B4-BE49-F238E27FC236}">
                <a16:creationId xmlns:a16="http://schemas.microsoft.com/office/drawing/2014/main" id="{5C360578-0551-5F91-F7DB-B93B84EF0111}"/>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05869E32-3473-D77E-6CE4-E784C15AD21C}"/>
              </a:ext>
            </a:extLst>
          </p:cNvPr>
          <p:cNvSpPr>
            <a:spLocks noGrp="1"/>
          </p:cNvSpPr>
          <p:nvPr>
            <p:ph type="sldNum" sz="quarter" idx="12"/>
          </p:nvPr>
        </p:nvSpPr>
        <p:spPr/>
        <p:txBody>
          <a:bodyPr/>
          <a:lstStyle/>
          <a:p>
            <a:pPr rtl="0"/>
            <a:fld id="{9860EDB8-5305-433F-BE41-D7A86D811DB3}" type="slidenum">
              <a:rPr lang="en-US" altLang="ja-JP" noProof="0" smtClean="0"/>
              <a:pPr rtl="0"/>
              <a:t>151</a:t>
            </a:fld>
            <a:endParaRPr lang="ja-JP" altLang="en-US" noProof="0"/>
          </a:p>
        </p:txBody>
      </p:sp>
      <p:sp>
        <p:nvSpPr>
          <p:cNvPr id="5" name="コンテンツ プレースホルダー 4">
            <a:extLst>
              <a:ext uri="{FF2B5EF4-FFF2-40B4-BE49-F238E27FC236}">
                <a16:creationId xmlns:a16="http://schemas.microsoft.com/office/drawing/2014/main" id="{7C86C403-917E-3A7B-2F2C-8146F3969DEB}"/>
              </a:ext>
            </a:extLst>
          </p:cNvPr>
          <p:cNvSpPr>
            <a:spLocks noGrp="1"/>
          </p:cNvSpPr>
          <p:nvPr>
            <p:ph sz="quarter" idx="13"/>
          </p:nvPr>
        </p:nvSpPr>
        <p:spPr/>
        <p:txBody>
          <a:bodyPr>
            <a:normAutofit/>
          </a:bodyPr>
          <a:lstStyle/>
          <a:p>
            <a:pPr marL="285750" indent="-285750">
              <a:buFont typeface="Arial" panose="020B0604020202020204" pitchFamily="34" charset="0"/>
              <a:buChar char="•"/>
            </a:pPr>
            <a:r>
              <a:rPr lang="en-US" altLang="ja-JP" sz="2400" b="1" dirty="0">
                <a:solidFill>
                  <a:schemeClr val="accent2"/>
                </a:solidFill>
              </a:rPr>
              <a:t>Database unit </a:t>
            </a:r>
            <a:r>
              <a:rPr lang="ja-JP" altLang="en-US" sz="2400" b="1" dirty="0">
                <a:solidFill>
                  <a:schemeClr val="accent2"/>
                </a:solidFill>
              </a:rPr>
              <a:t>を </a:t>
            </a:r>
            <a:r>
              <a:rPr lang="en-US" altLang="ja-JP" sz="2400" b="1" dirty="0">
                <a:solidFill>
                  <a:schemeClr val="accent2"/>
                </a:solidFill>
              </a:rPr>
              <a:t>0.005</a:t>
            </a:r>
            <a:r>
              <a:rPr lang="ja-JP" altLang="en-US" sz="2400" b="1" dirty="0">
                <a:solidFill>
                  <a:schemeClr val="accent2"/>
                </a:solidFill>
              </a:rPr>
              <a:t>にする</a:t>
            </a:r>
            <a:endParaRPr kumimoji="1" lang="ja-JP" altLang="en-US" sz="2400" dirty="0"/>
          </a:p>
        </p:txBody>
      </p:sp>
      <p:pic>
        <p:nvPicPr>
          <p:cNvPr id="7" name="図 6">
            <a:extLst>
              <a:ext uri="{FF2B5EF4-FFF2-40B4-BE49-F238E27FC236}">
                <a16:creationId xmlns:a16="http://schemas.microsoft.com/office/drawing/2014/main" id="{C00DBCB5-7503-FC28-64C6-85BC0B851A38}"/>
              </a:ext>
            </a:extLst>
          </p:cNvPr>
          <p:cNvPicPr>
            <a:picLocks noChangeAspect="1"/>
          </p:cNvPicPr>
          <p:nvPr/>
        </p:nvPicPr>
        <p:blipFill>
          <a:blip r:embed="rId2"/>
          <a:stretch>
            <a:fillRect/>
          </a:stretch>
        </p:blipFill>
        <p:spPr>
          <a:xfrm>
            <a:off x="5448634" y="2017020"/>
            <a:ext cx="6020640" cy="4048690"/>
          </a:xfrm>
          <a:prstGeom prst="rect">
            <a:avLst/>
          </a:prstGeom>
        </p:spPr>
      </p:pic>
    </p:spTree>
    <p:extLst>
      <p:ext uri="{BB962C8B-B14F-4D97-AF65-F5344CB8AC3E}">
        <p14:creationId xmlns:p14="http://schemas.microsoft.com/office/powerpoint/2010/main" val="2385649705"/>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6F92B8C-304A-7A1E-47CC-95E100EBAA9C}"/>
              </a:ext>
            </a:extLst>
          </p:cNvPr>
          <p:cNvSpPr>
            <a:spLocks noGrp="1"/>
          </p:cNvSpPr>
          <p:nvPr>
            <p:ph type="title"/>
          </p:nvPr>
        </p:nvSpPr>
        <p:spPr/>
        <p:txBody>
          <a:bodyPr/>
          <a:lstStyle/>
          <a:p>
            <a:r>
              <a:rPr lang="ja-JP" altLang="en-US" dirty="0"/>
              <a:t>デザインルールの場所</a:t>
            </a:r>
            <a:endParaRPr kumimoji="1" lang="ja-JP" altLang="en-US" dirty="0"/>
          </a:p>
        </p:txBody>
      </p:sp>
      <p:sp>
        <p:nvSpPr>
          <p:cNvPr id="3" name="日付プレースホルダー 2">
            <a:extLst>
              <a:ext uri="{FF2B5EF4-FFF2-40B4-BE49-F238E27FC236}">
                <a16:creationId xmlns:a16="http://schemas.microsoft.com/office/drawing/2014/main" id="{9B7E0E03-6DEB-81D9-AD89-27B9C0831CE6}"/>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0077003E-7301-B1D5-6423-420A77F99D15}"/>
              </a:ext>
            </a:extLst>
          </p:cNvPr>
          <p:cNvSpPr>
            <a:spLocks noGrp="1"/>
          </p:cNvSpPr>
          <p:nvPr>
            <p:ph type="sldNum" sz="quarter" idx="12"/>
          </p:nvPr>
        </p:nvSpPr>
        <p:spPr/>
        <p:txBody>
          <a:bodyPr/>
          <a:lstStyle/>
          <a:p>
            <a:pPr rtl="0"/>
            <a:fld id="{9860EDB8-5305-433F-BE41-D7A86D811DB3}" type="slidenum">
              <a:rPr lang="en-US" altLang="ja-JP" noProof="0" smtClean="0"/>
              <a:pPr rtl="0"/>
              <a:t>152</a:t>
            </a:fld>
            <a:endParaRPr lang="ja-JP" altLang="en-US" noProof="0"/>
          </a:p>
        </p:txBody>
      </p:sp>
      <p:sp>
        <p:nvSpPr>
          <p:cNvPr id="5" name="コンテンツ プレースホルダー 4">
            <a:extLst>
              <a:ext uri="{FF2B5EF4-FFF2-40B4-BE49-F238E27FC236}">
                <a16:creationId xmlns:a16="http://schemas.microsoft.com/office/drawing/2014/main" id="{54E28E9B-7F13-E717-67F9-7826A8451B6C}"/>
              </a:ext>
            </a:extLst>
          </p:cNvPr>
          <p:cNvSpPr>
            <a:spLocks noGrp="1"/>
          </p:cNvSpPr>
          <p:nvPr>
            <p:ph sz="quarter" idx="13"/>
          </p:nvPr>
        </p:nvSpPr>
        <p:spPr/>
        <p:txBody>
          <a:bodyPr/>
          <a:lstStyle/>
          <a:p>
            <a:pPr marL="285750" indent="-285750">
              <a:buFont typeface="Arial" panose="020B0604020202020204" pitchFamily="34" charset="0"/>
              <a:buChar char="•"/>
            </a:pPr>
            <a:r>
              <a:rPr kumimoji="1" lang="ja-JP" altLang="en-US" sz="2400" dirty="0"/>
              <a:t>必ずデザインルールを守る</a:t>
            </a:r>
            <a:endParaRPr kumimoji="1" lang="en-US" altLang="ja-JP" sz="2400" dirty="0"/>
          </a:p>
          <a:p>
            <a:r>
              <a:rPr kumimoji="1" lang="en-US" altLang="ja-JP" dirty="0">
                <a:hlinkClick r:id="rId2"/>
              </a:rPr>
              <a:t>https://gf180mcu-pdk.readthedocs.io/en/latest/physical_verification/design_manual/Design_Manual.html</a:t>
            </a:r>
            <a:endParaRPr kumimoji="1" lang="en-US" altLang="ja-JP" dirty="0"/>
          </a:p>
          <a:p>
            <a:endParaRPr lang="en-US" altLang="ja-JP" dirty="0"/>
          </a:p>
          <a:p>
            <a:pPr marL="285750" indent="-285750">
              <a:buFont typeface="Arial" panose="020B0604020202020204" pitchFamily="34" charset="0"/>
              <a:buChar char="•"/>
            </a:pPr>
            <a:r>
              <a:rPr kumimoji="1" lang="ja-JP" altLang="en-US" sz="2000" dirty="0"/>
              <a:t>レイヤー名を検索したほうがはやいかも・・・</a:t>
            </a:r>
            <a:endParaRPr kumimoji="1" lang="en-US" altLang="ja-JP" sz="2000" dirty="0"/>
          </a:p>
          <a:p>
            <a:endParaRPr lang="en-US" altLang="ja-JP" dirty="0"/>
          </a:p>
          <a:p>
            <a:endParaRPr kumimoji="1" lang="ja-JP" altLang="en-US" dirty="0"/>
          </a:p>
        </p:txBody>
      </p:sp>
    </p:spTree>
    <p:extLst>
      <p:ext uri="{BB962C8B-B14F-4D97-AF65-F5344CB8AC3E}">
        <p14:creationId xmlns:p14="http://schemas.microsoft.com/office/powerpoint/2010/main" val="3876264199"/>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9870D8-5A69-D38B-54FE-B6A5E554AFBF}"/>
              </a:ext>
            </a:extLst>
          </p:cNvPr>
          <p:cNvSpPr>
            <a:spLocks noGrp="1"/>
          </p:cNvSpPr>
          <p:nvPr>
            <p:ph type="title"/>
          </p:nvPr>
        </p:nvSpPr>
        <p:spPr/>
        <p:txBody>
          <a:bodyPr/>
          <a:lstStyle/>
          <a:p>
            <a:r>
              <a:rPr kumimoji="1" lang="ja-JP" altLang="en-US" dirty="0"/>
              <a:t>タップ付　</a:t>
            </a:r>
            <a:r>
              <a:rPr kumimoji="1" lang="en-US" altLang="ja-JP" dirty="0"/>
              <a:t>PFET </a:t>
            </a:r>
            <a:r>
              <a:rPr kumimoji="1" lang="ja-JP" altLang="en-US" dirty="0"/>
              <a:t>と </a:t>
            </a:r>
            <a:r>
              <a:rPr kumimoji="1" lang="en-US" altLang="ja-JP" dirty="0"/>
              <a:t>NFET</a:t>
            </a:r>
            <a:endParaRPr kumimoji="1" lang="ja-JP" altLang="en-US" dirty="0"/>
          </a:p>
        </p:txBody>
      </p:sp>
      <p:sp>
        <p:nvSpPr>
          <p:cNvPr id="3" name="日付プレースホルダー 2">
            <a:extLst>
              <a:ext uri="{FF2B5EF4-FFF2-40B4-BE49-F238E27FC236}">
                <a16:creationId xmlns:a16="http://schemas.microsoft.com/office/drawing/2014/main" id="{022670EC-30CF-186E-A615-C3008B63B250}"/>
              </a:ext>
            </a:extLst>
          </p:cNvPr>
          <p:cNvSpPr>
            <a:spLocks noGrp="1"/>
          </p:cNvSpPr>
          <p:nvPr>
            <p:ph type="dt" sz="half" idx="10"/>
          </p:nvPr>
        </p:nvSpPr>
        <p:spPr/>
        <p:txBody>
          <a:bodyPr/>
          <a:lstStyle/>
          <a:p>
            <a:pPr rtl="0"/>
            <a:fld id="{884BB682-BA63-4ECD-A8A0-C601AA3E7964}"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8EFB7B8A-0DEF-5F76-37F0-52C7A051C549}"/>
              </a:ext>
            </a:extLst>
          </p:cNvPr>
          <p:cNvSpPr>
            <a:spLocks noGrp="1"/>
          </p:cNvSpPr>
          <p:nvPr>
            <p:ph type="sldNum" sz="quarter" idx="12"/>
          </p:nvPr>
        </p:nvSpPr>
        <p:spPr/>
        <p:txBody>
          <a:bodyPr/>
          <a:lstStyle/>
          <a:p>
            <a:pPr rtl="0"/>
            <a:fld id="{9860EDB8-5305-433F-BE41-D7A86D811DB3}" type="slidenum">
              <a:rPr lang="en-US" altLang="ja-JP" noProof="0" smtClean="0"/>
              <a:pPr rtl="0"/>
              <a:t>153</a:t>
            </a:fld>
            <a:endParaRPr lang="ja-JP" altLang="en-US" noProof="0"/>
          </a:p>
        </p:txBody>
      </p:sp>
      <p:pic>
        <p:nvPicPr>
          <p:cNvPr id="11" name="図 10">
            <a:extLst>
              <a:ext uri="{FF2B5EF4-FFF2-40B4-BE49-F238E27FC236}">
                <a16:creationId xmlns:a16="http://schemas.microsoft.com/office/drawing/2014/main" id="{5A916F57-BB55-C3F1-2A6E-4E90B9215195}"/>
              </a:ext>
            </a:extLst>
          </p:cNvPr>
          <p:cNvPicPr>
            <a:picLocks noChangeAspect="1"/>
          </p:cNvPicPr>
          <p:nvPr/>
        </p:nvPicPr>
        <p:blipFill>
          <a:blip r:embed="rId2"/>
          <a:stretch>
            <a:fillRect/>
          </a:stretch>
        </p:blipFill>
        <p:spPr>
          <a:xfrm>
            <a:off x="542167" y="2224478"/>
            <a:ext cx="4573437" cy="2903440"/>
          </a:xfrm>
          <a:prstGeom prst="rect">
            <a:avLst/>
          </a:prstGeom>
        </p:spPr>
      </p:pic>
      <p:pic>
        <p:nvPicPr>
          <p:cNvPr id="13" name="図 12">
            <a:extLst>
              <a:ext uri="{FF2B5EF4-FFF2-40B4-BE49-F238E27FC236}">
                <a16:creationId xmlns:a16="http://schemas.microsoft.com/office/drawing/2014/main" id="{2F53B267-B20D-3A40-ABDB-629C737892DB}"/>
              </a:ext>
            </a:extLst>
          </p:cNvPr>
          <p:cNvPicPr>
            <a:picLocks noChangeAspect="1"/>
          </p:cNvPicPr>
          <p:nvPr/>
        </p:nvPicPr>
        <p:blipFill>
          <a:blip r:embed="rId3"/>
          <a:stretch>
            <a:fillRect/>
          </a:stretch>
        </p:blipFill>
        <p:spPr>
          <a:xfrm>
            <a:off x="7128971" y="2224478"/>
            <a:ext cx="4215016" cy="2942878"/>
          </a:xfrm>
          <a:prstGeom prst="rect">
            <a:avLst/>
          </a:prstGeom>
        </p:spPr>
      </p:pic>
      <p:sp>
        <p:nvSpPr>
          <p:cNvPr id="14" name="テキスト ボックス 13">
            <a:extLst>
              <a:ext uri="{FF2B5EF4-FFF2-40B4-BE49-F238E27FC236}">
                <a16:creationId xmlns:a16="http://schemas.microsoft.com/office/drawing/2014/main" id="{01A6FD7E-9ADE-3879-4878-9DFFA6B0266B}"/>
              </a:ext>
            </a:extLst>
          </p:cNvPr>
          <p:cNvSpPr txBox="1"/>
          <p:nvPr/>
        </p:nvSpPr>
        <p:spPr>
          <a:xfrm>
            <a:off x="2297657" y="4620021"/>
            <a:ext cx="316871" cy="369332"/>
          </a:xfrm>
          <a:prstGeom prst="rect">
            <a:avLst/>
          </a:prstGeom>
          <a:solidFill>
            <a:schemeClr val="tx1"/>
          </a:solidFill>
        </p:spPr>
        <p:txBody>
          <a:bodyPr wrap="square" rtlCol="0">
            <a:spAutoFit/>
          </a:bodyPr>
          <a:lstStyle/>
          <a:p>
            <a:r>
              <a:rPr kumimoji="1" lang="en-US" altLang="ja-JP" dirty="0">
                <a:solidFill>
                  <a:schemeClr val="bg1"/>
                </a:solidFill>
              </a:rPr>
              <a:t>G</a:t>
            </a:r>
          </a:p>
        </p:txBody>
      </p:sp>
      <p:sp>
        <p:nvSpPr>
          <p:cNvPr id="15" name="テキスト ボックス 14">
            <a:extLst>
              <a:ext uri="{FF2B5EF4-FFF2-40B4-BE49-F238E27FC236}">
                <a16:creationId xmlns:a16="http://schemas.microsoft.com/office/drawing/2014/main" id="{C4BEF5C8-C4CB-3532-2C93-4D6AE5C0FD7E}"/>
              </a:ext>
            </a:extLst>
          </p:cNvPr>
          <p:cNvSpPr txBox="1"/>
          <p:nvPr/>
        </p:nvSpPr>
        <p:spPr>
          <a:xfrm>
            <a:off x="3808077" y="3491532"/>
            <a:ext cx="316871" cy="369332"/>
          </a:xfrm>
          <a:prstGeom prst="rect">
            <a:avLst/>
          </a:prstGeom>
          <a:solidFill>
            <a:schemeClr val="tx1"/>
          </a:solidFill>
        </p:spPr>
        <p:txBody>
          <a:bodyPr wrap="square" rtlCol="0">
            <a:spAutoFit/>
          </a:bodyPr>
          <a:lstStyle/>
          <a:p>
            <a:r>
              <a:rPr kumimoji="1" lang="en-US" altLang="ja-JP" dirty="0">
                <a:solidFill>
                  <a:schemeClr val="bg1"/>
                </a:solidFill>
              </a:rPr>
              <a:t>B</a:t>
            </a:r>
          </a:p>
        </p:txBody>
      </p:sp>
      <p:sp>
        <p:nvSpPr>
          <p:cNvPr id="16" name="テキスト ボックス 15">
            <a:extLst>
              <a:ext uri="{FF2B5EF4-FFF2-40B4-BE49-F238E27FC236}">
                <a16:creationId xmlns:a16="http://schemas.microsoft.com/office/drawing/2014/main" id="{C8B124EB-573A-80A9-D6ED-70D14C074103}"/>
              </a:ext>
            </a:extLst>
          </p:cNvPr>
          <p:cNvSpPr txBox="1"/>
          <p:nvPr/>
        </p:nvSpPr>
        <p:spPr>
          <a:xfrm>
            <a:off x="10394254" y="3744825"/>
            <a:ext cx="316871" cy="369332"/>
          </a:xfrm>
          <a:prstGeom prst="rect">
            <a:avLst/>
          </a:prstGeom>
          <a:solidFill>
            <a:schemeClr val="tx1"/>
          </a:solidFill>
        </p:spPr>
        <p:txBody>
          <a:bodyPr wrap="square" rtlCol="0">
            <a:spAutoFit/>
          </a:bodyPr>
          <a:lstStyle/>
          <a:p>
            <a:r>
              <a:rPr kumimoji="1" lang="en-US" altLang="ja-JP" dirty="0">
                <a:solidFill>
                  <a:schemeClr val="bg1"/>
                </a:solidFill>
              </a:rPr>
              <a:t>B</a:t>
            </a:r>
          </a:p>
        </p:txBody>
      </p:sp>
      <p:sp>
        <p:nvSpPr>
          <p:cNvPr id="17" name="テキスト ボックス 16">
            <a:extLst>
              <a:ext uri="{FF2B5EF4-FFF2-40B4-BE49-F238E27FC236}">
                <a16:creationId xmlns:a16="http://schemas.microsoft.com/office/drawing/2014/main" id="{B5D56AF6-A240-647C-4358-4DB8E0DC46AD}"/>
              </a:ext>
            </a:extLst>
          </p:cNvPr>
          <p:cNvSpPr txBox="1"/>
          <p:nvPr/>
        </p:nvSpPr>
        <p:spPr>
          <a:xfrm>
            <a:off x="8630338" y="2382306"/>
            <a:ext cx="316871" cy="369332"/>
          </a:xfrm>
          <a:prstGeom prst="rect">
            <a:avLst/>
          </a:prstGeom>
          <a:solidFill>
            <a:schemeClr val="tx1"/>
          </a:solidFill>
        </p:spPr>
        <p:txBody>
          <a:bodyPr wrap="square" rtlCol="0">
            <a:spAutoFit/>
          </a:bodyPr>
          <a:lstStyle/>
          <a:p>
            <a:r>
              <a:rPr kumimoji="1" lang="en-US" altLang="ja-JP" dirty="0">
                <a:solidFill>
                  <a:schemeClr val="bg1"/>
                </a:solidFill>
              </a:rPr>
              <a:t>G</a:t>
            </a:r>
          </a:p>
        </p:txBody>
      </p:sp>
      <p:sp>
        <p:nvSpPr>
          <p:cNvPr id="18" name="テキスト ボックス 17">
            <a:extLst>
              <a:ext uri="{FF2B5EF4-FFF2-40B4-BE49-F238E27FC236}">
                <a16:creationId xmlns:a16="http://schemas.microsoft.com/office/drawing/2014/main" id="{386E4E06-CE6B-D61F-07DF-520B7C293882}"/>
              </a:ext>
            </a:extLst>
          </p:cNvPr>
          <p:cNvSpPr txBox="1"/>
          <p:nvPr/>
        </p:nvSpPr>
        <p:spPr>
          <a:xfrm>
            <a:off x="1647994" y="3469536"/>
            <a:ext cx="316871" cy="369332"/>
          </a:xfrm>
          <a:prstGeom prst="rect">
            <a:avLst/>
          </a:prstGeom>
          <a:solidFill>
            <a:schemeClr val="tx1"/>
          </a:solidFill>
        </p:spPr>
        <p:txBody>
          <a:bodyPr wrap="square" rtlCol="0">
            <a:spAutoFit/>
          </a:bodyPr>
          <a:lstStyle/>
          <a:p>
            <a:pPr algn="ctr"/>
            <a:r>
              <a:rPr kumimoji="1" lang="en-US" altLang="ja-JP" dirty="0">
                <a:solidFill>
                  <a:schemeClr val="bg1"/>
                </a:solidFill>
              </a:rPr>
              <a:t>*</a:t>
            </a:r>
          </a:p>
        </p:txBody>
      </p:sp>
      <p:sp>
        <p:nvSpPr>
          <p:cNvPr id="19" name="テキスト ボックス 18">
            <a:extLst>
              <a:ext uri="{FF2B5EF4-FFF2-40B4-BE49-F238E27FC236}">
                <a16:creationId xmlns:a16="http://schemas.microsoft.com/office/drawing/2014/main" id="{422B65C8-9F47-1672-95FB-5641B333661E}"/>
              </a:ext>
            </a:extLst>
          </p:cNvPr>
          <p:cNvSpPr txBox="1"/>
          <p:nvPr/>
        </p:nvSpPr>
        <p:spPr>
          <a:xfrm>
            <a:off x="2955521" y="3469536"/>
            <a:ext cx="316871" cy="369332"/>
          </a:xfrm>
          <a:prstGeom prst="rect">
            <a:avLst/>
          </a:prstGeom>
          <a:solidFill>
            <a:schemeClr val="tx1"/>
          </a:solidFill>
        </p:spPr>
        <p:txBody>
          <a:bodyPr wrap="square" rtlCol="0">
            <a:spAutoFit/>
          </a:bodyPr>
          <a:lstStyle/>
          <a:p>
            <a:pPr algn="ctr"/>
            <a:r>
              <a:rPr kumimoji="1" lang="en-US" altLang="ja-JP" dirty="0">
                <a:solidFill>
                  <a:schemeClr val="bg1"/>
                </a:solidFill>
              </a:rPr>
              <a:t>*</a:t>
            </a:r>
          </a:p>
        </p:txBody>
      </p:sp>
      <p:sp>
        <p:nvSpPr>
          <p:cNvPr id="20" name="テキスト ボックス 19">
            <a:extLst>
              <a:ext uri="{FF2B5EF4-FFF2-40B4-BE49-F238E27FC236}">
                <a16:creationId xmlns:a16="http://schemas.microsoft.com/office/drawing/2014/main" id="{F84DE20E-370D-5611-8E15-E68B7AF54B5E}"/>
              </a:ext>
            </a:extLst>
          </p:cNvPr>
          <p:cNvSpPr txBox="1"/>
          <p:nvPr/>
        </p:nvSpPr>
        <p:spPr>
          <a:xfrm>
            <a:off x="7864502" y="3744825"/>
            <a:ext cx="316871" cy="369332"/>
          </a:xfrm>
          <a:prstGeom prst="rect">
            <a:avLst/>
          </a:prstGeom>
          <a:solidFill>
            <a:schemeClr val="tx1"/>
          </a:solidFill>
        </p:spPr>
        <p:txBody>
          <a:bodyPr wrap="square" rtlCol="0">
            <a:spAutoFit/>
          </a:bodyPr>
          <a:lstStyle/>
          <a:p>
            <a:pPr algn="ctr"/>
            <a:r>
              <a:rPr kumimoji="1" lang="en-US" altLang="ja-JP" dirty="0">
                <a:solidFill>
                  <a:schemeClr val="bg1"/>
                </a:solidFill>
              </a:rPr>
              <a:t>*</a:t>
            </a:r>
          </a:p>
        </p:txBody>
      </p:sp>
      <p:sp>
        <p:nvSpPr>
          <p:cNvPr id="21" name="テキスト ボックス 20">
            <a:extLst>
              <a:ext uri="{FF2B5EF4-FFF2-40B4-BE49-F238E27FC236}">
                <a16:creationId xmlns:a16="http://schemas.microsoft.com/office/drawing/2014/main" id="{5D56553A-E4D9-DDBF-68DE-A9A465A1F224}"/>
              </a:ext>
            </a:extLst>
          </p:cNvPr>
          <p:cNvSpPr txBox="1"/>
          <p:nvPr/>
        </p:nvSpPr>
        <p:spPr>
          <a:xfrm>
            <a:off x="9374303" y="3758881"/>
            <a:ext cx="343491" cy="369332"/>
          </a:xfrm>
          <a:prstGeom prst="rect">
            <a:avLst/>
          </a:prstGeom>
          <a:solidFill>
            <a:schemeClr val="tx1"/>
          </a:solidFill>
        </p:spPr>
        <p:txBody>
          <a:bodyPr wrap="square" rtlCol="0">
            <a:spAutoFit/>
          </a:bodyPr>
          <a:lstStyle/>
          <a:p>
            <a:pPr algn="ctr"/>
            <a:r>
              <a:rPr kumimoji="1" lang="en-US" altLang="ja-JP" dirty="0">
                <a:solidFill>
                  <a:schemeClr val="bg1"/>
                </a:solidFill>
              </a:rPr>
              <a:t>*</a:t>
            </a:r>
          </a:p>
        </p:txBody>
      </p:sp>
      <p:sp>
        <p:nvSpPr>
          <p:cNvPr id="23" name="テキスト ボックス 22">
            <a:extLst>
              <a:ext uri="{FF2B5EF4-FFF2-40B4-BE49-F238E27FC236}">
                <a16:creationId xmlns:a16="http://schemas.microsoft.com/office/drawing/2014/main" id="{E95CD55B-B93D-BFB8-BDE0-17405ECFB9A6}"/>
              </a:ext>
            </a:extLst>
          </p:cNvPr>
          <p:cNvSpPr txBox="1"/>
          <p:nvPr/>
        </p:nvSpPr>
        <p:spPr>
          <a:xfrm>
            <a:off x="542167" y="1207582"/>
            <a:ext cx="7881642" cy="369332"/>
          </a:xfrm>
          <a:prstGeom prst="rect">
            <a:avLst/>
          </a:prstGeom>
          <a:noFill/>
        </p:spPr>
        <p:txBody>
          <a:bodyPr wrap="square">
            <a:spAutoFit/>
          </a:bodyPr>
          <a:lstStyle/>
          <a:p>
            <a:pPr marL="285750" indent="-285750">
              <a:buFont typeface="Arial" panose="020B0604020202020204" pitchFamily="34" charset="0"/>
              <a:buChar char="•"/>
            </a:pPr>
            <a:r>
              <a:rPr kumimoji="1" lang="en-US" altLang="ja-JP" sz="1800" dirty="0"/>
              <a:t>[*] </a:t>
            </a:r>
            <a:r>
              <a:rPr kumimoji="1" lang="ja-JP" altLang="en-US" sz="1800" dirty="0"/>
              <a:t>どちらをドレインにしてどちらをソースにするかは任意。</a:t>
            </a:r>
            <a:endParaRPr kumimoji="1" lang="en-US" altLang="ja-JP" sz="1800" dirty="0"/>
          </a:p>
        </p:txBody>
      </p:sp>
    </p:spTree>
    <p:extLst>
      <p:ext uri="{BB962C8B-B14F-4D97-AF65-F5344CB8AC3E}">
        <p14:creationId xmlns:p14="http://schemas.microsoft.com/office/powerpoint/2010/main" val="2983397244"/>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E395776-2CC9-C57D-10E9-B4F1E47325B4}"/>
              </a:ext>
            </a:extLst>
          </p:cNvPr>
          <p:cNvSpPr>
            <a:spLocks noGrp="1"/>
          </p:cNvSpPr>
          <p:nvPr>
            <p:ph type="title"/>
          </p:nvPr>
        </p:nvSpPr>
        <p:spPr/>
        <p:txBody>
          <a:bodyPr/>
          <a:lstStyle/>
          <a:p>
            <a:r>
              <a:rPr lang="ja-JP" altLang="en-US" dirty="0"/>
              <a:t>アナログ</a:t>
            </a:r>
            <a:r>
              <a:rPr lang="en-US" altLang="ja-JP" dirty="0"/>
              <a:t>LSI</a:t>
            </a:r>
            <a:r>
              <a:rPr lang="ja-JP" altLang="en-US" dirty="0"/>
              <a:t>の設計フロー</a:t>
            </a:r>
            <a:endParaRPr kumimoji="1" lang="ja-JP" altLang="en-US" dirty="0"/>
          </a:p>
        </p:txBody>
      </p:sp>
      <p:sp>
        <p:nvSpPr>
          <p:cNvPr id="3" name="日付プレースホルダー 2">
            <a:extLst>
              <a:ext uri="{FF2B5EF4-FFF2-40B4-BE49-F238E27FC236}">
                <a16:creationId xmlns:a16="http://schemas.microsoft.com/office/drawing/2014/main" id="{102C7370-4158-5F3A-B29E-8AB24B8878EA}"/>
              </a:ext>
            </a:extLst>
          </p:cNvPr>
          <p:cNvSpPr>
            <a:spLocks noGrp="1"/>
          </p:cNvSpPr>
          <p:nvPr>
            <p:ph type="dt" sz="half" idx="10"/>
          </p:nvPr>
        </p:nvSpPr>
        <p:spPr/>
        <p:txBody>
          <a:bodyPr/>
          <a:lstStyle/>
          <a:p>
            <a:pPr rtl="0"/>
            <a:fld id="{DBBD7590-56EA-4C2E-8847-39D08940E649}"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40E7729A-7159-13DA-B80A-5CF547A86157}"/>
              </a:ext>
            </a:extLst>
          </p:cNvPr>
          <p:cNvSpPr>
            <a:spLocks noGrp="1"/>
          </p:cNvSpPr>
          <p:nvPr>
            <p:ph type="sldNum" sz="quarter" idx="12"/>
          </p:nvPr>
        </p:nvSpPr>
        <p:spPr/>
        <p:txBody>
          <a:bodyPr/>
          <a:lstStyle/>
          <a:p>
            <a:pPr rtl="0"/>
            <a:fld id="{9860EDB8-5305-433F-BE41-D7A86D811DB3}" type="slidenum">
              <a:rPr lang="en-US" altLang="ja-JP" noProof="0" smtClean="0"/>
              <a:pPr rtl="0"/>
              <a:t>154</a:t>
            </a:fld>
            <a:endParaRPr lang="ja-JP" altLang="en-US" noProof="0"/>
          </a:p>
        </p:txBody>
      </p:sp>
      <p:sp>
        <p:nvSpPr>
          <p:cNvPr id="5" name="コンテンツ プレースホルダー 4">
            <a:extLst>
              <a:ext uri="{FF2B5EF4-FFF2-40B4-BE49-F238E27FC236}">
                <a16:creationId xmlns:a16="http://schemas.microsoft.com/office/drawing/2014/main" id="{218D7D6A-C682-EF52-E287-45B2D617822C}"/>
              </a:ext>
            </a:extLst>
          </p:cNvPr>
          <p:cNvSpPr>
            <a:spLocks noGrp="1"/>
          </p:cNvSpPr>
          <p:nvPr>
            <p:ph sz="quarter" idx="13"/>
          </p:nvPr>
        </p:nvSpPr>
        <p:spPr/>
        <p:txBody>
          <a:bodyPr>
            <a:normAutofit/>
          </a:bodyPr>
          <a:lstStyle/>
          <a:p>
            <a:pPr marL="457200" indent="-457200">
              <a:buFont typeface="+mj-lt"/>
              <a:buAutoNum type="arabicPeriod"/>
            </a:pPr>
            <a:r>
              <a:rPr kumimoji="1" lang="ja-JP" altLang="en-US" sz="2000" dirty="0"/>
              <a:t>回路図（ベンチマーク）を描く</a:t>
            </a:r>
            <a:endParaRPr kumimoji="1" lang="en-US" altLang="ja-JP" sz="2000" dirty="0"/>
          </a:p>
          <a:p>
            <a:pPr marL="457200" indent="-457200">
              <a:buFont typeface="+mj-lt"/>
              <a:buAutoNum type="arabicPeriod"/>
            </a:pPr>
            <a:r>
              <a:rPr lang="ja-JP" altLang="en-US" sz="2000" dirty="0"/>
              <a:t>シミュレーションをする</a:t>
            </a:r>
            <a:endParaRPr lang="en-US" altLang="ja-JP" sz="2000" dirty="0"/>
          </a:p>
          <a:p>
            <a:pPr marL="457200" indent="-457200">
              <a:buFont typeface="+mj-lt"/>
              <a:buAutoNum type="arabicPeriod"/>
            </a:pPr>
            <a:r>
              <a:rPr kumimoji="1" lang="ja-JP" altLang="en-US" sz="2000" dirty="0"/>
              <a:t>回路図を基にレイアウトを描く</a:t>
            </a:r>
            <a:endParaRPr kumimoji="1" lang="en-US" altLang="ja-JP" sz="2000" dirty="0"/>
          </a:p>
          <a:p>
            <a:pPr marL="457200" indent="-457200">
              <a:buFont typeface="+mj-lt"/>
              <a:buAutoNum type="arabicPeriod"/>
            </a:pPr>
            <a:r>
              <a:rPr lang="ja-JP" altLang="en-US" sz="2000" b="1" dirty="0">
                <a:solidFill>
                  <a:schemeClr val="accent2"/>
                </a:solidFill>
              </a:rPr>
              <a:t>レイアウトを検証する</a:t>
            </a:r>
            <a:endParaRPr lang="en-US" altLang="ja-JP" sz="2000" b="1" dirty="0">
              <a:solidFill>
                <a:schemeClr val="accent2"/>
              </a:solidFill>
            </a:endParaRPr>
          </a:p>
          <a:p>
            <a:pPr marL="457200" indent="-457200">
              <a:buFont typeface="+mj-lt"/>
              <a:buAutoNum type="arabicPeriod"/>
            </a:pPr>
            <a:r>
              <a:rPr kumimoji="1" lang="ja-JP" altLang="en-US" sz="2000" dirty="0"/>
              <a:t>レイアウトを基に寄生成分を考慮したシミュレーションをする</a:t>
            </a:r>
            <a:br>
              <a:rPr kumimoji="1" lang="en-US" altLang="ja-JP" sz="2000" dirty="0"/>
            </a:br>
            <a:endParaRPr kumimoji="1" lang="en-US" altLang="ja-JP" sz="2000" dirty="0"/>
          </a:p>
          <a:p>
            <a:pPr marL="457200" indent="-457200">
              <a:buFont typeface="+mj-lt"/>
              <a:buAutoNum type="arabicPeriod"/>
            </a:pPr>
            <a:endParaRPr kumimoji="1" lang="en-US" altLang="ja-JP" sz="2000" dirty="0"/>
          </a:p>
          <a:p>
            <a:pPr marL="457200" indent="-457200">
              <a:buFont typeface="+mj-lt"/>
              <a:buAutoNum type="arabicPeriod"/>
            </a:pPr>
            <a:r>
              <a:rPr lang="ja-JP" altLang="en-US" sz="2000" dirty="0"/>
              <a:t>（フレームに載せる）</a:t>
            </a:r>
            <a:endParaRPr kumimoji="1" lang="en-US" altLang="ja-JP" sz="2000" dirty="0"/>
          </a:p>
        </p:txBody>
      </p:sp>
    </p:spTree>
    <p:extLst>
      <p:ext uri="{BB962C8B-B14F-4D97-AF65-F5344CB8AC3E}">
        <p14:creationId xmlns:p14="http://schemas.microsoft.com/office/powerpoint/2010/main" val="1641717436"/>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C9CCA59-293E-3A40-4986-4A314B90FE9A}"/>
              </a:ext>
            </a:extLst>
          </p:cNvPr>
          <p:cNvSpPr>
            <a:spLocks noGrp="1"/>
          </p:cNvSpPr>
          <p:nvPr>
            <p:ph type="title"/>
          </p:nvPr>
        </p:nvSpPr>
        <p:spPr/>
        <p:txBody>
          <a:bodyPr/>
          <a:lstStyle/>
          <a:p>
            <a:r>
              <a:rPr lang="en-US" altLang="ja-JP" dirty="0"/>
              <a:t>3zki / wsl_gf180mcu </a:t>
            </a:r>
            <a:r>
              <a:rPr lang="ja-JP" altLang="en-US" dirty="0"/>
              <a:t>で利用できる レイアウト検証</a:t>
            </a:r>
            <a:endParaRPr kumimoji="1" lang="ja-JP" altLang="en-US" dirty="0"/>
          </a:p>
        </p:txBody>
      </p:sp>
      <p:sp>
        <p:nvSpPr>
          <p:cNvPr id="3" name="コンテンツ プレースホルダー 2">
            <a:extLst>
              <a:ext uri="{FF2B5EF4-FFF2-40B4-BE49-F238E27FC236}">
                <a16:creationId xmlns:a16="http://schemas.microsoft.com/office/drawing/2014/main" id="{CAB1E9A4-FE85-F645-6CE1-0C3ABCDE6CCC}"/>
              </a:ext>
            </a:extLst>
          </p:cNvPr>
          <p:cNvSpPr>
            <a:spLocks noGrp="1"/>
          </p:cNvSpPr>
          <p:nvPr>
            <p:ph idx="1"/>
          </p:nvPr>
        </p:nvSpPr>
        <p:spPr>
          <a:xfrm>
            <a:off x="448056" y="1447799"/>
            <a:ext cx="11210543" cy="5115749"/>
          </a:xfrm>
        </p:spPr>
        <p:txBody>
          <a:bodyPr>
            <a:normAutofit/>
          </a:bodyPr>
          <a:lstStyle/>
          <a:p>
            <a:r>
              <a:rPr kumimoji="1" lang="en-US" altLang="ja-JP" sz="2000" dirty="0"/>
              <a:t>Design Rules Check (DRC)</a:t>
            </a:r>
          </a:p>
          <a:p>
            <a:pPr lvl="1"/>
            <a:r>
              <a:rPr lang="ja-JP" altLang="en-US" sz="2000" dirty="0"/>
              <a:t>指定されたデザインルールから違反していないか検証</a:t>
            </a:r>
            <a:endParaRPr lang="en-US" altLang="ja-JP" sz="2000" dirty="0"/>
          </a:p>
          <a:p>
            <a:endParaRPr kumimoji="1" lang="en-US" altLang="ja-JP" sz="2000" dirty="0"/>
          </a:p>
          <a:p>
            <a:endParaRPr kumimoji="1" lang="en-US" altLang="ja-JP" sz="2000" dirty="0"/>
          </a:p>
          <a:p>
            <a:r>
              <a:rPr kumimoji="1" lang="en-US" altLang="ja-JP" sz="2000" dirty="0"/>
              <a:t>Layout Versus Schematic (LVS)</a:t>
            </a:r>
          </a:p>
          <a:p>
            <a:pPr lvl="1"/>
            <a:r>
              <a:rPr kumimoji="1" lang="ja-JP" altLang="en-US" sz="2000" dirty="0"/>
              <a:t>レイアウトが回路図通りに描けているか検証</a:t>
            </a:r>
            <a:endParaRPr kumimoji="1" lang="en-US" altLang="ja-JP" sz="2000" dirty="0"/>
          </a:p>
        </p:txBody>
      </p:sp>
      <p:sp>
        <p:nvSpPr>
          <p:cNvPr id="4" name="日付プレースホルダー 3">
            <a:extLst>
              <a:ext uri="{FF2B5EF4-FFF2-40B4-BE49-F238E27FC236}">
                <a16:creationId xmlns:a16="http://schemas.microsoft.com/office/drawing/2014/main" id="{8ED84BED-AA3E-F1FB-D56A-A90324455DBA}"/>
              </a:ext>
            </a:extLst>
          </p:cNvPr>
          <p:cNvSpPr>
            <a:spLocks noGrp="1"/>
          </p:cNvSpPr>
          <p:nvPr>
            <p:ph type="dt" sz="half" idx="10"/>
          </p:nvPr>
        </p:nvSpPr>
        <p:spPr/>
        <p:txBody>
          <a:bodyPr/>
          <a:lstStyle/>
          <a:p>
            <a:fld id="{B036865C-2FD5-432B-AD74-ED9D0A99CF69}" type="datetime1">
              <a:rPr kumimoji="1" lang="ja-JP" altLang="en-US" smtClean="0"/>
              <a:t>2026/10/20</a:t>
            </a:fld>
            <a:endParaRPr kumimoji="1" lang="ja-JP" altLang="en-US"/>
          </a:p>
        </p:txBody>
      </p:sp>
      <p:sp>
        <p:nvSpPr>
          <p:cNvPr id="6" name="スライド番号プレースホルダー 5">
            <a:extLst>
              <a:ext uri="{FF2B5EF4-FFF2-40B4-BE49-F238E27FC236}">
                <a16:creationId xmlns:a16="http://schemas.microsoft.com/office/drawing/2014/main" id="{7734696A-0DA4-4502-6119-6CFDE210924C}"/>
              </a:ext>
            </a:extLst>
          </p:cNvPr>
          <p:cNvSpPr>
            <a:spLocks noGrp="1"/>
          </p:cNvSpPr>
          <p:nvPr>
            <p:ph type="sldNum" sz="quarter" idx="12"/>
          </p:nvPr>
        </p:nvSpPr>
        <p:spPr/>
        <p:txBody>
          <a:bodyPr/>
          <a:lstStyle/>
          <a:p>
            <a:fld id="{66E89953-8AEA-4BDF-A508-664B12926AB4}" type="slidenum">
              <a:rPr kumimoji="1" lang="ja-JP" altLang="en-US" smtClean="0"/>
              <a:t>155</a:t>
            </a:fld>
            <a:endParaRPr kumimoji="1" lang="ja-JP" altLang="en-US"/>
          </a:p>
        </p:txBody>
      </p:sp>
      <p:pic>
        <p:nvPicPr>
          <p:cNvPr id="9" name="図 8">
            <a:extLst>
              <a:ext uri="{FF2B5EF4-FFF2-40B4-BE49-F238E27FC236}">
                <a16:creationId xmlns:a16="http://schemas.microsoft.com/office/drawing/2014/main" id="{ADE3C296-7CEB-2051-AC5F-D09CFBC8A4D1}"/>
              </a:ext>
            </a:extLst>
          </p:cNvPr>
          <p:cNvPicPr>
            <a:picLocks noChangeAspect="1"/>
          </p:cNvPicPr>
          <p:nvPr/>
        </p:nvPicPr>
        <p:blipFill>
          <a:blip r:embed="rId3"/>
          <a:stretch>
            <a:fillRect/>
          </a:stretch>
        </p:blipFill>
        <p:spPr>
          <a:xfrm>
            <a:off x="6096000" y="1260976"/>
            <a:ext cx="3773750" cy="2377769"/>
          </a:xfrm>
          <a:prstGeom prst="rect">
            <a:avLst/>
          </a:prstGeom>
        </p:spPr>
      </p:pic>
      <p:pic>
        <p:nvPicPr>
          <p:cNvPr id="11" name="図 10">
            <a:extLst>
              <a:ext uri="{FF2B5EF4-FFF2-40B4-BE49-F238E27FC236}">
                <a16:creationId xmlns:a16="http://schemas.microsoft.com/office/drawing/2014/main" id="{AC1B7D22-8FF2-AF69-5322-77BD6468B1E6}"/>
              </a:ext>
            </a:extLst>
          </p:cNvPr>
          <p:cNvPicPr>
            <a:picLocks noChangeAspect="1"/>
          </p:cNvPicPr>
          <p:nvPr/>
        </p:nvPicPr>
        <p:blipFill>
          <a:blip r:embed="rId4"/>
          <a:stretch>
            <a:fillRect/>
          </a:stretch>
        </p:blipFill>
        <p:spPr>
          <a:xfrm>
            <a:off x="6096000" y="3822734"/>
            <a:ext cx="4729082" cy="2070905"/>
          </a:xfrm>
          <a:prstGeom prst="rect">
            <a:avLst/>
          </a:prstGeom>
        </p:spPr>
      </p:pic>
      <p:cxnSp>
        <p:nvCxnSpPr>
          <p:cNvPr id="12" name="直線矢印コネクタ 11">
            <a:extLst>
              <a:ext uri="{FF2B5EF4-FFF2-40B4-BE49-F238E27FC236}">
                <a16:creationId xmlns:a16="http://schemas.microsoft.com/office/drawing/2014/main" id="{D6E345EB-913C-0370-30FA-600630EDFDD4}"/>
              </a:ext>
            </a:extLst>
          </p:cNvPr>
          <p:cNvCxnSpPr/>
          <p:nvPr/>
        </p:nvCxnSpPr>
        <p:spPr>
          <a:xfrm>
            <a:off x="5259843" y="2803162"/>
            <a:ext cx="1173019" cy="0"/>
          </a:xfrm>
          <a:prstGeom prst="straightConnector1">
            <a:avLst/>
          </a:prstGeom>
          <a:ln w="762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直線矢印コネクタ 12">
            <a:extLst>
              <a:ext uri="{FF2B5EF4-FFF2-40B4-BE49-F238E27FC236}">
                <a16:creationId xmlns:a16="http://schemas.microsoft.com/office/drawing/2014/main" id="{1BF9CB9F-9579-026C-B992-176FE08F8BB5}"/>
              </a:ext>
            </a:extLst>
          </p:cNvPr>
          <p:cNvCxnSpPr/>
          <p:nvPr/>
        </p:nvCxnSpPr>
        <p:spPr>
          <a:xfrm>
            <a:off x="5259843" y="4311451"/>
            <a:ext cx="1173019" cy="0"/>
          </a:xfrm>
          <a:prstGeom prst="straightConnector1">
            <a:avLst/>
          </a:prstGeom>
          <a:ln w="762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
        <p:nvSpPr>
          <p:cNvPr id="14" name="正方形/長方形 13">
            <a:extLst>
              <a:ext uri="{FF2B5EF4-FFF2-40B4-BE49-F238E27FC236}">
                <a16:creationId xmlns:a16="http://schemas.microsoft.com/office/drawing/2014/main" id="{F689983D-13B2-76D9-812A-B760F1C1A4E6}"/>
              </a:ext>
            </a:extLst>
          </p:cNvPr>
          <p:cNvSpPr/>
          <p:nvPr/>
        </p:nvSpPr>
        <p:spPr>
          <a:xfrm>
            <a:off x="533401" y="5076191"/>
            <a:ext cx="5347064" cy="897886"/>
          </a:xfrm>
          <a:prstGeom prst="rect">
            <a:avLst/>
          </a:prstGeom>
          <a:noFill/>
          <a:ln w="57150">
            <a:solidFill>
              <a:schemeClr val="accent2"/>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solidFill>
                  <a:schemeClr val="bg2">
                    <a:lumMod val="25000"/>
                  </a:schemeClr>
                </a:solidFill>
              </a:rPr>
              <a:t>Magic DRC, Magic LVS</a:t>
            </a:r>
            <a:r>
              <a:rPr kumimoji="1" lang="ja-JP" altLang="en-US" dirty="0">
                <a:solidFill>
                  <a:schemeClr val="bg2">
                    <a:lumMod val="25000"/>
                  </a:schemeClr>
                </a:solidFill>
              </a:rPr>
              <a:t> は未整備です</a:t>
            </a:r>
            <a:endParaRPr kumimoji="1" lang="en-US" altLang="ja-JP" dirty="0">
              <a:solidFill>
                <a:schemeClr val="bg2">
                  <a:lumMod val="25000"/>
                </a:schemeClr>
              </a:solidFill>
            </a:endParaRPr>
          </a:p>
          <a:p>
            <a:pPr algn="ctr"/>
            <a:r>
              <a:rPr kumimoji="1" lang="en-US" altLang="ja-JP" dirty="0" err="1">
                <a:solidFill>
                  <a:schemeClr val="bg2">
                    <a:lumMod val="25000"/>
                  </a:schemeClr>
                </a:solidFill>
              </a:rPr>
              <a:t>KLayout</a:t>
            </a:r>
            <a:r>
              <a:rPr kumimoji="1" lang="en-US" altLang="ja-JP" dirty="0">
                <a:solidFill>
                  <a:schemeClr val="bg2">
                    <a:lumMod val="25000"/>
                  </a:schemeClr>
                </a:solidFill>
              </a:rPr>
              <a:t> DRC, </a:t>
            </a:r>
            <a:r>
              <a:rPr kumimoji="1" lang="en-US" altLang="ja-JP" dirty="0" err="1">
                <a:solidFill>
                  <a:schemeClr val="bg2">
                    <a:lumMod val="25000"/>
                  </a:schemeClr>
                </a:solidFill>
              </a:rPr>
              <a:t>KLayout</a:t>
            </a:r>
            <a:r>
              <a:rPr kumimoji="1" lang="en-US" altLang="ja-JP" dirty="0">
                <a:solidFill>
                  <a:schemeClr val="bg2">
                    <a:lumMod val="25000"/>
                  </a:schemeClr>
                </a:solidFill>
              </a:rPr>
              <a:t> LVS</a:t>
            </a:r>
            <a:r>
              <a:rPr kumimoji="1" lang="ja-JP" altLang="en-US" dirty="0">
                <a:solidFill>
                  <a:schemeClr val="bg2">
                    <a:lumMod val="25000"/>
                  </a:schemeClr>
                </a:solidFill>
              </a:rPr>
              <a:t>を使用してください</a:t>
            </a:r>
            <a:endParaRPr kumimoji="1" lang="en-US" altLang="ja-JP" dirty="0">
              <a:solidFill>
                <a:schemeClr val="bg2">
                  <a:lumMod val="25000"/>
                </a:schemeClr>
              </a:solidFill>
            </a:endParaRPr>
          </a:p>
        </p:txBody>
      </p:sp>
    </p:spTree>
    <p:extLst>
      <p:ext uri="{BB962C8B-B14F-4D97-AF65-F5344CB8AC3E}">
        <p14:creationId xmlns:p14="http://schemas.microsoft.com/office/powerpoint/2010/main" val="2835313850"/>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AFC35BD-0EBB-124B-AD29-B1BE9C379BD0}"/>
              </a:ext>
            </a:extLst>
          </p:cNvPr>
          <p:cNvSpPr>
            <a:spLocks noGrp="1"/>
          </p:cNvSpPr>
          <p:nvPr>
            <p:ph type="title"/>
          </p:nvPr>
        </p:nvSpPr>
        <p:spPr/>
        <p:txBody>
          <a:bodyPr/>
          <a:lstStyle/>
          <a:p>
            <a:r>
              <a:rPr kumimoji="1" lang="en-US" altLang="ja-JP" dirty="0"/>
              <a:t>LVS</a:t>
            </a:r>
            <a:r>
              <a:rPr kumimoji="1" lang="ja-JP" altLang="en-US" dirty="0"/>
              <a:t>用ネットリストの出力方法　</a:t>
            </a:r>
            <a:r>
              <a:rPr kumimoji="1" lang="en-US" altLang="ja-JP" dirty="0"/>
              <a:t>(1/2)</a:t>
            </a:r>
            <a:endParaRPr kumimoji="1" lang="ja-JP" altLang="en-US" dirty="0"/>
          </a:p>
        </p:txBody>
      </p:sp>
      <p:sp>
        <p:nvSpPr>
          <p:cNvPr id="3" name="日付プレースホルダー 2">
            <a:extLst>
              <a:ext uri="{FF2B5EF4-FFF2-40B4-BE49-F238E27FC236}">
                <a16:creationId xmlns:a16="http://schemas.microsoft.com/office/drawing/2014/main" id="{AE6D7EDB-B738-E4BC-2932-FA245FCEC97D}"/>
              </a:ext>
            </a:extLst>
          </p:cNvPr>
          <p:cNvSpPr>
            <a:spLocks noGrp="1"/>
          </p:cNvSpPr>
          <p:nvPr>
            <p:ph type="dt" sz="half" idx="10"/>
          </p:nvPr>
        </p:nvSpPr>
        <p:spPr/>
        <p:txBody>
          <a:bodyPr/>
          <a:lstStyle/>
          <a:p>
            <a:pPr rtl="0"/>
            <a:fld id="{53F92DB4-6B15-4C89-B975-2E0FF02C38A5}"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0A71B91A-59AB-81A8-CF5D-A1032B1F433D}"/>
              </a:ext>
            </a:extLst>
          </p:cNvPr>
          <p:cNvSpPr>
            <a:spLocks noGrp="1"/>
          </p:cNvSpPr>
          <p:nvPr>
            <p:ph type="sldNum" sz="quarter" idx="12"/>
          </p:nvPr>
        </p:nvSpPr>
        <p:spPr/>
        <p:txBody>
          <a:bodyPr/>
          <a:lstStyle/>
          <a:p>
            <a:pPr rtl="0"/>
            <a:fld id="{9860EDB8-5305-433F-BE41-D7A86D811DB3}" type="slidenum">
              <a:rPr lang="en-US" altLang="ja-JP" noProof="0" smtClean="0"/>
              <a:pPr rtl="0"/>
              <a:t>156</a:t>
            </a:fld>
            <a:endParaRPr lang="ja-JP" altLang="en-US" noProof="0"/>
          </a:p>
        </p:txBody>
      </p:sp>
      <p:sp>
        <p:nvSpPr>
          <p:cNvPr id="5" name="コンテンツ プレースホルダー 4">
            <a:extLst>
              <a:ext uri="{FF2B5EF4-FFF2-40B4-BE49-F238E27FC236}">
                <a16:creationId xmlns:a16="http://schemas.microsoft.com/office/drawing/2014/main" id="{ABDE2A9E-62B2-A426-A719-0A70F65E45F1}"/>
              </a:ext>
            </a:extLst>
          </p:cNvPr>
          <p:cNvSpPr>
            <a:spLocks noGrp="1"/>
          </p:cNvSpPr>
          <p:nvPr>
            <p:ph sz="quarter" idx="13"/>
          </p:nvPr>
        </p:nvSpPr>
        <p:spPr/>
        <p:txBody>
          <a:bodyPr>
            <a:normAutofit/>
          </a:bodyPr>
          <a:lstStyle/>
          <a:p>
            <a:pPr marL="285750" indent="-285750">
              <a:buFont typeface="Arial" panose="020B0604020202020204" pitchFamily="34" charset="0"/>
              <a:buChar char="•"/>
            </a:pPr>
            <a:r>
              <a:rPr lang="en-US" altLang="ja-JP" sz="2000" dirty="0" err="1"/>
              <a:t>xschem</a:t>
            </a:r>
            <a:r>
              <a:rPr lang="ja-JP" altLang="en-US" sz="2000" dirty="0"/>
              <a:t>上であらかじめ</a:t>
            </a:r>
            <a:r>
              <a:rPr lang="en-US" altLang="ja-JP" sz="2000" dirty="0"/>
              <a:t>LVS</a:t>
            </a:r>
            <a:r>
              <a:rPr lang="ja-JP" altLang="en-US" sz="2000" dirty="0"/>
              <a:t>用の</a:t>
            </a:r>
            <a:r>
              <a:rPr kumimoji="1" lang="ja-JP" altLang="en-US" sz="2000" dirty="0"/>
              <a:t>回路図を作成しておく。</a:t>
            </a:r>
            <a:endParaRPr kumimoji="1" lang="en-US" altLang="ja-JP" sz="2000" dirty="0"/>
          </a:p>
          <a:p>
            <a:pPr marL="285750" indent="-285750">
              <a:buFont typeface="Arial" panose="020B0604020202020204" pitchFamily="34" charset="0"/>
              <a:buChar char="•"/>
            </a:pPr>
            <a:r>
              <a:rPr kumimoji="1" lang="ja-JP" altLang="en-US" sz="2000" dirty="0"/>
              <a:t>ピンは</a:t>
            </a:r>
            <a:r>
              <a:rPr kumimoji="1" lang="en-US" altLang="ja-JP" sz="2000" dirty="0" err="1"/>
              <a:t>ipin</a:t>
            </a:r>
            <a:r>
              <a:rPr kumimoji="1" lang="en-US" altLang="ja-JP" sz="2000" dirty="0"/>
              <a:t>, </a:t>
            </a:r>
            <a:r>
              <a:rPr kumimoji="1" lang="en-US" altLang="ja-JP" sz="2000" dirty="0" err="1"/>
              <a:t>iopin</a:t>
            </a:r>
            <a:r>
              <a:rPr kumimoji="1" lang="en-US" altLang="ja-JP" sz="2000" dirty="0"/>
              <a:t>, </a:t>
            </a:r>
            <a:r>
              <a:rPr kumimoji="1" lang="en-US" altLang="ja-JP" sz="2000" dirty="0" err="1"/>
              <a:t>opin</a:t>
            </a:r>
            <a:r>
              <a:rPr kumimoji="1" lang="en-US" altLang="ja-JP" sz="2000" dirty="0"/>
              <a:t> </a:t>
            </a:r>
            <a:r>
              <a:rPr kumimoji="1" lang="ja-JP" altLang="en-US" sz="2000" dirty="0"/>
              <a:t>のみを使用する。</a:t>
            </a:r>
            <a:endParaRPr kumimoji="1" lang="en-US" altLang="ja-JP" sz="2000" dirty="0"/>
          </a:p>
          <a:p>
            <a:pPr marL="569214" lvl="1" indent="-285750"/>
            <a:r>
              <a:rPr kumimoji="1" lang="en-US" altLang="ja-JP" sz="2000" dirty="0" err="1"/>
              <a:t>vdd.sym</a:t>
            </a:r>
            <a:r>
              <a:rPr kumimoji="1" lang="ja-JP" altLang="en-US" sz="2000" dirty="0"/>
              <a:t>や</a:t>
            </a:r>
            <a:r>
              <a:rPr kumimoji="1" lang="en-US" altLang="ja-JP" sz="2000" dirty="0" err="1"/>
              <a:t>gnd.sym</a:t>
            </a:r>
            <a:r>
              <a:rPr lang="ja-JP" altLang="en-US" sz="2000" dirty="0"/>
              <a:t>を使用するとうまく通らない。</a:t>
            </a:r>
            <a:endParaRPr lang="en-US" altLang="ja-JP" sz="2000" dirty="0"/>
          </a:p>
          <a:p>
            <a:pPr marL="285750" indent="-285750"/>
            <a:endParaRPr lang="en-US" altLang="ja-JP" sz="2000" dirty="0"/>
          </a:p>
          <a:p>
            <a:pPr marL="342900" indent="-342900">
              <a:buFont typeface="Arial" panose="020B0604020202020204" pitchFamily="34" charset="0"/>
              <a:buChar char="•"/>
            </a:pPr>
            <a:r>
              <a:rPr lang="ja-JP" altLang="en-US" sz="2000" dirty="0"/>
              <a:t>ファイルを同じ名前にする 例</a:t>
            </a:r>
            <a:r>
              <a:rPr lang="en-US" altLang="ja-JP" sz="2000" dirty="0"/>
              <a:t>: </a:t>
            </a:r>
            <a:r>
              <a:rPr lang="en-US" altLang="ja-JP" sz="2000" dirty="0" err="1"/>
              <a:t>nand.sch</a:t>
            </a:r>
            <a:r>
              <a:rPr lang="en-US" altLang="ja-JP" sz="2000" dirty="0"/>
              <a:t>, </a:t>
            </a:r>
            <a:r>
              <a:rPr lang="en-US" altLang="ja-JP" sz="2000" dirty="0" err="1"/>
              <a:t>nand.gds</a:t>
            </a:r>
            <a:endParaRPr lang="en-US" altLang="ja-JP" sz="2000" dirty="0"/>
          </a:p>
        </p:txBody>
      </p:sp>
      <p:pic>
        <p:nvPicPr>
          <p:cNvPr id="7" name="図 6">
            <a:extLst>
              <a:ext uri="{FF2B5EF4-FFF2-40B4-BE49-F238E27FC236}">
                <a16:creationId xmlns:a16="http://schemas.microsoft.com/office/drawing/2014/main" id="{4D0C2BD8-18AD-E48C-E94A-8F7E6AA43DF9}"/>
              </a:ext>
            </a:extLst>
          </p:cNvPr>
          <p:cNvPicPr>
            <a:picLocks noChangeAspect="1"/>
          </p:cNvPicPr>
          <p:nvPr/>
        </p:nvPicPr>
        <p:blipFill>
          <a:blip r:embed="rId2"/>
          <a:stretch>
            <a:fillRect/>
          </a:stretch>
        </p:blipFill>
        <p:spPr>
          <a:xfrm>
            <a:off x="8231251" y="1772911"/>
            <a:ext cx="3486637" cy="3982006"/>
          </a:xfrm>
          <a:prstGeom prst="rect">
            <a:avLst/>
          </a:prstGeom>
        </p:spPr>
      </p:pic>
    </p:spTree>
    <p:extLst>
      <p:ext uri="{BB962C8B-B14F-4D97-AF65-F5344CB8AC3E}">
        <p14:creationId xmlns:p14="http://schemas.microsoft.com/office/powerpoint/2010/main" val="3311286127"/>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AFC35BD-0EBB-124B-AD29-B1BE9C379BD0}"/>
              </a:ext>
            </a:extLst>
          </p:cNvPr>
          <p:cNvSpPr>
            <a:spLocks noGrp="1"/>
          </p:cNvSpPr>
          <p:nvPr>
            <p:ph type="title"/>
          </p:nvPr>
        </p:nvSpPr>
        <p:spPr/>
        <p:txBody>
          <a:bodyPr/>
          <a:lstStyle/>
          <a:p>
            <a:r>
              <a:rPr kumimoji="1" lang="en-US" altLang="ja-JP" dirty="0"/>
              <a:t>LVS</a:t>
            </a:r>
            <a:r>
              <a:rPr kumimoji="1" lang="ja-JP" altLang="en-US" dirty="0"/>
              <a:t>用ネットリストの出力</a:t>
            </a:r>
            <a:r>
              <a:rPr lang="ja-JP" altLang="en-US" dirty="0"/>
              <a:t>方法</a:t>
            </a:r>
            <a:r>
              <a:rPr kumimoji="1" lang="ja-JP" altLang="en-US" dirty="0"/>
              <a:t>　</a:t>
            </a:r>
            <a:r>
              <a:rPr kumimoji="1" lang="en-US" altLang="ja-JP" dirty="0"/>
              <a:t>(2/2)</a:t>
            </a:r>
            <a:endParaRPr kumimoji="1" lang="ja-JP" altLang="en-US" dirty="0"/>
          </a:p>
        </p:txBody>
      </p:sp>
      <p:sp>
        <p:nvSpPr>
          <p:cNvPr id="3" name="日付プレースホルダー 2">
            <a:extLst>
              <a:ext uri="{FF2B5EF4-FFF2-40B4-BE49-F238E27FC236}">
                <a16:creationId xmlns:a16="http://schemas.microsoft.com/office/drawing/2014/main" id="{AE6D7EDB-B738-E4BC-2932-FA245FCEC97D}"/>
              </a:ext>
            </a:extLst>
          </p:cNvPr>
          <p:cNvSpPr>
            <a:spLocks noGrp="1"/>
          </p:cNvSpPr>
          <p:nvPr>
            <p:ph type="dt" sz="half" idx="10"/>
          </p:nvPr>
        </p:nvSpPr>
        <p:spPr/>
        <p:txBody>
          <a:bodyPr/>
          <a:lstStyle/>
          <a:p>
            <a:pPr rtl="0"/>
            <a:fld id="{53F92DB4-6B15-4C89-B975-2E0FF02C38A5}" type="datetime1">
              <a:rPr lang="ja-JP" altLang="en-US" noProof="0" smtClean="0"/>
              <a:t>2026/10/20</a:t>
            </a:fld>
            <a:endParaRPr lang="ja-JP" altLang="en-US" noProof="0"/>
          </a:p>
        </p:txBody>
      </p:sp>
      <p:sp>
        <p:nvSpPr>
          <p:cNvPr id="4" name="スライド番号プレースホルダー 3">
            <a:extLst>
              <a:ext uri="{FF2B5EF4-FFF2-40B4-BE49-F238E27FC236}">
                <a16:creationId xmlns:a16="http://schemas.microsoft.com/office/drawing/2014/main" id="{0A71B91A-59AB-81A8-CF5D-A1032B1F433D}"/>
              </a:ext>
            </a:extLst>
          </p:cNvPr>
          <p:cNvSpPr>
            <a:spLocks noGrp="1"/>
          </p:cNvSpPr>
          <p:nvPr>
            <p:ph type="sldNum" sz="quarter" idx="12"/>
          </p:nvPr>
        </p:nvSpPr>
        <p:spPr/>
        <p:txBody>
          <a:bodyPr/>
          <a:lstStyle/>
          <a:p>
            <a:pPr rtl="0"/>
            <a:fld id="{9860EDB8-5305-433F-BE41-D7A86D811DB3}" type="slidenum">
              <a:rPr lang="en-US" altLang="ja-JP" noProof="0" smtClean="0"/>
              <a:pPr rtl="0"/>
              <a:t>157</a:t>
            </a:fld>
            <a:endParaRPr lang="ja-JP" altLang="en-US" noProof="0"/>
          </a:p>
        </p:txBody>
      </p:sp>
      <p:sp>
        <p:nvSpPr>
          <p:cNvPr id="5" name="コンテンツ プレースホルダー 4">
            <a:extLst>
              <a:ext uri="{FF2B5EF4-FFF2-40B4-BE49-F238E27FC236}">
                <a16:creationId xmlns:a16="http://schemas.microsoft.com/office/drawing/2014/main" id="{ABDE2A9E-62B2-A426-A719-0A70F65E45F1}"/>
              </a:ext>
            </a:extLst>
          </p:cNvPr>
          <p:cNvSpPr>
            <a:spLocks noGrp="1"/>
          </p:cNvSpPr>
          <p:nvPr>
            <p:ph sz="quarter" idx="13"/>
          </p:nvPr>
        </p:nvSpPr>
        <p:spPr/>
        <p:txBody>
          <a:bodyPr>
            <a:normAutofit/>
          </a:bodyPr>
          <a:lstStyle/>
          <a:p>
            <a:pPr marL="285750" indent="-285750">
              <a:buFont typeface="Arial" panose="020B0604020202020204" pitchFamily="34" charset="0"/>
              <a:buChar char="•"/>
            </a:pPr>
            <a:r>
              <a:rPr lang="en-US" altLang="ja-JP" sz="2000" dirty="0" err="1"/>
              <a:t>xschem</a:t>
            </a:r>
            <a:r>
              <a:rPr lang="ja-JP" altLang="en-US" sz="2000" dirty="0"/>
              <a:t>上で</a:t>
            </a:r>
            <a:r>
              <a:rPr lang="en-US" altLang="ja-JP" sz="2000" b="1" dirty="0">
                <a:solidFill>
                  <a:schemeClr val="accent2"/>
                </a:solidFill>
              </a:rPr>
              <a:t>LVS</a:t>
            </a:r>
            <a:r>
              <a:rPr lang="ja-JP" altLang="en-US" sz="2000" b="1" dirty="0">
                <a:solidFill>
                  <a:schemeClr val="accent2"/>
                </a:solidFill>
              </a:rPr>
              <a:t>用</a:t>
            </a:r>
            <a:r>
              <a:rPr lang="ja-JP" altLang="en-US" sz="2000" dirty="0"/>
              <a:t>のネットリストを出力する</a:t>
            </a:r>
            <a:r>
              <a:rPr kumimoji="1" lang="ja-JP" altLang="en-US" sz="2000" dirty="0"/>
              <a:t>。</a:t>
            </a:r>
            <a:endParaRPr kumimoji="1" lang="en-US" altLang="ja-JP" sz="2000" dirty="0"/>
          </a:p>
          <a:p>
            <a:pPr marL="457200" indent="-457200">
              <a:buFont typeface="+mj-lt"/>
              <a:buAutoNum type="arabicPeriod"/>
            </a:pPr>
            <a:r>
              <a:rPr lang="ja-JP" altLang="en-US" sz="2000" dirty="0"/>
              <a:t>メニュー </a:t>
            </a:r>
            <a:r>
              <a:rPr lang="en-US" altLang="ja-JP" sz="2000" dirty="0"/>
              <a:t>Simulation &gt; LVS netlist </a:t>
            </a:r>
            <a:r>
              <a:rPr lang="ja-JP" altLang="en-US" sz="2000" dirty="0"/>
              <a:t>に✓を入れる</a:t>
            </a:r>
            <a:endParaRPr lang="en-US" altLang="ja-JP" sz="2000" dirty="0"/>
          </a:p>
          <a:p>
            <a:pPr marL="457200" indent="-457200">
              <a:buFont typeface="+mj-lt"/>
              <a:buAutoNum type="arabicPeriod"/>
            </a:pPr>
            <a:r>
              <a:rPr lang="en-US" altLang="ja-JP" sz="2000" dirty="0"/>
              <a:t>Netlist</a:t>
            </a:r>
            <a:r>
              <a:rPr lang="ja-JP" altLang="en-US" sz="2000" dirty="0"/>
              <a:t>を押す</a:t>
            </a:r>
            <a:endParaRPr lang="en-US" altLang="ja-JP" sz="2000" dirty="0"/>
          </a:p>
          <a:p>
            <a:pPr marL="457200" indent="-457200">
              <a:buFont typeface="+mj-lt"/>
              <a:buAutoNum type="arabicPeriod"/>
            </a:pPr>
            <a:endParaRPr lang="en-US" altLang="ja-JP" sz="2000" dirty="0"/>
          </a:p>
          <a:p>
            <a:pPr marL="457200" indent="-457200">
              <a:buFont typeface="Arial" panose="020B0604020202020204" pitchFamily="34" charset="0"/>
              <a:buChar char="•"/>
            </a:pPr>
            <a:r>
              <a:rPr lang="ja-JP" altLang="en-US" sz="2000" dirty="0"/>
              <a:t>終わったら閉じて良い</a:t>
            </a:r>
            <a:endParaRPr lang="en-US" altLang="ja-JP" sz="2000" dirty="0"/>
          </a:p>
          <a:p>
            <a:pPr marL="457200" indent="-457200">
              <a:buFont typeface="Arial" panose="020B0604020202020204" pitchFamily="34" charset="0"/>
              <a:buChar char="•"/>
            </a:pPr>
            <a:r>
              <a:rPr lang="ja-JP" altLang="en-US" sz="2000" dirty="0"/>
              <a:t>デフォルトの生成場所は </a:t>
            </a:r>
            <a:r>
              <a:rPr lang="en-US" altLang="ja-JP" sz="2000" dirty="0"/>
              <a:t>~/.</a:t>
            </a:r>
            <a:r>
              <a:rPr lang="en-US" altLang="ja-JP" sz="2000" dirty="0" err="1"/>
              <a:t>xschem</a:t>
            </a:r>
            <a:r>
              <a:rPr lang="en-US" altLang="ja-JP" sz="2000" dirty="0"/>
              <a:t>/simulations/</a:t>
            </a:r>
          </a:p>
          <a:p>
            <a:pPr marL="457200" indent="-457200">
              <a:buFont typeface="+mj-lt"/>
              <a:buAutoNum type="arabicPeriod"/>
            </a:pPr>
            <a:endParaRPr kumimoji="1" lang="en-US" altLang="ja-JP" sz="2000" dirty="0"/>
          </a:p>
        </p:txBody>
      </p:sp>
      <p:pic>
        <p:nvPicPr>
          <p:cNvPr id="9" name="図 8">
            <a:extLst>
              <a:ext uri="{FF2B5EF4-FFF2-40B4-BE49-F238E27FC236}">
                <a16:creationId xmlns:a16="http://schemas.microsoft.com/office/drawing/2014/main" id="{964C2CD0-2A6C-7238-09C0-0A1D980792A7}"/>
              </a:ext>
            </a:extLst>
          </p:cNvPr>
          <p:cNvPicPr>
            <a:picLocks noChangeAspect="1"/>
          </p:cNvPicPr>
          <p:nvPr/>
        </p:nvPicPr>
        <p:blipFill>
          <a:blip r:embed="rId2"/>
          <a:stretch>
            <a:fillRect/>
          </a:stretch>
        </p:blipFill>
        <p:spPr>
          <a:xfrm>
            <a:off x="6755124" y="1320676"/>
            <a:ext cx="3753374" cy="4744112"/>
          </a:xfrm>
          <a:prstGeom prst="rect">
            <a:avLst/>
          </a:prstGeom>
        </p:spPr>
      </p:pic>
      <p:cxnSp>
        <p:nvCxnSpPr>
          <p:cNvPr id="10" name="直線矢印コネクタ 9">
            <a:extLst>
              <a:ext uri="{FF2B5EF4-FFF2-40B4-BE49-F238E27FC236}">
                <a16:creationId xmlns:a16="http://schemas.microsoft.com/office/drawing/2014/main" id="{D605E5C1-68C2-54B3-FEFA-948F5B5E7EC8}"/>
              </a:ext>
            </a:extLst>
          </p:cNvPr>
          <p:cNvCxnSpPr/>
          <p:nvPr/>
        </p:nvCxnSpPr>
        <p:spPr>
          <a:xfrm>
            <a:off x="5582105" y="5367253"/>
            <a:ext cx="1173019" cy="0"/>
          </a:xfrm>
          <a:prstGeom prst="straightConnector1">
            <a:avLst/>
          </a:prstGeom>
          <a:ln w="762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1" name="直線矢印コネクタ 10">
            <a:extLst>
              <a:ext uri="{FF2B5EF4-FFF2-40B4-BE49-F238E27FC236}">
                <a16:creationId xmlns:a16="http://schemas.microsoft.com/office/drawing/2014/main" id="{149B2D3B-19C9-EDD1-28D8-44234453FC28}"/>
              </a:ext>
            </a:extLst>
          </p:cNvPr>
          <p:cNvCxnSpPr>
            <a:cxnSpLocks/>
          </p:cNvCxnSpPr>
          <p:nvPr/>
        </p:nvCxnSpPr>
        <p:spPr>
          <a:xfrm flipH="1">
            <a:off x="9454552" y="1626382"/>
            <a:ext cx="1518248" cy="0"/>
          </a:xfrm>
          <a:prstGeom prst="straightConnector1">
            <a:avLst/>
          </a:prstGeom>
          <a:ln w="76200">
            <a:solidFill>
              <a:schemeClr val="accent2"/>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30511101"/>
      </p:ext>
    </p:extLst>
  </p:cSld>
  <p:clrMapOvr>
    <a:masterClrMapping/>
  </p:clrMapOvr>
</p:sld>
</file>

<file path=ppt/theme/theme1.xml><?xml version="1.0" encoding="utf-8"?>
<a:theme xmlns:a="http://schemas.openxmlformats.org/drawingml/2006/main" name="ようこそ_文書">
  <a:themeElements>
    <a:clrScheme name="緑">
      <a:dk1>
        <a:sysClr val="windowText" lastClr="000000"/>
      </a:dk1>
      <a:lt1>
        <a:sysClr val="window" lastClr="FFFFFF"/>
      </a:lt1>
      <a:dk2>
        <a:srgbClr val="455F51"/>
      </a:dk2>
      <a:lt2>
        <a:srgbClr val="E3DED1"/>
      </a:lt2>
      <a:accent1>
        <a:srgbClr val="549E39"/>
      </a:accent1>
      <a:accent2>
        <a:srgbClr val="8AB833"/>
      </a:accent2>
      <a:accent3>
        <a:srgbClr val="C0CF3A"/>
      </a:accent3>
      <a:accent4>
        <a:srgbClr val="029676"/>
      </a:accent4>
      <a:accent5>
        <a:srgbClr val="4AB5C4"/>
      </a:accent5>
      <a:accent6>
        <a:srgbClr val="0989B1"/>
      </a:accent6>
      <a:hlink>
        <a:srgbClr val="6B9F25"/>
      </a:hlink>
      <a:folHlink>
        <a:srgbClr val="BA6906"/>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6061985_TF44889724_Win32.potx" id="{CE220313-E667-4DBC-B373-C1853ECA9094}" vid="{4053D2BB-4974-4800-BD1E-F398603442E7}"/>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Background xmlns="71af3243-3dd4-4a8d-8c0d-dd76da1f02a5">false</Background>
    <Status xmlns="71af3243-3dd4-4a8d-8c0d-dd76da1f02a5">Not started</Status>
    <_ip_UnifiedCompliancePolicyUIAction xmlns="http://schemas.microsoft.com/sharepoint/v3" xsi:nil="true"/>
    <Image xmlns="71af3243-3dd4-4a8d-8c0d-dd76da1f02a5">
      <Url xsi:nil="true"/>
      <Description xsi:nil="true"/>
    </Image>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4" ma:contentTypeDescription="Create a new document." ma:contentTypeScope="" ma:versionID="2d714a3296df14eba7a100bb665443ca">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49549bf45bfbbfb6cffed527380e77e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A7EFEE82-03DD-4F90-81E2-2AF29E1D81FB}">
  <ds:schemaRefs>
    <ds:schemaRef ds:uri="71af3243-3dd4-4a8d-8c0d-dd76da1f02a5"/>
    <ds:schemaRef ds:uri="http://www.w3.org/XML/1998/namespace"/>
    <ds:schemaRef ds:uri="http://schemas.openxmlformats.org/package/2006/metadata/core-properties"/>
    <ds:schemaRef ds:uri="http://schemas.microsoft.com/office/2006/documentManagement/types"/>
    <ds:schemaRef ds:uri="http://purl.org/dc/elements/1.1/"/>
    <ds:schemaRef ds:uri="http://schemas.microsoft.com/office/infopath/2007/PartnerControls"/>
    <ds:schemaRef ds:uri="230e9df3-be65-4c73-a93b-d1236ebd677e"/>
    <ds:schemaRef ds:uri="http://purl.org/dc/terms/"/>
    <ds:schemaRef ds:uri="http://schemas.microsoft.com/sharepoint/v3"/>
    <ds:schemaRef ds:uri="16c05727-aa75-4e4a-9b5f-8a80a1165891"/>
    <ds:schemaRef ds:uri="http://schemas.microsoft.com/office/2006/metadata/properties"/>
    <ds:schemaRef ds:uri="http://purl.org/dc/dcmitype/"/>
  </ds:schemaRefs>
</ds:datastoreItem>
</file>

<file path=customXml/itemProps2.xml><?xml version="1.0" encoding="utf-8"?>
<ds:datastoreItem xmlns:ds="http://schemas.openxmlformats.org/officeDocument/2006/customXml" ds:itemID="{6FB6FBE4-5ACD-4115-9139-635E82C3D35A}">
  <ds:schemaRefs>
    <ds:schemaRef ds:uri="http://schemas.microsoft.com/sharepoint/v3/contenttype/forms"/>
  </ds:schemaRefs>
</ds:datastoreItem>
</file>

<file path=customXml/itemProps3.xml><?xml version="1.0" encoding="utf-8"?>
<ds:datastoreItem xmlns:ds="http://schemas.openxmlformats.org/officeDocument/2006/customXml" ds:itemID="{D7E109C5-7A21-42A3-B17A-36E7B8E5EFE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オンライン プレゼンテーションのヒント</Template>
  <TotalTime>2164</TotalTime>
  <Words>7284</Words>
  <Application>Microsoft Office PowerPoint</Application>
  <PresentationFormat>ワイド画面</PresentationFormat>
  <Paragraphs>1296</Paragraphs>
  <Slides>157</Slides>
  <Notes>4</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157</vt:i4>
      </vt:variant>
    </vt:vector>
  </HeadingPairs>
  <TitlesOfParts>
    <vt:vector size="165" baseType="lpstr">
      <vt:lpstr>Meiryo UI</vt:lpstr>
      <vt:lpstr>ＭＳ Ｐゴシック</vt:lpstr>
      <vt:lpstr></vt:lpstr>
      <vt:lpstr>Arial</vt:lpstr>
      <vt:lpstr>Cambria Math</vt:lpstr>
      <vt:lpstr>Segoe UI</vt:lpstr>
      <vt:lpstr>Segoe UI Light</vt:lpstr>
      <vt:lpstr>ようこそ_文書</vt:lpstr>
      <vt:lpstr>アナログ開発ツールの使い方 (GF180mcu)</vt:lpstr>
      <vt:lpstr>アジェンダ</vt:lpstr>
      <vt:lpstr>なぜ、半導体を学ぶのか？</vt:lpstr>
      <vt:lpstr>現在は、専用チップ化が進む世界</vt:lpstr>
      <vt:lpstr>半導体を自作する世界がやってきた</vt:lpstr>
      <vt:lpstr>次世代電子工作の世界へ</vt:lpstr>
      <vt:lpstr>半導体の基礎知識</vt:lpstr>
      <vt:lpstr>ICとは？</vt:lpstr>
      <vt:lpstr>プレーナ型FETプロセスとは</vt:lpstr>
      <vt:lpstr>プレーナ型FETプロセスで作れる素子</vt:lpstr>
      <vt:lpstr>PMOS, NMOSとは</vt:lpstr>
      <vt:lpstr>PMOS, NMOSとは</vt:lpstr>
      <vt:lpstr>NMOS 簡単な模式図</vt:lpstr>
      <vt:lpstr>NMOS 簡単な模式図</vt:lpstr>
      <vt:lpstr>NMOS 簡単な模式図</vt:lpstr>
      <vt:lpstr>NMOS 簡単な模式図</vt:lpstr>
      <vt:lpstr>PMOS, NMOSとは</vt:lpstr>
      <vt:lpstr>可変抵抗 vs NMOS</vt:lpstr>
      <vt:lpstr>NMOSの特性</vt:lpstr>
      <vt:lpstr>設計する前に…</vt:lpstr>
      <vt:lpstr>アナログ半導体の設計フロー</vt:lpstr>
      <vt:lpstr>アナログ半導体の設計フロー</vt:lpstr>
      <vt:lpstr>そもそもアナログ半導体回路設計に必要なものとは？</vt:lpstr>
      <vt:lpstr>PDKの場所</vt:lpstr>
      <vt:lpstr>回路図(ベンチマーク)を描いて・・・</vt:lpstr>
      <vt:lpstr>論理検証をして・・・</vt:lpstr>
      <vt:lpstr>レイアウトを描いて・・・</vt:lpstr>
      <vt:lpstr>レイアウトを検証して・・・</vt:lpstr>
      <vt:lpstr>寄生成分を抽出して・・・</vt:lpstr>
      <vt:lpstr>ベンチマークを作成して…</vt:lpstr>
      <vt:lpstr>ポストレイアウトシミュレーションをする</vt:lpstr>
      <vt:lpstr>全て完成したら指定のフレームに回路を載せる</vt:lpstr>
      <vt:lpstr>九州大学大学院システム情報科学府附属価値創造型半導体人材育成センター主催2025年度実習シリーズで採用</vt:lpstr>
      <vt:lpstr>書籍紹介コーナー</vt:lpstr>
      <vt:lpstr>アナログ半導体設計デモンストレーション</vt:lpstr>
      <vt:lpstr>CMOSインバータ（NOT論理回路）</vt:lpstr>
      <vt:lpstr>アナログ半導体の設計フロー</vt:lpstr>
      <vt:lpstr>論理検証</vt:lpstr>
      <vt:lpstr>xschemの起動画面(この画面以外はインストールに失敗しています)</vt:lpstr>
      <vt:lpstr>CMOSインバーター回路の例</vt:lpstr>
      <vt:lpstr>xschem使い方：新規回路図とMODULEウィンドウ</vt:lpstr>
      <vt:lpstr>xschem使い方： gf180mcuD/libs.tech/のMODULEの選択：P-FET</vt:lpstr>
      <vt:lpstr>xschem使い方： MODULEの配置とプロパティ</vt:lpstr>
      <vt:lpstr>xschem使い方： 標準のMODULEの選択：VDD</vt:lpstr>
      <vt:lpstr>xschem使い方： 標準のMODULEの配置とプロパティ：VDD</vt:lpstr>
      <vt:lpstr>xschem使い方： 標準のMODULEの選択：ipin, opin, iopin</vt:lpstr>
      <vt:lpstr>xschem使い方： wireの引き方</vt:lpstr>
      <vt:lpstr>ハンズオン：CMOSインバータを作る</vt:lpstr>
      <vt:lpstr>ハンズオン：CMOSインバータのサンプル</vt:lpstr>
      <vt:lpstr>アナログ半導体の設計フロー</vt:lpstr>
      <vt:lpstr>xschem：ベンチマーク例</vt:lpstr>
      <vt:lpstr>xschem：ベンチマーク</vt:lpstr>
      <vt:lpstr>xschem：GF180_MODELSを記述する際の注意点x</vt:lpstr>
      <vt:lpstr>ngspice ：シミュレーションの実行</vt:lpstr>
      <vt:lpstr>ngspice：シミュレーション結果（3.3V素子の場合）</vt:lpstr>
      <vt:lpstr>ngspice：wrdata　と　gawによる波形表示</vt:lpstr>
      <vt:lpstr>ngspice：過渡応答、遅延時間</vt:lpstr>
      <vt:lpstr>ngspice：過渡解析ベンチマーク例</vt:lpstr>
      <vt:lpstr>ngspice：過渡解析シミュレーション結果</vt:lpstr>
      <vt:lpstr>ワンポイントアドバイス：サンプル回路の読み込み</vt:lpstr>
      <vt:lpstr>半導体の基礎知識</vt:lpstr>
      <vt:lpstr>インバータ回路の設計ポイント</vt:lpstr>
      <vt:lpstr>インバータ回路ってなにもの？</vt:lpstr>
      <vt:lpstr>トランジスタのパラメータ</vt:lpstr>
      <vt:lpstr>チャネル幅　Wを変えるとどうなる？</vt:lpstr>
      <vt:lpstr>ゲートの本数</vt:lpstr>
      <vt:lpstr>チャネル長　Lを変えるとどうなる？</vt:lpstr>
      <vt:lpstr>チャネル長　Lを変えるとどうなる？</vt:lpstr>
      <vt:lpstr>設計方針</vt:lpstr>
      <vt:lpstr>アナログ半導体の設計フロー</vt:lpstr>
      <vt:lpstr>半導体の基礎知識</vt:lpstr>
      <vt:lpstr>プレーナ（平面）型MOSトランジスタ（SKY130の例）</vt:lpstr>
      <vt:lpstr>プレーナ（平面）型MOSトランジスタ</vt:lpstr>
      <vt:lpstr>レイアウトを描く上での注意</vt:lpstr>
      <vt:lpstr>プレーナ型PMOS</vt:lpstr>
      <vt:lpstr>プレーナ型PMOS</vt:lpstr>
      <vt:lpstr>プレーナ型PMOS</vt:lpstr>
      <vt:lpstr>プレーナ型NMOS</vt:lpstr>
      <vt:lpstr>プレーナ型NMOS</vt:lpstr>
      <vt:lpstr>プレーナ型NMOS</vt:lpstr>
      <vt:lpstr>PCELLでのボディの扱い</vt:lpstr>
      <vt:lpstr>レイヤーの名前と意味（カッコ内はOpenSUSI-TR10での名前）</vt:lpstr>
      <vt:lpstr>配線層ができるまで</vt:lpstr>
      <vt:lpstr>配線層ができるまで</vt:lpstr>
      <vt:lpstr>アナログ半導体の設計フロー</vt:lpstr>
      <vt:lpstr>klayoutの起動画面(この画面以外はインストールに失敗しています)</vt:lpstr>
      <vt:lpstr>Klayout：公式PDKのレイアウト画面</vt:lpstr>
      <vt:lpstr>Klayout：バッググラウンドが「黒」のレイアウト画面</vt:lpstr>
      <vt:lpstr>Klayout：バックグラウンドを「黒」にする</vt:lpstr>
      <vt:lpstr>Klayout：レイアウトを描く上での注意</vt:lpstr>
      <vt:lpstr>Klayout：デザインルールの場所</vt:lpstr>
      <vt:lpstr>Klayout：完成サンプル</vt:lpstr>
      <vt:lpstr>Klayout：P-Cellの使い方</vt:lpstr>
      <vt:lpstr>Klayout：P-Cellの使い方</vt:lpstr>
      <vt:lpstr>Klayout：P-Cellの使い方</vt:lpstr>
      <vt:lpstr>Klayout：P-Cellの使い方</vt:lpstr>
      <vt:lpstr>Pcellのパラメータ</vt:lpstr>
      <vt:lpstr>Klayout：タップ付　PFET と NFET</vt:lpstr>
      <vt:lpstr>Klayout：ネットリスト（ワイヤー）の引き方</vt:lpstr>
      <vt:lpstr>Klayout：ネットリスト（ワイヤー）の設定</vt:lpstr>
      <vt:lpstr>Klayout：ラベルの付け方</vt:lpstr>
      <vt:lpstr>アナログ半導体の設計フロー</vt:lpstr>
      <vt:lpstr>Klayout：レイアウト検証</vt:lpstr>
      <vt:lpstr>Klayout：DRCエラー</vt:lpstr>
      <vt:lpstr>Klayout：DRC OK</vt:lpstr>
      <vt:lpstr>Klayout：DRC OK（今回は無視してよいDRCエラー）</vt:lpstr>
      <vt:lpstr>Magic：DRC OK</vt:lpstr>
      <vt:lpstr>Klayout：LVS用ネットリストの出力方法　(1/2)</vt:lpstr>
      <vt:lpstr>Klayout：LVS用ネットリストの出力方法　(2/2)</vt:lpstr>
      <vt:lpstr>Klayout：LVSの実行</vt:lpstr>
      <vt:lpstr>Klayout：LVS NG</vt:lpstr>
      <vt:lpstr>Klayout：LVS OK</vt:lpstr>
      <vt:lpstr>アナログLSIの設計フロー</vt:lpstr>
      <vt:lpstr>レイアウト検証 : PEX, Parasitic Extraction</vt:lpstr>
      <vt:lpstr>PEX前の下準備 : Flatten</vt:lpstr>
      <vt:lpstr>寄生抽出</vt:lpstr>
      <vt:lpstr>寄生容量を考慮したベンチマークに変更する</vt:lpstr>
      <vt:lpstr>外部ネットリストへのパスを通す</vt:lpstr>
      <vt:lpstr>外部ネットリスト用のシンボル作成</vt:lpstr>
      <vt:lpstr>外部ネットリスト用のシンボル作成　（基本形）</vt:lpstr>
      <vt:lpstr>外部ネットリスト用のシンボル作成例　（インバータ）</vt:lpstr>
      <vt:lpstr>外部ネットリスト用のシンボル作成例　（インバータ）</vt:lpstr>
      <vt:lpstr>ベンチマーク例</vt:lpstr>
      <vt:lpstr>シミュレーション結果</vt:lpstr>
      <vt:lpstr>シミュレーション結果</vt:lpstr>
      <vt:lpstr>アナログ半導体の設計フロー</vt:lpstr>
      <vt:lpstr>フレームとパッド</vt:lpstr>
      <vt:lpstr>ウェハーとレチクル（マスク）とフレームの関係</vt:lpstr>
      <vt:lpstr>MPW：今回の形態</vt:lpstr>
      <vt:lpstr>パッケージ</vt:lpstr>
      <vt:lpstr>ファブの関係性：PCB基板との対比</vt:lpstr>
      <vt:lpstr>パッドとESD</vt:lpstr>
      <vt:lpstr>ドライブ能力</vt:lpstr>
      <vt:lpstr>ngspice：過渡解析ベンチマークのCload=40pFにした例</vt:lpstr>
      <vt:lpstr>自分でフレームに載せる場合</vt:lpstr>
      <vt:lpstr>シリコンアート</vt:lpstr>
      <vt:lpstr>提出</vt:lpstr>
      <vt:lpstr>1bit-CPU設計（TR10）</vt:lpstr>
      <vt:lpstr>論理合成</vt:lpstr>
      <vt:lpstr>OpenLANEによる生成フロー</vt:lpstr>
      <vt:lpstr>生成フロー詳細</vt:lpstr>
      <vt:lpstr>論理回路の正体</vt:lpstr>
      <vt:lpstr>スタンダードセル</vt:lpstr>
      <vt:lpstr>スタンダードセルの特徴</vt:lpstr>
      <vt:lpstr>PowerPoint プレゼンテーション</vt:lpstr>
      <vt:lpstr>スタンダードセルの特徴</vt:lpstr>
      <vt:lpstr>回路をレイアウトにする工程</vt:lpstr>
      <vt:lpstr>アナログLSIの設計フロー</vt:lpstr>
      <vt:lpstr>公式PDKのレイアウト画面</vt:lpstr>
      <vt:lpstr>3zki / wsl_gf180mcu のレイアウト画面</vt:lpstr>
      <vt:lpstr>レイアウトを描く上での注意</vt:lpstr>
      <vt:lpstr>デザインルールの場所</vt:lpstr>
      <vt:lpstr>タップ付　PFET と NFET</vt:lpstr>
      <vt:lpstr>アナログLSIの設計フロー</vt:lpstr>
      <vt:lpstr>3zki / wsl_gf180mcu で利用できる レイアウト検証</vt:lpstr>
      <vt:lpstr>LVS用ネットリストの出力方法　(1/2)</vt:lpstr>
      <vt:lpstr>LVS用ネットリストの出力方法　(2/2)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アナログ開発ツールの使い方 (GF180MCU)</dc:title>
  <dc:creator>森瑞紀</dc:creator>
  <cp:keywords/>
  <cp:lastModifiedBy>Noritsuna Imamura</cp:lastModifiedBy>
  <cp:revision>108</cp:revision>
  <dcterms:created xsi:type="dcterms:W3CDTF">2023-11-10T01:55:50Z</dcterms:created>
  <dcterms:modified xsi:type="dcterms:W3CDTF">2026-10-20T08:35:15Z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